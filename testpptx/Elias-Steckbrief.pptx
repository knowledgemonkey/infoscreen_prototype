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4"/>
  </p:sldMasterIdLst>
  <p:notesMasterIdLst>
    <p:notesMasterId r:id="rId6"/>
  </p:notesMasterIdLst>
  <p:sldIdLst>
    <p:sldId id="287" r:id="rId5"/>
  </p:sldIdLst>
  <p:sldSz cx="15119350" cy="10691813"/>
  <p:notesSz cx="9869488" cy="14298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FE06"/>
    <a:srgbClr val="00806E"/>
    <a:srgbClr val="080B3E"/>
    <a:srgbClr val="E67364"/>
    <a:srgbClr val="003546"/>
    <a:srgbClr val="031E31"/>
    <a:srgbClr val="002733"/>
    <a:srgbClr val="323130"/>
    <a:srgbClr val="AFAB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12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7940" cy="717576"/>
          </a:xfrm>
          <a:prstGeom prst="rect">
            <a:avLst/>
          </a:prstGeom>
        </p:spPr>
        <p:txBody>
          <a:bodyPr vert="horz" lIns="133040" tIns="66520" rIns="133040" bIns="66520" rtlCol="0"/>
          <a:lstStyle>
            <a:lvl1pPr algn="l">
              <a:defRPr sz="17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591549" y="0"/>
            <a:ext cx="4275615" cy="717576"/>
          </a:xfrm>
          <a:prstGeom prst="rect">
            <a:avLst/>
          </a:prstGeom>
        </p:spPr>
        <p:txBody>
          <a:bodyPr vert="horz" lIns="133040" tIns="66520" rIns="133040" bIns="66520" rtlCol="0"/>
          <a:lstStyle>
            <a:lvl1pPr algn="r">
              <a:defRPr sz="1700"/>
            </a:lvl1pPr>
          </a:lstStyle>
          <a:p>
            <a:fld id="{639DA1EC-157E-4056-9EBB-DE71DEB89E69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524000" y="1787525"/>
            <a:ext cx="6821488" cy="48244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3040" tIns="66520" rIns="133040" bIns="665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88112" y="6881365"/>
            <a:ext cx="7895590" cy="5630208"/>
          </a:xfrm>
          <a:prstGeom prst="rect">
            <a:avLst/>
          </a:prstGeom>
        </p:spPr>
        <p:txBody>
          <a:bodyPr vert="horz" lIns="133040" tIns="66520" rIns="133040" bIns="665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13581037"/>
            <a:ext cx="4277940" cy="717576"/>
          </a:xfrm>
          <a:prstGeom prst="rect">
            <a:avLst/>
          </a:prstGeom>
        </p:spPr>
        <p:txBody>
          <a:bodyPr vert="horz" lIns="133040" tIns="66520" rIns="133040" bIns="66520" rtlCol="0" anchor="b"/>
          <a:lstStyle>
            <a:lvl1pPr algn="l">
              <a:defRPr sz="17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591549" y="13581037"/>
            <a:ext cx="4275615" cy="717576"/>
          </a:xfrm>
          <a:prstGeom prst="rect">
            <a:avLst/>
          </a:prstGeom>
        </p:spPr>
        <p:txBody>
          <a:bodyPr vert="horz" lIns="133040" tIns="66520" rIns="133040" bIns="66520" rtlCol="0" anchor="b"/>
          <a:lstStyle>
            <a:lvl1pPr algn="r">
              <a:defRPr sz="1700"/>
            </a:lvl1pPr>
          </a:lstStyle>
          <a:p>
            <a:fld id="{B7CA5B75-32E4-4056-87A9-2D6E2126981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5810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1pPr>
    <a:lvl2pPr marL="619460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2pPr>
    <a:lvl3pPr marL="1238921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3pPr>
    <a:lvl4pPr marL="1858381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4pPr>
    <a:lvl5pPr marL="2477841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5pPr>
    <a:lvl6pPr marL="3097301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6pPr>
    <a:lvl7pPr marL="3716762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7pPr>
    <a:lvl8pPr marL="4336222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8pPr>
    <a:lvl9pPr marL="4955682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1749795"/>
            <a:ext cx="12851448" cy="3722335"/>
          </a:xfrm>
        </p:spPr>
        <p:txBody>
          <a:bodyPr anchor="b"/>
          <a:lstStyle>
            <a:lvl1pPr algn="ctr">
              <a:defRPr sz="9354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5615678"/>
            <a:ext cx="11339513" cy="2581379"/>
          </a:xfrm>
        </p:spPr>
        <p:txBody>
          <a:bodyPr/>
          <a:lstStyle>
            <a:lvl1pPr marL="0" indent="0" algn="ctr">
              <a:buNone/>
              <a:defRPr sz="3742"/>
            </a:lvl1pPr>
            <a:lvl2pPr marL="712775" indent="0" algn="ctr">
              <a:buNone/>
              <a:defRPr sz="3118"/>
            </a:lvl2pPr>
            <a:lvl3pPr marL="1425550" indent="0" algn="ctr">
              <a:buNone/>
              <a:defRPr sz="2806"/>
            </a:lvl3pPr>
            <a:lvl4pPr marL="2138324" indent="0" algn="ctr">
              <a:buNone/>
              <a:defRPr sz="2494"/>
            </a:lvl4pPr>
            <a:lvl5pPr marL="2851099" indent="0" algn="ctr">
              <a:buNone/>
              <a:defRPr sz="2494"/>
            </a:lvl5pPr>
            <a:lvl6pPr marL="3563874" indent="0" algn="ctr">
              <a:buNone/>
              <a:defRPr sz="2494"/>
            </a:lvl6pPr>
            <a:lvl7pPr marL="4276649" indent="0" algn="ctr">
              <a:buNone/>
              <a:defRPr sz="2494"/>
            </a:lvl7pPr>
            <a:lvl8pPr marL="4989424" indent="0" algn="ctr">
              <a:buNone/>
              <a:defRPr sz="2494"/>
            </a:lvl8pPr>
            <a:lvl9pPr marL="5702198" indent="0" algn="ctr">
              <a:buNone/>
              <a:defRPr sz="2494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6800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8956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2665532"/>
            <a:ext cx="13040439" cy="4447496"/>
          </a:xfrm>
        </p:spPr>
        <p:txBody>
          <a:bodyPr anchor="b"/>
          <a:lstStyle>
            <a:lvl1pPr>
              <a:defRPr sz="9354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7155103"/>
            <a:ext cx="13040439" cy="2338833"/>
          </a:xfrm>
        </p:spPr>
        <p:txBody>
          <a:bodyPr/>
          <a:lstStyle>
            <a:lvl1pPr marL="0" indent="0">
              <a:buNone/>
              <a:defRPr sz="3742">
                <a:solidFill>
                  <a:schemeClr val="tx1"/>
                </a:solidFill>
              </a:defRPr>
            </a:lvl1pPr>
            <a:lvl2pPr marL="712775" indent="0">
              <a:buNone/>
              <a:defRPr sz="3118">
                <a:solidFill>
                  <a:schemeClr val="tx1">
                    <a:tint val="75000"/>
                  </a:schemeClr>
                </a:solidFill>
              </a:defRPr>
            </a:lvl2pPr>
            <a:lvl3pPr marL="1425550" indent="0">
              <a:buNone/>
              <a:defRPr sz="2806">
                <a:solidFill>
                  <a:schemeClr val="tx1">
                    <a:tint val="75000"/>
                  </a:schemeClr>
                </a:solidFill>
              </a:defRPr>
            </a:lvl3pPr>
            <a:lvl4pPr marL="2138324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4pPr>
            <a:lvl5pPr marL="2851099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5pPr>
            <a:lvl6pPr marL="3563874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6pPr>
            <a:lvl7pPr marL="4276649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7pPr>
            <a:lvl8pPr marL="4989424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8pPr>
            <a:lvl9pPr marL="5702198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7553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2846200"/>
            <a:ext cx="6425724" cy="678385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2846200"/>
            <a:ext cx="6425724" cy="678385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8956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569242"/>
            <a:ext cx="13040439" cy="206659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2620980"/>
            <a:ext cx="6396193" cy="128450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775" indent="0">
              <a:buNone/>
              <a:defRPr sz="3118" b="1"/>
            </a:lvl2pPr>
            <a:lvl3pPr marL="1425550" indent="0">
              <a:buNone/>
              <a:defRPr sz="2806" b="1"/>
            </a:lvl3pPr>
            <a:lvl4pPr marL="2138324" indent="0">
              <a:buNone/>
              <a:defRPr sz="2494" b="1"/>
            </a:lvl4pPr>
            <a:lvl5pPr marL="2851099" indent="0">
              <a:buNone/>
              <a:defRPr sz="2494" b="1"/>
            </a:lvl5pPr>
            <a:lvl6pPr marL="3563874" indent="0">
              <a:buNone/>
              <a:defRPr sz="2494" b="1"/>
            </a:lvl6pPr>
            <a:lvl7pPr marL="4276649" indent="0">
              <a:buNone/>
              <a:defRPr sz="2494" b="1"/>
            </a:lvl7pPr>
            <a:lvl8pPr marL="4989424" indent="0">
              <a:buNone/>
              <a:defRPr sz="2494" b="1"/>
            </a:lvl8pPr>
            <a:lvl9pPr marL="5702198" indent="0">
              <a:buNone/>
              <a:defRPr sz="2494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3905482"/>
            <a:ext cx="6396193" cy="57443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2620980"/>
            <a:ext cx="6427693" cy="128450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775" indent="0">
              <a:buNone/>
              <a:defRPr sz="3118" b="1"/>
            </a:lvl2pPr>
            <a:lvl3pPr marL="1425550" indent="0">
              <a:buNone/>
              <a:defRPr sz="2806" b="1"/>
            </a:lvl3pPr>
            <a:lvl4pPr marL="2138324" indent="0">
              <a:buNone/>
              <a:defRPr sz="2494" b="1"/>
            </a:lvl4pPr>
            <a:lvl5pPr marL="2851099" indent="0">
              <a:buNone/>
              <a:defRPr sz="2494" b="1"/>
            </a:lvl5pPr>
            <a:lvl6pPr marL="3563874" indent="0">
              <a:buNone/>
              <a:defRPr sz="2494" b="1"/>
            </a:lvl6pPr>
            <a:lvl7pPr marL="4276649" indent="0">
              <a:buNone/>
              <a:defRPr sz="2494" b="1"/>
            </a:lvl7pPr>
            <a:lvl8pPr marL="4989424" indent="0">
              <a:buNone/>
              <a:defRPr sz="2494" b="1"/>
            </a:lvl8pPr>
            <a:lvl9pPr marL="5702198" indent="0">
              <a:buNone/>
              <a:defRPr sz="2494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3905482"/>
            <a:ext cx="6427693" cy="57443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9051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996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5638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712788"/>
            <a:ext cx="4876384" cy="2494756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1539425"/>
            <a:ext cx="7654171" cy="7598117"/>
          </a:xfrm>
        </p:spPr>
        <p:txBody>
          <a:bodyPr/>
          <a:lstStyle>
            <a:lvl1pPr>
              <a:defRPr sz="4989"/>
            </a:lvl1pPr>
            <a:lvl2pPr>
              <a:defRPr sz="4365"/>
            </a:lvl2pPr>
            <a:lvl3pPr>
              <a:defRPr sz="3742"/>
            </a:lvl3pPr>
            <a:lvl4pPr>
              <a:defRPr sz="3118"/>
            </a:lvl4pPr>
            <a:lvl5pPr>
              <a:defRPr sz="3118"/>
            </a:lvl5pPr>
            <a:lvl6pPr>
              <a:defRPr sz="3118"/>
            </a:lvl6pPr>
            <a:lvl7pPr>
              <a:defRPr sz="3118"/>
            </a:lvl7pPr>
            <a:lvl8pPr>
              <a:defRPr sz="3118"/>
            </a:lvl8pPr>
            <a:lvl9pPr>
              <a:defRPr sz="3118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3207544"/>
            <a:ext cx="4876384" cy="5942372"/>
          </a:xfrm>
        </p:spPr>
        <p:txBody>
          <a:bodyPr/>
          <a:lstStyle>
            <a:lvl1pPr marL="0" indent="0">
              <a:buNone/>
              <a:defRPr sz="2494"/>
            </a:lvl1pPr>
            <a:lvl2pPr marL="712775" indent="0">
              <a:buNone/>
              <a:defRPr sz="2183"/>
            </a:lvl2pPr>
            <a:lvl3pPr marL="1425550" indent="0">
              <a:buNone/>
              <a:defRPr sz="1871"/>
            </a:lvl3pPr>
            <a:lvl4pPr marL="2138324" indent="0">
              <a:buNone/>
              <a:defRPr sz="1559"/>
            </a:lvl4pPr>
            <a:lvl5pPr marL="2851099" indent="0">
              <a:buNone/>
              <a:defRPr sz="1559"/>
            </a:lvl5pPr>
            <a:lvl6pPr marL="3563874" indent="0">
              <a:buNone/>
              <a:defRPr sz="1559"/>
            </a:lvl6pPr>
            <a:lvl7pPr marL="4276649" indent="0">
              <a:buNone/>
              <a:defRPr sz="1559"/>
            </a:lvl7pPr>
            <a:lvl8pPr marL="4989424" indent="0">
              <a:buNone/>
              <a:defRPr sz="1559"/>
            </a:lvl8pPr>
            <a:lvl9pPr marL="5702198" indent="0">
              <a:buNone/>
              <a:defRPr sz="1559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9411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712788"/>
            <a:ext cx="4876384" cy="2494756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1539425"/>
            <a:ext cx="7654171" cy="7598117"/>
          </a:xfrm>
        </p:spPr>
        <p:txBody>
          <a:bodyPr anchor="t"/>
          <a:lstStyle>
            <a:lvl1pPr marL="0" indent="0">
              <a:buNone/>
              <a:defRPr sz="4989"/>
            </a:lvl1pPr>
            <a:lvl2pPr marL="712775" indent="0">
              <a:buNone/>
              <a:defRPr sz="4365"/>
            </a:lvl2pPr>
            <a:lvl3pPr marL="1425550" indent="0">
              <a:buNone/>
              <a:defRPr sz="3742"/>
            </a:lvl3pPr>
            <a:lvl4pPr marL="2138324" indent="0">
              <a:buNone/>
              <a:defRPr sz="3118"/>
            </a:lvl4pPr>
            <a:lvl5pPr marL="2851099" indent="0">
              <a:buNone/>
              <a:defRPr sz="3118"/>
            </a:lvl5pPr>
            <a:lvl6pPr marL="3563874" indent="0">
              <a:buNone/>
              <a:defRPr sz="3118"/>
            </a:lvl6pPr>
            <a:lvl7pPr marL="4276649" indent="0">
              <a:buNone/>
              <a:defRPr sz="3118"/>
            </a:lvl7pPr>
            <a:lvl8pPr marL="4989424" indent="0">
              <a:buNone/>
              <a:defRPr sz="3118"/>
            </a:lvl8pPr>
            <a:lvl9pPr marL="5702198" indent="0">
              <a:buNone/>
              <a:defRPr sz="3118"/>
            </a:lvl9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3207544"/>
            <a:ext cx="4876384" cy="5942372"/>
          </a:xfrm>
        </p:spPr>
        <p:txBody>
          <a:bodyPr/>
          <a:lstStyle>
            <a:lvl1pPr marL="0" indent="0">
              <a:buNone/>
              <a:defRPr sz="2494"/>
            </a:lvl1pPr>
            <a:lvl2pPr marL="712775" indent="0">
              <a:buNone/>
              <a:defRPr sz="2183"/>
            </a:lvl2pPr>
            <a:lvl3pPr marL="1425550" indent="0">
              <a:buNone/>
              <a:defRPr sz="1871"/>
            </a:lvl3pPr>
            <a:lvl4pPr marL="2138324" indent="0">
              <a:buNone/>
              <a:defRPr sz="1559"/>
            </a:lvl4pPr>
            <a:lvl5pPr marL="2851099" indent="0">
              <a:buNone/>
              <a:defRPr sz="1559"/>
            </a:lvl5pPr>
            <a:lvl6pPr marL="3563874" indent="0">
              <a:buNone/>
              <a:defRPr sz="1559"/>
            </a:lvl6pPr>
            <a:lvl7pPr marL="4276649" indent="0">
              <a:buNone/>
              <a:defRPr sz="1559"/>
            </a:lvl7pPr>
            <a:lvl8pPr marL="4989424" indent="0">
              <a:buNone/>
              <a:defRPr sz="1559"/>
            </a:lvl8pPr>
            <a:lvl9pPr marL="5702198" indent="0">
              <a:buNone/>
              <a:defRPr sz="1559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4631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091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569240"/>
            <a:ext cx="3260110" cy="9060817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569240"/>
            <a:ext cx="9591338" cy="9060817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4510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569242"/>
            <a:ext cx="1304043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2846200"/>
            <a:ext cx="1304043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9909729"/>
            <a:ext cx="340185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9909729"/>
            <a:ext cx="5102781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9909729"/>
            <a:ext cx="340185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0425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425550" rtl="0" eaLnBrk="1" latinLnBrk="0" hangingPunct="1">
        <a:lnSpc>
          <a:spcPct val="90000"/>
        </a:lnSpc>
        <a:spcBef>
          <a:spcPct val="0"/>
        </a:spcBef>
        <a:buNone/>
        <a:defRPr sz="6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6387" indent="-356387" algn="l" defTabSz="1425550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4365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742" kern="1200">
          <a:solidFill>
            <a:schemeClr val="tx1"/>
          </a:solidFill>
          <a:latin typeface="+mn-lt"/>
          <a:ea typeface="+mn-ea"/>
          <a:cs typeface="+mn-cs"/>
        </a:defRPr>
      </a:lvl2pPr>
      <a:lvl3pPr marL="1781937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3pPr>
      <a:lvl4pPr marL="2494712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4pPr>
      <a:lvl5pPr marL="3207487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5pPr>
      <a:lvl6pPr marL="3920261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6pPr>
      <a:lvl7pPr marL="4633036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7pPr>
      <a:lvl8pPr marL="5345811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8pPr>
      <a:lvl9pPr marL="6058586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1pPr>
      <a:lvl2pPr marL="712775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2pPr>
      <a:lvl3pPr marL="1425550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3pPr>
      <a:lvl4pPr marL="213832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4pPr>
      <a:lvl5pPr marL="2851099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5pPr>
      <a:lvl6pPr marL="356387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6pPr>
      <a:lvl7pPr marL="4276649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7pPr>
      <a:lvl8pPr marL="498942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8pPr>
      <a:lvl9pPr marL="5702198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10DED-0063-1648-505E-744F6C24E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AE070349-D76B-04D4-2475-10D6B04D5364}"/>
              </a:ext>
            </a:extLst>
          </p:cNvPr>
          <p:cNvSpPr/>
          <p:nvPr/>
        </p:nvSpPr>
        <p:spPr>
          <a:xfrm>
            <a:off x="-3891" y="-1"/>
            <a:ext cx="15123241" cy="1080000"/>
          </a:xfrm>
          <a:prstGeom prst="rect">
            <a:avLst/>
          </a:prstGeom>
          <a:gradFill flip="none" rotWithShape="1">
            <a:gsLst>
              <a:gs pos="21000">
                <a:srgbClr val="002733"/>
              </a:gs>
              <a:gs pos="84000">
                <a:srgbClr val="080B3E"/>
              </a:gs>
              <a:gs pos="57000">
                <a:srgbClr val="002060"/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>
                  <a:lumMod val="75000"/>
                  <a:lumOff val="25000"/>
                </a:schemeClr>
              </a:solidFill>
              <a:latin typeface="The Group TEXT" panose="00000500000000000000" pitchFamily="2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06B48E77-B3C1-02B1-39BF-B80EF5142DA9}"/>
              </a:ext>
            </a:extLst>
          </p:cNvPr>
          <p:cNvSpPr txBox="1"/>
          <p:nvPr/>
        </p:nvSpPr>
        <p:spPr>
          <a:xfrm>
            <a:off x="754639" y="1982147"/>
            <a:ext cx="6176210" cy="169277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Name</a:t>
            </a:r>
            <a:r>
              <a:rPr lang="de-DE" sz="2400">
                <a:latin typeface="The Group TEXT"/>
                <a:cs typeface="Dubai Medium"/>
              </a:rPr>
              <a:t>: Elias </a:t>
            </a:r>
            <a:r>
              <a:rPr lang="de-DE" sz="2400" err="1">
                <a:latin typeface="The Group TEXT"/>
                <a:cs typeface="Dubai Medium"/>
              </a:rPr>
              <a:t>Nikolajewski</a:t>
            </a:r>
            <a:endParaRPr lang="de-DE" sz="2400" err="1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Fachrichtung</a:t>
            </a:r>
            <a:r>
              <a:rPr lang="de-DE" sz="2400">
                <a:latin typeface="The Group TEXT"/>
                <a:cs typeface="Dubai Medium"/>
              </a:rPr>
              <a:t>: Daten- &amp; Prozessanalyse</a:t>
            </a:r>
            <a:b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</a:b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Eintrittsdatum</a:t>
            </a:r>
            <a:r>
              <a:rPr lang="de-DE" sz="2400">
                <a:latin typeface="The Group TEXT"/>
                <a:cs typeface="Dubai Medium"/>
              </a:rPr>
              <a:t>: 01.09.2025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41A9D460-7C69-0C9E-93D8-F7E8F85F3C82}"/>
              </a:ext>
            </a:extLst>
          </p:cNvPr>
          <p:cNvGrpSpPr/>
          <p:nvPr/>
        </p:nvGrpSpPr>
        <p:grpSpPr>
          <a:xfrm>
            <a:off x="-3891" y="8945283"/>
            <a:ext cx="15123241" cy="1080000"/>
            <a:chOff x="-3890" y="5597379"/>
            <a:chExt cx="12195889" cy="786063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DE9E5326-4073-A1A2-28F3-4CA1D3000EA3}"/>
                </a:ext>
              </a:extLst>
            </p:cNvPr>
            <p:cNvSpPr/>
            <p:nvPr/>
          </p:nvSpPr>
          <p:spPr>
            <a:xfrm>
              <a:off x="-3890" y="5597379"/>
              <a:ext cx="12195889" cy="786063"/>
            </a:xfrm>
            <a:prstGeom prst="rect">
              <a:avLst/>
            </a:prstGeom>
            <a:gradFill flip="none" rotWithShape="1">
              <a:gsLst>
                <a:gs pos="21000">
                  <a:srgbClr val="002733"/>
                </a:gs>
                <a:gs pos="84000">
                  <a:srgbClr val="080B3E"/>
                </a:gs>
                <a:gs pos="57000">
                  <a:srgbClr val="002060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>
                    <a:lumMod val="75000"/>
                    <a:lumOff val="25000"/>
                  </a:schemeClr>
                </a:solidFill>
                <a:latin typeface="The Group TEXT" panose="00000500000000000000" pitchFamily="2" charset="0"/>
              </a:endParaRPr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1CA7D3C7-D904-64EC-C17B-9840B5FA6C92}"/>
                </a:ext>
              </a:extLst>
            </p:cNvPr>
            <p:cNvSpPr txBox="1"/>
            <p:nvPr/>
          </p:nvSpPr>
          <p:spPr>
            <a:xfrm>
              <a:off x="169417" y="5823706"/>
              <a:ext cx="11874078" cy="33601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de-DE" sz="2400">
                  <a:solidFill>
                    <a:schemeClr val="bg1"/>
                  </a:solidFill>
                  <a:latin typeface="The Group TEXT"/>
                </a:rPr>
                <a:t>„Sei du selbst"</a:t>
              </a:r>
              <a:endParaRPr lang="de-DE" sz="2400">
                <a:solidFill>
                  <a:schemeClr val="bg1"/>
                </a:solidFill>
                <a:latin typeface="The Group TEXT" panose="00000500000000000000" pitchFamily="2" charset="0"/>
              </a:endParaRPr>
            </a:p>
          </p:txBody>
        </p:sp>
      </p:grpSp>
      <p:sp>
        <p:nvSpPr>
          <p:cNvPr id="26" name="Textfeld 25">
            <a:extLst>
              <a:ext uri="{FF2B5EF4-FFF2-40B4-BE49-F238E27FC236}">
                <a16:creationId xmlns:a16="http://schemas.microsoft.com/office/drawing/2014/main" id="{02CF5073-9CFD-E794-09A1-0D5775D54CE6}"/>
              </a:ext>
            </a:extLst>
          </p:cNvPr>
          <p:cNvSpPr txBox="1"/>
          <p:nvPr/>
        </p:nvSpPr>
        <p:spPr>
          <a:xfrm>
            <a:off x="1221140" y="5016442"/>
            <a:ext cx="5779712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Geburtsdatum</a:t>
            </a:r>
            <a:r>
              <a:rPr lang="de-DE" sz="2400">
                <a:latin typeface="The Group TEXT"/>
                <a:cs typeface="Dubai Medium"/>
              </a:rPr>
              <a:t>: 07.08.2008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Wohnort/Heimat</a:t>
            </a:r>
            <a:r>
              <a:rPr lang="de-DE" sz="2400">
                <a:latin typeface="The Group TEXT"/>
                <a:cs typeface="Dubai Medium"/>
              </a:rPr>
              <a:t>: Beilngries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Lieblingsspiel</a:t>
            </a:r>
            <a:r>
              <a:rPr lang="de-DE" sz="2400">
                <a:latin typeface="The Group TEXT"/>
                <a:cs typeface="Dubai Medium"/>
              </a:rPr>
              <a:t>: </a:t>
            </a:r>
            <a:r>
              <a:rPr lang="de-DE" sz="2400" err="1">
                <a:latin typeface="The Group TEXT"/>
                <a:cs typeface="Dubai Medium"/>
              </a:rPr>
              <a:t>Gta</a:t>
            </a:r>
            <a:r>
              <a:rPr lang="de-DE" sz="2400">
                <a:latin typeface="The Group TEXT"/>
                <a:cs typeface="Dubai Medium"/>
              </a:rPr>
              <a:t> 5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Traumauto</a:t>
            </a:r>
            <a:r>
              <a:rPr lang="de-DE" sz="2400">
                <a:latin typeface="The Group TEXT"/>
                <a:cs typeface="Dubai Medium"/>
              </a:rPr>
              <a:t>: Porsche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</p:txBody>
      </p:sp>
      <p:sp>
        <p:nvSpPr>
          <p:cNvPr id="33" name="Freeform 418">
            <a:extLst>
              <a:ext uri="{FF2B5EF4-FFF2-40B4-BE49-F238E27FC236}">
                <a16:creationId xmlns:a16="http://schemas.microsoft.com/office/drawing/2014/main" id="{2917F915-A1AB-096F-B677-956C5300E4BD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2812" y="5768304"/>
            <a:ext cx="338260" cy="334004"/>
          </a:xfrm>
          <a:custGeom>
            <a:avLst/>
            <a:gdLst>
              <a:gd name="T0" fmla="*/ 63 w 64"/>
              <a:gd name="T1" fmla="*/ 28 h 63"/>
              <a:gd name="T2" fmla="*/ 33 w 64"/>
              <a:gd name="T3" fmla="*/ 1 h 63"/>
              <a:gd name="T4" fmla="*/ 31 w 64"/>
              <a:gd name="T5" fmla="*/ 1 h 63"/>
              <a:gd name="T6" fmla="*/ 1 w 64"/>
              <a:gd name="T7" fmla="*/ 28 h 63"/>
              <a:gd name="T8" fmla="*/ 0 w 64"/>
              <a:gd name="T9" fmla="*/ 29 h 63"/>
              <a:gd name="T10" fmla="*/ 0 w 64"/>
              <a:gd name="T11" fmla="*/ 61 h 63"/>
              <a:gd name="T12" fmla="*/ 2 w 64"/>
              <a:gd name="T13" fmla="*/ 63 h 63"/>
              <a:gd name="T14" fmla="*/ 62 w 64"/>
              <a:gd name="T15" fmla="*/ 63 h 63"/>
              <a:gd name="T16" fmla="*/ 64 w 64"/>
              <a:gd name="T17" fmla="*/ 61 h 63"/>
              <a:gd name="T18" fmla="*/ 64 w 64"/>
              <a:gd name="T19" fmla="*/ 29 h 63"/>
              <a:gd name="T20" fmla="*/ 63 w 64"/>
              <a:gd name="T21" fmla="*/ 28 h 63"/>
              <a:gd name="T22" fmla="*/ 60 w 64"/>
              <a:gd name="T23" fmla="*/ 59 h 63"/>
              <a:gd name="T24" fmla="*/ 28 w 64"/>
              <a:gd name="T25" fmla="*/ 59 h 63"/>
              <a:gd name="T26" fmla="*/ 28 w 64"/>
              <a:gd name="T27" fmla="*/ 43 h 63"/>
              <a:gd name="T28" fmla="*/ 36 w 64"/>
              <a:gd name="T29" fmla="*/ 43 h 63"/>
              <a:gd name="T30" fmla="*/ 36 w 64"/>
              <a:gd name="T31" fmla="*/ 51 h 63"/>
              <a:gd name="T32" fmla="*/ 40 w 64"/>
              <a:gd name="T33" fmla="*/ 51 h 63"/>
              <a:gd name="T34" fmla="*/ 40 w 64"/>
              <a:gd name="T35" fmla="*/ 41 h 63"/>
              <a:gd name="T36" fmla="*/ 38 w 64"/>
              <a:gd name="T37" fmla="*/ 39 h 63"/>
              <a:gd name="T38" fmla="*/ 26 w 64"/>
              <a:gd name="T39" fmla="*/ 39 h 63"/>
              <a:gd name="T40" fmla="*/ 24 w 64"/>
              <a:gd name="T41" fmla="*/ 41 h 63"/>
              <a:gd name="T42" fmla="*/ 24 w 64"/>
              <a:gd name="T43" fmla="*/ 59 h 63"/>
              <a:gd name="T44" fmla="*/ 4 w 64"/>
              <a:gd name="T45" fmla="*/ 59 h 63"/>
              <a:gd name="T46" fmla="*/ 4 w 64"/>
              <a:gd name="T47" fmla="*/ 30 h 63"/>
              <a:gd name="T48" fmla="*/ 32 w 64"/>
              <a:gd name="T49" fmla="*/ 5 h 63"/>
              <a:gd name="T50" fmla="*/ 60 w 64"/>
              <a:gd name="T51" fmla="*/ 30 h 63"/>
              <a:gd name="T52" fmla="*/ 60 w 64"/>
              <a:gd name="T53" fmla="*/ 59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64" h="63">
                <a:moveTo>
                  <a:pt x="63" y="28"/>
                </a:moveTo>
                <a:cubicBezTo>
                  <a:pt x="33" y="1"/>
                  <a:pt x="33" y="1"/>
                  <a:pt x="33" y="1"/>
                </a:cubicBezTo>
                <a:cubicBezTo>
                  <a:pt x="33" y="0"/>
                  <a:pt x="31" y="0"/>
                  <a:pt x="31" y="1"/>
                </a:cubicBezTo>
                <a:cubicBezTo>
                  <a:pt x="1" y="28"/>
                  <a:pt x="1" y="28"/>
                  <a:pt x="1" y="28"/>
                </a:cubicBezTo>
                <a:cubicBezTo>
                  <a:pt x="0" y="28"/>
                  <a:pt x="0" y="28"/>
                  <a:pt x="0" y="29"/>
                </a:cubicBezTo>
                <a:cubicBezTo>
                  <a:pt x="0" y="61"/>
                  <a:pt x="0" y="61"/>
                  <a:pt x="0" y="61"/>
                </a:cubicBezTo>
                <a:cubicBezTo>
                  <a:pt x="0" y="62"/>
                  <a:pt x="1" y="63"/>
                  <a:pt x="2" y="63"/>
                </a:cubicBezTo>
                <a:cubicBezTo>
                  <a:pt x="62" y="63"/>
                  <a:pt x="62" y="63"/>
                  <a:pt x="62" y="63"/>
                </a:cubicBezTo>
                <a:cubicBezTo>
                  <a:pt x="63" y="63"/>
                  <a:pt x="64" y="62"/>
                  <a:pt x="64" y="61"/>
                </a:cubicBezTo>
                <a:cubicBezTo>
                  <a:pt x="64" y="29"/>
                  <a:pt x="64" y="29"/>
                  <a:pt x="64" y="29"/>
                </a:cubicBezTo>
                <a:cubicBezTo>
                  <a:pt x="64" y="28"/>
                  <a:pt x="64" y="28"/>
                  <a:pt x="63" y="28"/>
                </a:cubicBezTo>
                <a:close/>
                <a:moveTo>
                  <a:pt x="60" y="59"/>
                </a:moveTo>
                <a:cubicBezTo>
                  <a:pt x="28" y="59"/>
                  <a:pt x="28" y="59"/>
                  <a:pt x="28" y="59"/>
                </a:cubicBezTo>
                <a:cubicBezTo>
                  <a:pt x="28" y="43"/>
                  <a:pt x="28" y="43"/>
                  <a:pt x="28" y="43"/>
                </a:cubicBezTo>
                <a:cubicBezTo>
                  <a:pt x="36" y="43"/>
                  <a:pt x="36" y="43"/>
                  <a:pt x="36" y="43"/>
                </a:cubicBezTo>
                <a:cubicBezTo>
                  <a:pt x="36" y="51"/>
                  <a:pt x="36" y="51"/>
                  <a:pt x="36" y="51"/>
                </a:cubicBezTo>
                <a:cubicBezTo>
                  <a:pt x="40" y="51"/>
                  <a:pt x="40" y="51"/>
                  <a:pt x="40" y="51"/>
                </a:cubicBezTo>
                <a:cubicBezTo>
                  <a:pt x="40" y="41"/>
                  <a:pt x="40" y="41"/>
                  <a:pt x="40" y="41"/>
                </a:cubicBezTo>
                <a:cubicBezTo>
                  <a:pt x="40" y="40"/>
                  <a:pt x="39" y="39"/>
                  <a:pt x="38" y="39"/>
                </a:cubicBezTo>
                <a:cubicBezTo>
                  <a:pt x="26" y="39"/>
                  <a:pt x="26" y="39"/>
                  <a:pt x="26" y="39"/>
                </a:cubicBezTo>
                <a:cubicBezTo>
                  <a:pt x="25" y="39"/>
                  <a:pt x="24" y="40"/>
                  <a:pt x="24" y="41"/>
                </a:cubicBezTo>
                <a:cubicBezTo>
                  <a:pt x="24" y="59"/>
                  <a:pt x="24" y="59"/>
                  <a:pt x="24" y="59"/>
                </a:cubicBezTo>
                <a:cubicBezTo>
                  <a:pt x="4" y="59"/>
                  <a:pt x="4" y="59"/>
                  <a:pt x="4" y="59"/>
                </a:cubicBezTo>
                <a:cubicBezTo>
                  <a:pt x="4" y="30"/>
                  <a:pt x="4" y="30"/>
                  <a:pt x="4" y="30"/>
                </a:cubicBezTo>
                <a:cubicBezTo>
                  <a:pt x="32" y="5"/>
                  <a:pt x="32" y="5"/>
                  <a:pt x="32" y="5"/>
                </a:cubicBezTo>
                <a:cubicBezTo>
                  <a:pt x="60" y="30"/>
                  <a:pt x="60" y="30"/>
                  <a:pt x="60" y="30"/>
                </a:cubicBezTo>
                <a:lnTo>
                  <a:pt x="60" y="59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0" name="Freeform 293">
            <a:extLst>
              <a:ext uri="{FF2B5EF4-FFF2-40B4-BE49-F238E27FC236}">
                <a16:creationId xmlns:a16="http://schemas.microsoft.com/office/drawing/2014/main" id="{930AC61B-55B2-1F7A-5B56-402E5498C646}"/>
              </a:ext>
            </a:extLst>
          </p:cNvPr>
          <p:cNvSpPr>
            <a:spLocks noChangeAspect="1"/>
          </p:cNvSpPr>
          <p:nvPr/>
        </p:nvSpPr>
        <p:spPr bwMode="auto">
          <a:xfrm>
            <a:off x="769576" y="7307997"/>
            <a:ext cx="439149" cy="228630"/>
          </a:xfrm>
          <a:custGeom>
            <a:avLst/>
            <a:gdLst>
              <a:gd name="T0" fmla="*/ 78 w 79"/>
              <a:gd name="T1" fmla="*/ 20 h 40"/>
              <a:gd name="T2" fmla="*/ 74 w 79"/>
              <a:gd name="T3" fmla="*/ 17 h 40"/>
              <a:gd name="T4" fmla="*/ 62 w 79"/>
              <a:gd name="T5" fmla="*/ 15 h 40"/>
              <a:gd name="T6" fmla="*/ 56 w 79"/>
              <a:gd name="T7" fmla="*/ 12 h 40"/>
              <a:gd name="T8" fmla="*/ 46 w 79"/>
              <a:gd name="T9" fmla="*/ 3 h 40"/>
              <a:gd name="T10" fmla="*/ 38 w 79"/>
              <a:gd name="T11" fmla="*/ 0 h 40"/>
              <a:gd name="T12" fmla="*/ 18 w 79"/>
              <a:gd name="T13" fmla="*/ 0 h 40"/>
              <a:gd name="T14" fmla="*/ 10 w 79"/>
              <a:gd name="T15" fmla="*/ 4 h 40"/>
              <a:gd name="T16" fmla="*/ 3 w 79"/>
              <a:gd name="T17" fmla="*/ 14 h 40"/>
              <a:gd name="T18" fmla="*/ 0 w 79"/>
              <a:gd name="T19" fmla="*/ 22 h 40"/>
              <a:gd name="T20" fmla="*/ 0 w 79"/>
              <a:gd name="T21" fmla="*/ 34 h 40"/>
              <a:gd name="T22" fmla="*/ 6 w 79"/>
              <a:gd name="T23" fmla="*/ 40 h 40"/>
              <a:gd name="T24" fmla="*/ 12 w 79"/>
              <a:gd name="T25" fmla="*/ 40 h 40"/>
              <a:gd name="T26" fmla="*/ 12 w 79"/>
              <a:gd name="T27" fmla="*/ 37 h 40"/>
              <a:gd name="T28" fmla="*/ 18 w 79"/>
              <a:gd name="T29" fmla="*/ 32 h 40"/>
              <a:gd name="T30" fmla="*/ 24 w 79"/>
              <a:gd name="T31" fmla="*/ 38 h 40"/>
              <a:gd name="T32" fmla="*/ 28 w 79"/>
              <a:gd name="T33" fmla="*/ 38 h 40"/>
              <a:gd name="T34" fmla="*/ 18 w 79"/>
              <a:gd name="T35" fmla="*/ 28 h 40"/>
              <a:gd name="T36" fmla="*/ 8 w 79"/>
              <a:gd name="T37" fmla="*/ 36 h 40"/>
              <a:gd name="T38" fmla="*/ 6 w 79"/>
              <a:gd name="T39" fmla="*/ 36 h 40"/>
              <a:gd name="T40" fmla="*/ 4 w 79"/>
              <a:gd name="T41" fmla="*/ 34 h 40"/>
              <a:gd name="T42" fmla="*/ 4 w 79"/>
              <a:gd name="T43" fmla="*/ 22 h 40"/>
              <a:gd name="T44" fmla="*/ 6 w 79"/>
              <a:gd name="T45" fmla="*/ 16 h 40"/>
              <a:gd name="T46" fmla="*/ 13 w 79"/>
              <a:gd name="T47" fmla="*/ 6 h 40"/>
              <a:gd name="T48" fmla="*/ 18 w 79"/>
              <a:gd name="T49" fmla="*/ 4 h 40"/>
              <a:gd name="T50" fmla="*/ 38 w 79"/>
              <a:gd name="T51" fmla="*/ 4 h 40"/>
              <a:gd name="T52" fmla="*/ 44 w 79"/>
              <a:gd name="T53" fmla="*/ 6 h 40"/>
              <a:gd name="T54" fmla="*/ 54 w 79"/>
              <a:gd name="T55" fmla="*/ 15 h 40"/>
              <a:gd name="T56" fmla="*/ 62 w 79"/>
              <a:gd name="T57" fmla="*/ 19 h 40"/>
              <a:gd name="T58" fmla="*/ 74 w 79"/>
              <a:gd name="T59" fmla="*/ 21 h 40"/>
              <a:gd name="T60" fmla="*/ 75 w 79"/>
              <a:gd name="T61" fmla="*/ 22 h 40"/>
              <a:gd name="T62" fmla="*/ 75 w 79"/>
              <a:gd name="T63" fmla="*/ 23 h 40"/>
              <a:gd name="T64" fmla="*/ 73 w 79"/>
              <a:gd name="T65" fmla="*/ 34 h 40"/>
              <a:gd name="T66" fmla="*/ 70 w 79"/>
              <a:gd name="T67" fmla="*/ 36 h 40"/>
              <a:gd name="T68" fmla="*/ 68 w 79"/>
              <a:gd name="T69" fmla="*/ 36 h 40"/>
              <a:gd name="T70" fmla="*/ 58 w 79"/>
              <a:gd name="T71" fmla="*/ 28 h 40"/>
              <a:gd name="T72" fmla="*/ 48 w 79"/>
              <a:gd name="T73" fmla="*/ 36 h 40"/>
              <a:gd name="T74" fmla="*/ 36 w 79"/>
              <a:gd name="T75" fmla="*/ 36 h 40"/>
              <a:gd name="T76" fmla="*/ 36 w 79"/>
              <a:gd name="T77" fmla="*/ 40 h 40"/>
              <a:gd name="T78" fmla="*/ 52 w 79"/>
              <a:gd name="T79" fmla="*/ 40 h 40"/>
              <a:gd name="T80" fmla="*/ 52 w 79"/>
              <a:gd name="T81" fmla="*/ 37 h 40"/>
              <a:gd name="T82" fmla="*/ 58 w 79"/>
              <a:gd name="T83" fmla="*/ 32 h 40"/>
              <a:gd name="T84" fmla="*/ 64 w 79"/>
              <a:gd name="T85" fmla="*/ 38 h 40"/>
              <a:gd name="T86" fmla="*/ 64 w 79"/>
              <a:gd name="T87" fmla="*/ 38 h 40"/>
              <a:gd name="T88" fmla="*/ 64 w 79"/>
              <a:gd name="T89" fmla="*/ 40 h 40"/>
              <a:gd name="T90" fmla="*/ 70 w 79"/>
              <a:gd name="T91" fmla="*/ 40 h 40"/>
              <a:gd name="T92" fmla="*/ 77 w 79"/>
              <a:gd name="T93" fmla="*/ 35 h 40"/>
              <a:gd name="T94" fmla="*/ 79 w 79"/>
              <a:gd name="T95" fmla="*/ 24 h 40"/>
              <a:gd name="T96" fmla="*/ 78 w 79"/>
              <a:gd name="T97" fmla="*/ 2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79" h="40">
                <a:moveTo>
                  <a:pt x="78" y="20"/>
                </a:moveTo>
                <a:cubicBezTo>
                  <a:pt x="77" y="18"/>
                  <a:pt x="76" y="18"/>
                  <a:pt x="74" y="17"/>
                </a:cubicBezTo>
                <a:cubicBezTo>
                  <a:pt x="62" y="15"/>
                  <a:pt x="62" y="15"/>
                  <a:pt x="62" y="15"/>
                </a:cubicBezTo>
                <a:cubicBezTo>
                  <a:pt x="61" y="15"/>
                  <a:pt x="58" y="13"/>
                  <a:pt x="56" y="12"/>
                </a:cubicBezTo>
                <a:cubicBezTo>
                  <a:pt x="46" y="3"/>
                  <a:pt x="46" y="3"/>
                  <a:pt x="46" y="3"/>
                </a:cubicBezTo>
                <a:cubicBezTo>
                  <a:pt x="44" y="1"/>
                  <a:pt x="41" y="0"/>
                  <a:pt x="38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15" y="0"/>
                  <a:pt x="12" y="2"/>
                  <a:pt x="10" y="4"/>
                </a:cubicBezTo>
                <a:cubicBezTo>
                  <a:pt x="3" y="14"/>
                  <a:pt x="3" y="14"/>
                  <a:pt x="3" y="14"/>
                </a:cubicBezTo>
                <a:cubicBezTo>
                  <a:pt x="1" y="16"/>
                  <a:pt x="0" y="19"/>
                  <a:pt x="0" y="22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37"/>
                  <a:pt x="3" y="40"/>
                  <a:pt x="6" y="40"/>
                </a:cubicBezTo>
                <a:cubicBezTo>
                  <a:pt x="12" y="40"/>
                  <a:pt x="12" y="40"/>
                  <a:pt x="12" y="40"/>
                </a:cubicBezTo>
                <a:cubicBezTo>
                  <a:pt x="12" y="37"/>
                  <a:pt x="12" y="37"/>
                  <a:pt x="12" y="37"/>
                </a:cubicBezTo>
                <a:cubicBezTo>
                  <a:pt x="12" y="34"/>
                  <a:pt x="15" y="32"/>
                  <a:pt x="18" y="32"/>
                </a:cubicBezTo>
                <a:cubicBezTo>
                  <a:pt x="21" y="32"/>
                  <a:pt x="24" y="35"/>
                  <a:pt x="24" y="38"/>
                </a:cubicBezTo>
                <a:cubicBezTo>
                  <a:pt x="28" y="38"/>
                  <a:pt x="28" y="38"/>
                  <a:pt x="28" y="38"/>
                </a:cubicBezTo>
                <a:cubicBezTo>
                  <a:pt x="28" y="32"/>
                  <a:pt x="24" y="28"/>
                  <a:pt x="18" y="28"/>
                </a:cubicBezTo>
                <a:cubicBezTo>
                  <a:pt x="13" y="28"/>
                  <a:pt x="9" y="31"/>
                  <a:pt x="8" y="36"/>
                </a:cubicBezTo>
                <a:cubicBezTo>
                  <a:pt x="6" y="36"/>
                  <a:pt x="6" y="36"/>
                  <a:pt x="6" y="36"/>
                </a:cubicBezTo>
                <a:cubicBezTo>
                  <a:pt x="5" y="36"/>
                  <a:pt x="4" y="35"/>
                  <a:pt x="4" y="34"/>
                </a:cubicBezTo>
                <a:cubicBezTo>
                  <a:pt x="4" y="22"/>
                  <a:pt x="4" y="22"/>
                  <a:pt x="4" y="22"/>
                </a:cubicBezTo>
                <a:cubicBezTo>
                  <a:pt x="4" y="20"/>
                  <a:pt x="5" y="18"/>
                  <a:pt x="6" y="16"/>
                </a:cubicBezTo>
                <a:cubicBezTo>
                  <a:pt x="13" y="6"/>
                  <a:pt x="13" y="6"/>
                  <a:pt x="13" y="6"/>
                </a:cubicBezTo>
                <a:cubicBezTo>
                  <a:pt x="14" y="5"/>
                  <a:pt x="16" y="4"/>
                  <a:pt x="1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40" y="4"/>
                  <a:pt x="42" y="5"/>
                  <a:pt x="44" y="6"/>
                </a:cubicBezTo>
                <a:cubicBezTo>
                  <a:pt x="54" y="15"/>
                  <a:pt x="54" y="15"/>
                  <a:pt x="54" y="15"/>
                </a:cubicBezTo>
                <a:cubicBezTo>
                  <a:pt x="56" y="17"/>
                  <a:pt x="59" y="18"/>
                  <a:pt x="62" y="19"/>
                </a:cubicBezTo>
                <a:cubicBezTo>
                  <a:pt x="74" y="21"/>
                  <a:pt x="74" y="21"/>
                  <a:pt x="74" y="21"/>
                </a:cubicBezTo>
                <a:cubicBezTo>
                  <a:pt x="74" y="21"/>
                  <a:pt x="75" y="22"/>
                  <a:pt x="75" y="22"/>
                </a:cubicBezTo>
                <a:cubicBezTo>
                  <a:pt x="75" y="22"/>
                  <a:pt x="75" y="23"/>
                  <a:pt x="75" y="23"/>
                </a:cubicBezTo>
                <a:cubicBezTo>
                  <a:pt x="73" y="34"/>
                  <a:pt x="73" y="34"/>
                  <a:pt x="73" y="34"/>
                </a:cubicBezTo>
                <a:cubicBezTo>
                  <a:pt x="73" y="35"/>
                  <a:pt x="71" y="36"/>
                  <a:pt x="70" y="36"/>
                </a:cubicBezTo>
                <a:cubicBezTo>
                  <a:pt x="68" y="36"/>
                  <a:pt x="68" y="36"/>
                  <a:pt x="68" y="36"/>
                </a:cubicBezTo>
                <a:cubicBezTo>
                  <a:pt x="67" y="31"/>
                  <a:pt x="63" y="28"/>
                  <a:pt x="58" y="28"/>
                </a:cubicBezTo>
                <a:cubicBezTo>
                  <a:pt x="53" y="28"/>
                  <a:pt x="49" y="31"/>
                  <a:pt x="48" y="36"/>
                </a:cubicBezTo>
                <a:cubicBezTo>
                  <a:pt x="36" y="36"/>
                  <a:pt x="36" y="36"/>
                  <a:pt x="36" y="36"/>
                </a:cubicBezTo>
                <a:cubicBezTo>
                  <a:pt x="36" y="40"/>
                  <a:pt x="36" y="40"/>
                  <a:pt x="36" y="40"/>
                </a:cubicBezTo>
                <a:cubicBezTo>
                  <a:pt x="52" y="40"/>
                  <a:pt x="52" y="40"/>
                  <a:pt x="52" y="40"/>
                </a:cubicBezTo>
                <a:cubicBezTo>
                  <a:pt x="52" y="37"/>
                  <a:pt x="52" y="37"/>
                  <a:pt x="52" y="37"/>
                </a:cubicBezTo>
                <a:cubicBezTo>
                  <a:pt x="53" y="34"/>
                  <a:pt x="55" y="32"/>
                  <a:pt x="58" y="32"/>
                </a:cubicBezTo>
                <a:cubicBezTo>
                  <a:pt x="61" y="32"/>
                  <a:pt x="64" y="35"/>
                  <a:pt x="64" y="38"/>
                </a:cubicBezTo>
                <a:cubicBezTo>
                  <a:pt x="64" y="38"/>
                  <a:pt x="64" y="38"/>
                  <a:pt x="64" y="38"/>
                </a:cubicBezTo>
                <a:cubicBezTo>
                  <a:pt x="64" y="40"/>
                  <a:pt x="64" y="40"/>
                  <a:pt x="64" y="40"/>
                </a:cubicBezTo>
                <a:cubicBezTo>
                  <a:pt x="70" y="40"/>
                  <a:pt x="70" y="40"/>
                  <a:pt x="70" y="40"/>
                </a:cubicBezTo>
                <a:cubicBezTo>
                  <a:pt x="73" y="40"/>
                  <a:pt x="76" y="38"/>
                  <a:pt x="77" y="35"/>
                </a:cubicBezTo>
                <a:cubicBezTo>
                  <a:pt x="79" y="24"/>
                  <a:pt x="79" y="24"/>
                  <a:pt x="79" y="24"/>
                </a:cubicBezTo>
                <a:cubicBezTo>
                  <a:pt x="79" y="23"/>
                  <a:pt x="79" y="21"/>
                  <a:pt x="78" y="20"/>
                </a:cubicBez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5" name="Freeform 422">
            <a:extLst>
              <a:ext uri="{FF2B5EF4-FFF2-40B4-BE49-F238E27FC236}">
                <a16:creationId xmlns:a16="http://schemas.microsoft.com/office/drawing/2014/main" id="{8493F546-038B-0A07-2B22-93E343734D8C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0021" y="6554172"/>
            <a:ext cx="338260" cy="340402"/>
          </a:xfrm>
          <a:custGeom>
            <a:avLst/>
            <a:gdLst>
              <a:gd name="T0" fmla="*/ 54 w 64"/>
              <a:gd name="T1" fmla="*/ 64 h 64"/>
              <a:gd name="T2" fmla="*/ 44 w 64"/>
              <a:gd name="T3" fmla="*/ 59 h 64"/>
              <a:gd name="T4" fmla="*/ 44 w 64"/>
              <a:gd name="T5" fmla="*/ 58 h 64"/>
              <a:gd name="T6" fmla="*/ 44 w 64"/>
              <a:gd name="T7" fmla="*/ 42 h 64"/>
              <a:gd name="T8" fmla="*/ 44 w 64"/>
              <a:gd name="T9" fmla="*/ 41 h 64"/>
              <a:gd name="T10" fmla="*/ 54 w 64"/>
              <a:gd name="T11" fmla="*/ 36 h 64"/>
              <a:gd name="T12" fmla="*/ 60 w 64"/>
              <a:gd name="T13" fmla="*/ 38 h 64"/>
              <a:gd name="T14" fmla="*/ 60 w 64"/>
              <a:gd name="T15" fmla="*/ 22 h 64"/>
              <a:gd name="T16" fmla="*/ 32 w 64"/>
              <a:gd name="T17" fmla="*/ 4 h 64"/>
              <a:gd name="T18" fmla="*/ 32 w 64"/>
              <a:gd name="T19" fmla="*/ 4 h 64"/>
              <a:gd name="T20" fmla="*/ 4 w 64"/>
              <a:gd name="T21" fmla="*/ 22 h 64"/>
              <a:gd name="T22" fmla="*/ 4 w 64"/>
              <a:gd name="T23" fmla="*/ 38 h 64"/>
              <a:gd name="T24" fmla="*/ 10 w 64"/>
              <a:gd name="T25" fmla="*/ 36 h 64"/>
              <a:gd name="T26" fmla="*/ 20 w 64"/>
              <a:gd name="T27" fmla="*/ 41 h 64"/>
              <a:gd name="T28" fmla="*/ 20 w 64"/>
              <a:gd name="T29" fmla="*/ 42 h 64"/>
              <a:gd name="T30" fmla="*/ 20 w 64"/>
              <a:gd name="T31" fmla="*/ 58 h 64"/>
              <a:gd name="T32" fmla="*/ 20 w 64"/>
              <a:gd name="T33" fmla="*/ 59 h 64"/>
              <a:gd name="T34" fmla="*/ 10 w 64"/>
              <a:gd name="T35" fmla="*/ 64 h 64"/>
              <a:gd name="T36" fmla="*/ 0 w 64"/>
              <a:gd name="T37" fmla="*/ 59 h 64"/>
              <a:gd name="T38" fmla="*/ 0 w 64"/>
              <a:gd name="T39" fmla="*/ 58 h 64"/>
              <a:gd name="T40" fmla="*/ 0 w 64"/>
              <a:gd name="T41" fmla="*/ 42 h 64"/>
              <a:gd name="T42" fmla="*/ 0 w 64"/>
              <a:gd name="T43" fmla="*/ 42 h 64"/>
              <a:gd name="T44" fmla="*/ 0 w 64"/>
              <a:gd name="T45" fmla="*/ 22 h 64"/>
              <a:gd name="T46" fmla="*/ 32 w 64"/>
              <a:gd name="T47" fmla="*/ 0 h 64"/>
              <a:gd name="T48" fmla="*/ 32 w 64"/>
              <a:gd name="T49" fmla="*/ 0 h 64"/>
              <a:gd name="T50" fmla="*/ 64 w 64"/>
              <a:gd name="T51" fmla="*/ 22 h 64"/>
              <a:gd name="T52" fmla="*/ 64 w 64"/>
              <a:gd name="T53" fmla="*/ 42 h 64"/>
              <a:gd name="T54" fmla="*/ 64 w 64"/>
              <a:gd name="T55" fmla="*/ 42 h 64"/>
              <a:gd name="T56" fmla="*/ 64 w 64"/>
              <a:gd name="T57" fmla="*/ 58 h 64"/>
              <a:gd name="T58" fmla="*/ 64 w 64"/>
              <a:gd name="T59" fmla="*/ 59 h 64"/>
              <a:gd name="T60" fmla="*/ 54 w 64"/>
              <a:gd name="T61" fmla="*/ 64 h 64"/>
              <a:gd name="T62" fmla="*/ 48 w 64"/>
              <a:gd name="T63" fmla="*/ 57 h 64"/>
              <a:gd name="T64" fmla="*/ 54 w 64"/>
              <a:gd name="T65" fmla="*/ 60 h 64"/>
              <a:gd name="T66" fmla="*/ 60 w 64"/>
              <a:gd name="T67" fmla="*/ 57 h 64"/>
              <a:gd name="T68" fmla="*/ 60 w 64"/>
              <a:gd name="T69" fmla="*/ 43 h 64"/>
              <a:gd name="T70" fmla="*/ 54 w 64"/>
              <a:gd name="T71" fmla="*/ 40 h 64"/>
              <a:gd name="T72" fmla="*/ 48 w 64"/>
              <a:gd name="T73" fmla="*/ 43 h 64"/>
              <a:gd name="T74" fmla="*/ 48 w 64"/>
              <a:gd name="T75" fmla="*/ 57 h 64"/>
              <a:gd name="T76" fmla="*/ 4 w 64"/>
              <a:gd name="T77" fmla="*/ 57 h 64"/>
              <a:gd name="T78" fmla="*/ 10 w 64"/>
              <a:gd name="T79" fmla="*/ 60 h 64"/>
              <a:gd name="T80" fmla="*/ 16 w 64"/>
              <a:gd name="T81" fmla="*/ 57 h 64"/>
              <a:gd name="T82" fmla="*/ 16 w 64"/>
              <a:gd name="T83" fmla="*/ 43 h 64"/>
              <a:gd name="T84" fmla="*/ 10 w 64"/>
              <a:gd name="T85" fmla="*/ 40 h 64"/>
              <a:gd name="T86" fmla="*/ 4 w 64"/>
              <a:gd name="T87" fmla="*/ 43 h 64"/>
              <a:gd name="T88" fmla="*/ 4 w 64"/>
              <a:gd name="T89" fmla="*/ 57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64" h="64">
                <a:moveTo>
                  <a:pt x="54" y="64"/>
                </a:moveTo>
                <a:cubicBezTo>
                  <a:pt x="53" y="64"/>
                  <a:pt x="48" y="64"/>
                  <a:pt x="44" y="59"/>
                </a:cubicBezTo>
                <a:cubicBezTo>
                  <a:pt x="44" y="59"/>
                  <a:pt x="44" y="58"/>
                  <a:pt x="44" y="58"/>
                </a:cubicBezTo>
                <a:cubicBezTo>
                  <a:pt x="44" y="42"/>
                  <a:pt x="44" y="42"/>
                  <a:pt x="44" y="42"/>
                </a:cubicBezTo>
                <a:cubicBezTo>
                  <a:pt x="44" y="42"/>
                  <a:pt x="44" y="41"/>
                  <a:pt x="44" y="41"/>
                </a:cubicBezTo>
                <a:cubicBezTo>
                  <a:pt x="45" y="40"/>
                  <a:pt x="48" y="36"/>
                  <a:pt x="54" y="36"/>
                </a:cubicBezTo>
                <a:cubicBezTo>
                  <a:pt x="55" y="36"/>
                  <a:pt x="57" y="36"/>
                  <a:pt x="60" y="38"/>
                </a:cubicBezTo>
                <a:cubicBezTo>
                  <a:pt x="60" y="22"/>
                  <a:pt x="60" y="22"/>
                  <a:pt x="60" y="22"/>
                </a:cubicBezTo>
                <a:cubicBezTo>
                  <a:pt x="60" y="20"/>
                  <a:pt x="55" y="4"/>
                  <a:pt x="32" y="4"/>
                </a:cubicBezTo>
                <a:cubicBezTo>
                  <a:pt x="32" y="4"/>
                  <a:pt x="32" y="4"/>
                  <a:pt x="32" y="4"/>
                </a:cubicBezTo>
                <a:cubicBezTo>
                  <a:pt x="8" y="4"/>
                  <a:pt x="4" y="22"/>
                  <a:pt x="4" y="22"/>
                </a:cubicBezTo>
                <a:cubicBezTo>
                  <a:pt x="4" y="38"/>
                  <a:pt x="4" y="38"/>
                  <a:pt x="4" y="38"/>
                </a:cubicBezTo>
                <a:cubicBezTo>
                  <a:pt x="6" y="37"/>
                  <a:pt x="8" y="36"/>
                  <a:pt x="10" y="36"/>
                </a:cubicBezTo>
                <a:cubicBezTo>
                  <a:pt x="11" y="36"/>
                  <a:pt x="16" y="36"/>
                  <a:pt x="20" y="41"/>
                </a:cubicBezTo>
                <a:cubicBezTo>
                  <a:pt x="20" y="41"/>
                  <a:pt x="20" y="42"/>
                  <a:pt x="20" y="42"/>
                </a:cubicBezTo>
                <a:cubicBezTo>
                  <a:pt x="20" y="58"/>
                  <a:pt x="20" y="58"/>
                  <a:pt x="20" y="58"/>
                </a:cubicBezTo>
                <a:cubicBezTo>
                  <a:pt x="20" y="58"/>
                  <a:pt x="20" y="59"/>
                  <a:pt x="20" y="59"/>
                </a:cubicBezTo>
                <a:cubicBezTo>
                  <a:pt x="19" y="60"/>
                  <a:pt x="16" y="64"/>
                  <a:pt x="10" y="64"/>
                </a:cubicBezTo>
                <a:cubicBezTo>
                  <a:pt x="9" y="64"/>
                  <a:pt x="4" y="64"/>
                  <a:pt x="0" y="59"/>
                </a:cubicBezTo>
                <a:cubicBezTo>
                  <a:pt x="0" y="59"/>
                  <a:pt x="0" y="58"/>
                  <a:pt x="0" y="58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21"/>
                  <a:pt x="5" y="0"/>
                  <a:pt x="32" y="0"/>
                </a:cubicBezTo>
                <a:cubicBezTo>
                  <a:pt x="32" y="0"/>
                  <a:pt x="32" y="0"/>
                  <a:pt x="32" y="0"/>
                </a:cubicBezTo>
                <a:cubicBezTo>
                  <a:pt x="59" y="0"/>
                  <a:pt x="64" y="21"/>
                  <a:pt x="64" y="2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58"/>
                  <a:pt x="64" y="58"/>
                  <a:pt x="64" y="58"/>
                </a:cubicBezTo>
                <a:cubicBezTo>
                  <a:pt x="64" y="58"/>
                  <a:pt x="64" y="59"/>
                  <a:pt x="64" y="59"/>
                </a:cubicBezTo>
                <a:cubicBezTo>
                  <a:pt x="63" y="60"/>
                  <a:pt x="60" y="64"/>
                  <a:pt x="54" y="64"/>
                </a:cubicBezTo>
                <a:close/>
                <a:moveTo>
                  <a:pt x="48" y="57"/>
                </a:moveTo>
                <a:cubicBezTo>
                  <a:pt x="50" y="60"/>
                  <a:pt x="54" y="60"/>
                  <a:pt x="54" y="60"/>
                </a:cubicBezTo>
                <a:cubicBezTo>
                  <a:pt x="57" y="60"/>
                  <a:pt x="59" y="58"/>
                  <a:pt x="60" y="57"/>
                </a:cubicBezTo>
                <a:cubicBezTo>
                  <a:pt x="60" y="43"/>
                  <a:pt x="60" y="43"/>
                  <a:pt x="60" y="43"/>
                </a:cubicBezTo>
                <a:cubicBezTo>
                  <a:pt x="58" y="40"/>
                  <a:pt x="54" y="40"/>
                  <a:pt x="54" y="40"/>
                </a:cubicBezTo>
                <a:cubicBezTo>
                  <a:pt x="51" y="40"/>
                  <a:pt x="49" y="42"/>
                  <a:pt x="48" y="43"/>
                </a:cubicBezTo>
                <a:lnTo>
                  <a:pt x="48" y="57"/>
                </a:lnTo>
                <a:close/>
                <a:moveTo>
                  <a:pt x="4" y="57"/>
                </a:moveTo>
                <a:cubicBezTo>
                  <a:pt x="6" y="60"/>
                  <a:pt x="10" y="60"/>
                  <a:pt x="10" y="60"/>
                </a:cubicBezTo>
                <a:cubicBezTo>
                  <a:pt x="13" y="60"/>
                  <a:pt x="15" y="58"/>
                  <a:pt x="16" y="57"/>
                </a:cubicBezTo>
                <a:cubicBezTo>
                  <a:pt x="16" y="43"/>
                  <a:pt x="16" y="43"/>
                  <a:pt x="16" y="43"/>
                </a:cubicBezTo>
                <a:cubicBezTo>
                  <a:pt x="14" y="40"/>
                  <a:pt x="10" y="40"/>
                  <a:pt x="10" y="40"/>
                </a:cubicBezTo>
                <a:cubicBezTo>
                  <a:pt x="7" y="40"/>
                  <a:pt x="5" y="42"/>
                  <a:pt x="4" y="43"/>
                </a:cubicBezTo>
                <a:lnTo>
                  <a:pt x="4" y="57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83527D5D-5C00-4FBA-7B6B-F39C06424AEB}"/>
              </a:ext>
            </a:extLst>
          </p:cNvPr>
          <p:cNvGrpSpPr>
            <a:grpSpLocks noChangeAspect="1"/>
          </p:cNvGrpSpPr>
          <p:nvPr/>
        </p:nvGrpSpPr>
        <p:grpSpPr>
          <a:xfrm>
            <a:off x="823833" y="5101121"/>
            <a:ext cx="348546" cy="370604"/>
            <a:chOff x="11466513" y="1004888"/>
            <a:chExt cx="250825" cy="266699"/>
          </a:xfrm>
          <a:solidFill>
            <a:srgbClr val="00806E"/>
          </a:solidFill>
        </p:grpSpPr>
        <p:sp>
          <p:nvSpPr>
            <p:cNvPr id="48" name="Freeform 109">
              <a:extLst>
                <a:ext uri="{FF2B5EF4-FFF2-40B4-BE49-F238E27FC236}">
                  <a16:creationId xmlns:a16="http://schemas.microsoft.com/office/drawing/2014/main" id="{FE7D44D7-BB59-597C-9672-0BB240F48E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6513" y="1004888"/>
              <a:ext cx="250825" cy="266699"/>
            </a:xfrm>
            <a:custGeom>
              <a:avLst/>
              <a:gdLst>
                <a:gd name="T0" fmla="*/ 62 w 64"/>
                <a:gd name="T1" fmla="*/ 4 h 68"/>
                <a:gd name="T2" fmla="*/ 44 w 64"/>
                <a:gd name="T3" fmla="*/ 4 h 68"/>
                <a:gd name="T4" fmla="*/ 44 w 64"/>
                <a:gd name="T5" fmla="*/ 0 h 68"/>
                <a:gd name="T6" fmla="*/ 40 w 64"/>
                <a:gd name="T7" fmla="*/ 0 h 68"/>
                <a:gd name="T8" fmla="*/ 40 w 64"/>
                <a:gd name="T9" fmla="*/ 16 h 68"/>
                <a:gd name="T10" fmla="*/ 44 w 64"/>
                <a:gd name="T11" fmla="*/ 16 h 68"/>
                <a:gd name="T12" fmla="*/ 44 w 64"/>
                <a:gd name="T13" fmla="*/ 8 h 68"/>
                <a:gd name="T14" fmla="*/ 60 w 64"/>
                <a:gd name="T15" fmla="*/ 8 h 68"/>
                <a:gd name="T16" fmla="*/ 60 w 64"/>
                <a:gd name="T17" fmla="*/ 64 h 68"/>
                <a:gd name="T18" fmla="*/ 4 w 64"/>
                <a:gd name="T19" fmla="*/ 64 h 68"/>
                <a:gd name="T20" fmla="*/ 4 w 64"/>
                <a:gd name="T21" fmla="*/ 8 h 68"/>
                <a:gd name="T22" fmla="*/ 12 w 64"/>
                <a:gd name="T23" fmla="*/ 8 h 68"/>
                <a:gd name="T24" fmla="*/ 12 w 64"/>
                <a:gd name="T25" fmla="*/ 4 h 68"/>
                <a:gd name="T26" fmla="*/ 2 w 64"/>
                <a:gd name="T27" fmla="*/ 4 h 68"/>
                <a:gd name="T28" fmla="*/ 0 w 64"/>
                <a:gd name="T29" fmla="*/ 6 h 68"/>
                <a:gd name="T30" fmla="*/ 0 w 64"/>
                <a:gd name="T31" fmla="*/ 66 h 68"/>
                <a:gd name="T32" fmla="*/ 2 w 64"/>
                <a:gd name="T33" fmla="*/ 68 h 68"/>
                <a:gd name="T34" fmla="*/ 62 w 64"/>
                <a:gd name="T35" fmla="*/ 68 h 68"/>
                <a:gd name="T36" fmla="*/ 64 w 64"/>
                <a:gd name="T37" fmla="*/ 66 h 68"/>
                <a:gd name="T38" fmla="*/ 64 w 64"/>
                <a:gd name="T39" fmla="*/ 6 h 68"/>
                <a:gd name="T40" fmla="*/ 62 w 64"/>
                <a:gd name="T41" fmla="*/ 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" h="68">
                  <a:moveTo>
                    <a:pt x="62" y="4"/>
                  </a:moveTo>
                  <a:cubicBezTo>
                    <a:pt x="44" y="4"/>
                    <a:pt x="44" y="4"/>
                    <a:pt x="4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64"/>
                    <a:pt x="60" y="64"/>
                    <a:pt x="60" y="64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5"/>
                    <a:pt x="0" y="6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0" y="67"/>
                    <a:pt x="1" y="68"/>
                    <a:pt x="2" y="68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63" y="68"/>
                    <a:pt x="64" y="67"/>
                    <a:pt x="64" y="6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5"/>
                    <a:pt x="63" y="4"/>
                    <a:pt x="6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49" name="Freeform 110">
              <a:extLst>
                <a:ext uri="{FF2B5EF4-FFF2-40B4-BE49-F238E27FC236}">
                  <a16:creationId xmlns:a16="http://schemas.microsoft.com/office/drawing/2014/main" id="{E95DDD98-DD1F-CB5D-39F2-F323DBA4BE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44300" y="1004888"/>
              <a:ext cx="47625" cy="61912"/>
            </a:xfrm>
            <a:custGeom>
              <a:avLst/>
              <a:gdLst>
                <a:gd name="T0" fmla="*/ 30 w 30"/>
                <a:gd name="T1" fmla="*/ 9 h 39"/>
                <a:gd name="T2" fmla="*/ 10 w 30"/>
                <a:gd name="T3" fmla="*/ 9 h 39"/>
                <a:gd name="T4" fmla="*/ 10 w 30"/>
                <a:gd name="T5" fmla="*/ 0 h 39"/>
                <a:gd name="T6" fmla="*/ 0 w 30"/>
                <a:gd name="T7" fmla="*/ 0 h 39"/>
                <a:gd name="T8" fmla="*/ 0 w 30"/>
                <a:gd name="T9" fmla="*/ 39 h 39"/>
                <a:gd name="T10" fmla="*/ 10 w 30"/>
                <a:gd name="T11" fmla="*/ 39 h 39"/>
                <a:gd name="T12" fmla="*/ 10 w 30"/>
                <a:gd name="T13" fmla="*/ 19 h 39"/>
                <a:gd name="T14" fmla="*/ 30 w 30"/>
                <a:gd name="T15" fmla="*/ 19 h 39"/>
                <a:gd name="T16" fmla="*/ 30 w 30"/>
                <a:gd name="T17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9">
                  <a:moveTo>
                    <a:pt x="30" y="9"/>
                  </a:move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39"/>
                  </a:lnTo>
                  <a:lnTo>
                    <a:pt x="10" y="39"/>
                  </a:lnTo>
                  <a:lnTo>
                    <a:pt x="10" y="19"/>
                  </a:lnTo>
                  <a:lnTo>
                    <a:pt x="30" y="19"/>
                  </a:lnTo>
                  <a:lnTo>
                    <a:pt x="3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0" name="Freeform 111">
              <a:extLst>
                <a:ext uri="{FF2B5EF4-FFF2-40B4-BE49-F238E27FC236}">
                  <a16:creationId xmlns:a16="http://schemas.microsoft.com/office/drawing/2014/main" id="{4B65B90B-49FA-42CE-266F-7DA34D3E10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4613" y="1093788"/>
              <a:ext cx="76200" cy="130175"/>
            </a:xfrm>
            <a:custGeom>
              <a:avLst/>
              <a:gdLst>
                <a:gd name="T0" fmla="*/ 7 w 19"/>
                <a:gd name="T1" fmla="*/ 30 h 33"/>
                <a:gd name="T2" fmla="*/ 0 w 19"/>
                <a:gd name="T3" fmla="*/ 29 h 33"/>
                <a:gd name="T4" fmla="*/ 0 w 19"/>
                <a:gd name="T5" fmla="*/ 33 h 33"/>
                <a:gd name="T6" fmla="*/ 3 w 19"/>
                <a:gd name="T7" fmla="*/ 33 h 33"/>
                <a:gd name="T8" fmla="*/ 7 w 19"/>
                <a:gd name="T9" fmla="*/ 33 h 33"/>
                <a:gd name="T10" fmla="*/ 12 w 19"/>
                <a:gd name="T11" fmla="*/ 33 h 33"/>
                <a:gd name="T12" fmla="*/ 16 w 19"/>
                <a:gd name="T13" fmla="*/ 31 h 33"/>
                <a:gd name="T14" fmla="*/ 18 w 19"/>
                <a:gd name="T15" fmla="*/ 27 h 33"/>
                <a:gd name="T16" fmla="*/ 19 w 19"/>
                <a:gd name="T17" fmla="*/ 23 h 33"/>
                <a:gd name="T18" fmla="*/ 19 w 19"/>
                <a:gd name="T19" fmla="*/ 20 h 33"/>
                <a:gd name="T20" fmla="*/ 17 w 19"/>
                <a:gd name="T21" fmla="*/ 18 h 33"/>
                <a:gd name="T22" fmla="*/ 15 w 19"/>
                <a:gd name="T23" fmla="*/ 16 h 33"/>
                <a:gd name="T24" fmla="*/ 12 w 19"/>
                <a:gd name="T25" fmla="*/ 15 h 33"/>
                <a:gd name="T26" fmla="*/ 12 w 19"/>
                <a:gd name="T27" fmla="*/ 15 h 33"/>
                <a:gd name="T28" fmla="*/ 17 w 19"/>
                <a:gd name="T29" fmla="*/ 13 h 33"/>
                <a:gd name="T30" fmla="*/ 18 w 19"/>
                <a:gd name="T31" fmla="*/ 8 h 33"/>
                <a:gd name="T32" fmla="*/ 16 w 19"/>
                <a:gd name="T33" fmla="*/ 2 h 33"/>
                <a:gd name="T34" fmla="*/ 9 w 19"/>
                <a:gd name="T35" fmla="*/ 0 h 33"/>
                <a:gd name="T36" fmla="*/ 5 w 19"/>
                <a:gd name="T37" fmla="*/ 1 h 33"/>
                <a:gd name="T38" fmla="*/ 1 w 19"/>
                <a:gd name="T39" fmla="*/ 2 h 33"/>
                <a:gd name="T40" fmla="*/ 1 w 19"/>
                <a:gd name="T41" fmla="*/ 6 h 33"/>
                <a:gd name="T42" fmla="*/ 4 w 19"/>
                <a:gd name="T43" fmla="*/ 4 h 33"/>
                <a:gd name="T44" fmla="*/ 8 w 19"/>
                <a:gd name="T45" fmla="*/ 4 h 33"/>
                <a:gd name="T46" fmla="*/ 12 w 19"/>
                <a:gd name="T47" fmla="*/ 5 h 33"/>
                <a:gd name="T48" fmla="*/ 14 w 19"/>
                <a:gd name="T49" fmla="*/ 8 h 33"/>
                <a:gd name="T50" fmla="*/ 11 w 19"/>
                <a:gd name="T51" fmla="*/ 13 h 33"/>
                <a:gd name="T52" fmla="*/ 3 w 19"/>
                <a:gd name="T53" fmla="*/ 14 h 33"/>
                <a:gd name="T54" fmla="*/ 2 w 19"/>
                <a:gd name="T55" fmla="*/ 14 h 33"/>
                <a:gd name="T56" fmla="*/ 2 w 19"/>
                <a:gd name="T57" fmla="*/ 18 h 33"/>
                <a:gd name="T58" fmla="*/ 4 w 19"/>
                <a:gd name="T59" fmla="*/ 18 h 33"/>
                <a:gd name="T60" fmla="*/ 7 w 19"/>
                <a:gd name="T61" fmla="*/ 18 h 33"/>
                <a:gd name="T62" fmla="*/ 12 w 19"/>
                <a:gd name="T63" fmla="*/ 19 h 33"/>
                <a:gd name="T64" fmla="*/ 14 w 19"/>
                <a:gd name="T65" fmla="*/ 24 h 33"/>
                <a:gd name="T66" fmla="*/ 13 w 19"/>
                <a:gd name="T67" fmla="*/ 28 h 33"/>
                <a:gd name="T68" fmla="*/ 7 w 19"/>
                <a:gd name="T69" fmla="*/ 3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" h="33">
                  <a:moveTo>
                    <a:pt x="7" y="30"/>
                  </a:moveTo>
                  <a:cubicBezTo>
                    <a:pt x="5" y="30"/>
                    <a:pt x="3" y="29"/>
                    <a:pt x="0" y="2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1" y="33"/>
                    <a:pt x="2" y="33"/>
                    <a:pt x="3" y="33"/>
                  </a:cubicBezTo>
                  <a:cubicBezTo>
                    <a:pt x="4" y="33"/>
                    <a:pt x="5" y="33"/>
                    <a:pt x="7" y="33"/>
                  </a:cubicBezTo>
                  <a:cubicBezTo>
                    <a:pt x="9" y="33"/>
                    <a:pt x="10" y="33"/>
                    <a:pt x="12" y="33"/>
                  </a:cubicBezTo>
                  <a:cubicBezTo>
                    <a:pt x="13" y="32"/>
                    <a:pt x="15" y="31"/>
                    <a:pt x="16" y="31"/>
                  </a:cubicBezTo>
                  <a:cubicBezTo>
                    <a:pt x="17" y="30"/>
                    <a:pt x="18" y="29"/>
                    <a:pt x="18" y="27"/>
                  </a:cubicBezTo>
                  <a:cubicBezTo>
                    <a:pt x="19" y="26"/>
                    <a:pt x="19" y="25"/>
                    <a:pt x="19" y="23"/>
                  </a:cubicBezTo>
                  <a:cubicBezTo>
                    <a:pt x="19" y="22"/>
                    <a:pt x="19" y="21"/>
                    <a:pt x="19" y="20"/>
                  </a:cubicBezTo>
                  <a:cubicBezTo>
                    <a:pt x="18" y="19"/>
                    <a:pt x="18" y="19"/>
                    <a:pt x="17" y="18"/>
                  </a:cubicBezTo>
                  <a:cubicBezTo>
                    <a:pt x="17" y="17"/>
                    <a:pt x="16" y="17"/>
                    <a:pt x="15" y="16"/>
                  </a:cubicBezTo>
                  <a:cubicBezTo>
                    <a:pt x="14" y="16"/>
                    <a:pt x="13" y="16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4" y="15"/>
                    <a:pt x="16" y="14"/>
                    <a:pt x="17" y="13"/>
                  </a:cubicBezTo>
                  <a:cubicBezTo>
                    <a:pt x="18" y="11"/>
                    <a:pt x="18" y="10"/>
                    <a:pt x="18" y="8"/>
                  </a:cubicBezTo>
                  <a:cubicBezTo>
                    <a:pt x="18" y="5"/>
                    <a:pt x="18" y="4"/>
                    <a:pt x="16" y="2"/>
                  </a:cubicBezTo>
                  <a:cubicBezTo>
                    <a:pt x="14" y="1"/>
                    <a:pt x="12" y="0"/>
                    <a:pt x="9" y="0"/>
                  </a:cubicBezTo>
                  <a:cubicBezTo>
                    <a:pt x="7" y="0"/>
                    <a:pt x="6" y="0"/>
                    <a:pt x="5" y="1"/>
                  </a:cubicBezTo>
                  <a:cubicBezTo>
                    <a:pt x="3" y="1"/>
                    <a:pt x="2" y="1"/>
                    <a:pt x="1" y="2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3" y="5"/>
                    <a:pt x="4" y="4"/>
                  </a:cubicBezTo>
                  <a:cubicBezTo>
                    <a:pt x="6" y="4"/>
                    <a:pt x="7" y="4"/>
                    <a:pt x="8" y="4"/>
                  </a:cubicBezTo>
                  <a:cubicBezTo>
                    <a:pt x="10" y="4"/>
                    <a:pt x="11" y="4"/>
                    <a:pt x="12" y="5"/>
                  </a:cubicBezTo>
                  <a:cubicBezTo>
                    <a:pt x="13" y="6"/>
                    <a:pt x="14" y="7"/>
                    <a:pt x="14" y="8"/>
                  </a:cubicBezTo>
                  <a:cubicBezTo>
                    <a:pt x="14" y="10"/>
                    <a:pt x="13" y="12"/>
                    <a:pt x="11" y="13"/>
                  </a:cubicBezTo>
                  <a:cubicBezTo>
                    <a:pt x="9" y="14"/>
                    <a:pt x="7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3" y="18"/>
                    <a:pt x="3" y="18"/>
                    <a:pt x="4" y="18"/>
                  </a:cubicBezTo>
                  <a:cubicBezTo>
                    <a:pt x="5" y="18"/>
                    <a:pt x="6" y="18"/>
                    <a:pt x="7" y="18"/>
                  </a:cubicBezTo>
                  <a:cubicBezTo>
                    <a:pt x="9" y="18"/>
                    <a:pt x="11" y="18"/>
                    <a:pt x="12" y="19"/>
                  </a:cubicBezTo>
                  <a:cubicBezTo>
                    <a:pt x="14" y="20"/>
                    <a:pt x="14" y="22"/>
                    <a:pt x="14" y="24"/>
                  </a:cubicBezTo>
                  <a:cubicBezTo>
                    <a:pt x="14" y="26"/>
                    <a:pt x="14" y="27"/>
                    <a:pt x="13" y="28"/>
                  </a:cubicBezTo>
                  <a:cubicBezTo>
                    <a:pt x="11" y="29"/>
                    <a:pt x="9" y="30"/>
                    <a:pt x="7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1" name="Freeform 112">
              <a:extLst>
                <a:ext uri="{FF2B5EF4-FFF2-40B4-BE49-F238E27FC236}">
                  <a16:creationId xmlns:a16="http://schemas.microsoft.com/office/drawing/2014/main" id="{0A027E3C-91FF-C67C-DEA7-D3AD3A9C3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99863" y="1098550"/>
              <a:ext cx="82550" cy="125412"/>
            </a:xfrm>
            <a:custGeom>
              <a:avLst/>
              <a:gdLst>
                <a:gd name="T0" fmla="*/ 25 w 52"/>
                <a:gd name="T1" fmla="*/ 0 h 79"/>
                <a:gd name="T2" fmla="*/ 2 w 52"/>
                <a:gd name="T3" fmla="*/ 7 h 79"/>
                <a:gd name="T4" fmla="*/ 2 w 52"/>
                <a:gd name="T5" fmla="*/ 17 h 79"/>
                <a:gd name="T6" fmla="*/ 22 w 52"/>
                <a:gd name="T7" fmla="*/ 10 h 79"/>
                <a:gd name="T8" fmla="*/ 22 w 52"/>
                <a:gd name="T9" fmla="*/ 69 h 79"/>
                <a:gd name="T10" fmla="*/ 0 w 52"/>
                <a:gd name="T11" fmla="*/ 69 h 79"/>
                <a:gd name="T12" fmla="*/ 0 w 52"/>
                <a:gd name="T13" fmla="*/ 79 h 79"/>
                <a:gd name="T14" fmla="*/ 52 w 52"/>
                <a:gd name="T15" fmla="*/ 79 h 79"/>
                <a:gd name="T16" fmla="*/ 52 w 52"/>
                <a:gd name="T17" fmla="*/ 69 h 79"/>
                <a:gd name="T18" fmla="*/ 32 w 52"/>
                <a:gd name="T19" fmla="*/ 69 h 79"/>
                <a:gd name="T20" fmla="*/ 32 w 52"/>
                <a:gd name="T21" fmla="*/ 0 h 79"/>
                <a:gd name="T22" fmla="*/ 25 w 52"/>
                <a:gd name="T23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" h="79">
                  <a:moveTo>
                    <a:pt x="25" y="0"/>
                  </a:moveTo>
                  <a:lnTo>
                    <a:pt x="2" y="7"/>
                  </a:lnTo>
                  <a:lnTo>
                    <a:pt x="2" y="17"/>
                  </a:lnTo>
                  <a:lnTo>
                    <a:pt x="22" y="10"/>
                  </a:lnTo>
                  <a:lnTo>
                    <a:pt x="22" y="69"/>
                  </a:lnTo>
                  <a:lnTo>
                    <a:pt x="0" y="69"/>
                  </a:lnTo>
                  <a:lnTo>
                    <a:pt x="0" y="79"/>
                  </a:lnTo>
                  <a:lnTo>
                    <a:pt x="52" y="79"/>
                  </a:lnTo>
                  <a:lnTo>
                    <a:pt x="52" y="69"/>
                  </a:lnTo>
                  <a:lnTo>
                    <a:pt x="32" y="69"/>
                  </a:lnTo>
                  <a:lnTo>
                    <a:pt x="32" y="0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</p:grpSp>
      <p:sp>
        <p:nvSpPr>
          <p:cNvPr id="53" name="Textfeld 52">
            <a:extLst>
              <a:ext uri="{FF2B5EF4-FFF2-40B4-BE49-F238E27FC236}">
                <a16:creationId xmlns:a16="http://schemas.microsoft.com/office/drawing/2014/main" id="{CE46D20E-DBC9-9472-32BE-43FEF913B516}"/>
              </a:ext>
            </a:extLst>
          </p:cNvPr>
          <p:cNvSpPr txBox="1"/>
          <p:nvPr/>
        </p:nvSpPr>
        <p:spPr>
          <a:xfrm>
            <a:off x="7675568" y="5059808"/>
            <a:ext cx="7118670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Lieblingsessen</a:t>
            </a:r>
            <a:r>
              <a:rPr lang="de-DE" sz="2400">
                <a:latin typeface="The Group TEXT"/>
                <a:cs typeface="Dubai Medium"/>
              </a:rPr>
              <a:t>: Pizza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Lieblingsfilm/-serie</a:t>
            </a:r>
            <a:r>
              <a:rPr lang="de-DE" sz="2400">
                <a:latin typeface="The Group TEXT"/>
                <a:cs typeface="Dubai Medium"/>
              </a:rPr>
              <a:t>: Snowfall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Hobbies</a:t>
            </a:r>
            <a:r>
              <a:rPr lang="de-DE" sz="2400">
                <a:latin typeface="The Group TEXT"/>
                <a:cs typeface="Dubai Medium"/>
              </a:rPr>
              <a:t>: Fußball, Musik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Lieblingssport</a:t>
            </a:r>
            <a:r>
              <a:rPr lang="de-DE" sz="2400">
                <a:latin typeface="The Group TEXT"/>
                <a:cs typeface="Dubai Medium"/>
              </a:rPr>
              <a:t>: Fußball</a:t>
            </a:r>
          </a:p>
        </p:txBody>
      </p:sp>
      <p:grpSp>
        <p:nvGrpSpPr>
          <p:cNvPr id="54" name="Google Shape;9271;p60">
            <a:extLst>
              <a:ext uri="{FF2B5EF4-FFF2-40B4-BE49-F238E27FC236}">
                <a16:creationId xmlns:a16="http://schemas.microsoft.com/office/drawing/2014/main" id="{C09971C0-1FB2-9AEC-6DBD-1F26286F6085}"/>
              </a:ext>
            </a:extLst>
          </p:cNvPr>
          <p:cNvGrpSpPr/>
          <p:nvPr/>
        </p:nvGrpSpPr>
        <p:grpSpPr>
          <a:xfrm>
            <a:off x="7241658" y="5057580"/>
            <a:ext cx="410335" cy="355243"/>
            <a:chOff x="3564243" y="2289904"/>
            <a:chExt cx="422342" cy="355243"/>
          </a:xfrm>
          <a:solidFill>
            <a:srgbClr val="00806E"/>
          </a:solidFill>
        </p:grpSpPr>
        <p:sp>
          <p:nvSpPr>
            <p:cNvPr id="1047" name="Google Shape;9272;p60">
              <a:extLst>
                <a:ext uri="{FF2B5EF4-FFF2-40B4-BE49-F238E27FC236}">
                  <a16:creationId xmlns:a16="http://schemas.microsoft.com/office/drawing/2014/main" id="{32ACC58C-9BF7-5E6B-66BD-D8EAEF1A92D2}"/>
                </a:ext>
              </a:extLst>
            </p:cNvPr>
            <p:cNvSpPr/>
            <p:nvPr/>
          </p:nvSpPr>
          <p:spPr>
            <a:xfrm>
              <a:off x="3564243" y="2291587"/>
              <a:ext cx="66177" cy="351655"/>
            </a:xfrm>
            <a:custGeom>
              <a:avLst/>
              <a:gdLst/>
              <a:ahLst/>
              <a:cxnLst/>
              <a:rect l="l" t="t" r="r" b="b"/>
              <a:pathLst>
                <a:path w="2084" h="11074" extrusionOk="0">
                  <a:moveTo>
                    <a:pt x="1703" y="1918"/>
                  </a:moveTo>
                  <a:lnTo>
                    <a:pt x="1703" y="2727"/>
                  </a:lnTo>
                  <a:cubicBezTo>
                    <a:pt x="1703" y="2823"/>
                    <a:pt x="1667" y="2930"/>
                    <a:pt x="1608" y="2966"/>
                  </a:cubicBezTo>
                  <a:cubicBezTo>
                    <a:pt x="1453" y="3085"/>
                    <a:pt x="1298" y="3287"/>
                    <a:pt x="1239" y="3501"/>
                  </a:cubicBezTo>
                  <a:lnTo>
                    <a:pt x="834" y="3501"/>
                  </a:lnTo>
                  <a:cubicBezTo>
                    <a:pt x="798" y="3299"/>
                    <a:pt x="667" y="3085"/>
                    <a:pt x="524" y="2989"/>
                  </a:cubicBezTo>
                  <a:cubicBezTo>
                    <a:pt x="453" y="2942"/>
                    <a:pt x="393" y="2823"/>
                    <a:pt x="393" y="2727"/>
                  </a:cubicBezTo>
                  <a:lnTo>
                    <a:pt x="393" y="1918"/>
                  </a:lnTo>
                  <a:close/>
                  <a:moveTo>
                    <a:pt x="1227" y="3882"/>
                  </a:moveTo>
                  <a:lnTo>
                    <a:pt x="1227" y="5144"/>
                  </a:lnTo>
                  <a:cubicBezTo>
                    <a:pt x="1227" y="6359"/>
                    <a:pt x="1239" y="7549"/>
                    <a:pt x="1369" y="8752"/>
                  </a:cubicBezTo>
                  <a:cubicBezTo>
                    <a:pt x="1453" y="9478"/>
                    <a:pt x="1489" y="10085"/>
                    <a:pt x="1489" y="10205"/>
                  </a:cubicBezTo>
                  <a:cubicBezTo>
                    <a:pt x="1477" y="10478"/>
                    <a:pt x="1298" y="10681"/>
                    <a:pt x="1048" y="10681"/>
                  </a:cubicBezTo>
                  <a:cubicBezTo>
                    <a:pt x="798" y="10681"/>
                    <a:pt x="619" y="10490"/>
                    <a:pt x="619" y="10228"/>
                  </a:cubicBezTo>
                  <a:cubicBezTo>
                    <a:pt x="619" y="10097"/>
                    <a:pt x="655" y="9490"/>
                    <a:pt x="738" y="8764"/>
                  </a:cubicBezTo>
                  <a:cubicBezTo>
                    <a:pt x="869" y="7561"/>
                    <a:pt x="881" y="6371"/>
                    <a:pt x="881" y="5168"/>
                  </a:cubicBezTo>
                  <a:lnTo>
                    <a:pt x="881" y="3882"/>
                  </a:lnTo>
                  <a:close/>
                  <a:moveTo>
                    <a:pt x="203" y="1"/>
                  </a:moveTo>
                  <a:cubicBezTo>
                    <a:pt x="96" y="1"/>
                    <a:pt x="0" y="84"/>
                    <a:pt x="0" y="191"/>
                  </a:cubicBezTo>
                  <a:lnTo>
                    <a:pt x="0" y="2727"/>
                  </a:lnTo>
                  <a:cubicBezTo>
                    <a:pt x="0" y="2966"/>
                    <a:pt x="143" y="3216"/>
                    <a:pt x="334" y="3335"/>
                  </a:cubicBezTo>
                  <a:cubicBezTo>
                    <a:pt x="393" y="3358"/>
                    <a:pt x="477" y="3573"/>
                    <a:pt x="477" y="3692"/>
                  </a:cubicBezTo>
                  <a:lnTo>
                    <a:pt x="477" y="5144"/>
                  </a:lnTo>
                  <a:cubicBezTo>
                    <a:pt x="477" y="6359"/>
                    <a:pt x="465" y="7526"/>
                    <a:pt x="346" y="8716"/>
                  </a:cubicBezTo>
                  <a:cubicBezTo>
                    <a:pt x="274" y="9454"/>
                    <a:pt x="226" y="10074"/>
                    <a:pt x="226" y="10228"/>
                  </a:cubicBezTo>
                  <a:cubicBezTo>
                    <a:pt x="226" y="10705"/>
                    <a:pt x="584" y="11074"/>
                    <a:pt x="1048" y="11074"/>
                  </a:cubicBezTo>
                  <a:cubicBezTo>
                    <a:pt x="1512" y="11074"/>
                    <a:pt x="1870" y="10705"/>
                    <a:pt x="1870" y="10228"/>
                  </a:cubicBezTo>
                  <a:cubicBezTo>
                    <a:pt x="1870" y="10074"/>
                    <a:pt x="1822" y="9454"/>
                    <a:pt x="1750" y="8716"/>
                  </a:cubicBezTo>
                  <a:cubicBezTo>
                    <a:pt x="1608" y="7526"/>
                    <a:pt x="1608" y="6359"/>
                    <a:pt x="1608" y="5144"/>
                  </a:cubicBezTo>
                  <a:lnTo>
                    <a:pt x="1608" y="3692"/>
                  </a:lnTo>
                  <a:cubicBezTo>
                    <a:pt x="1608" y="3561"/>
                    <a:pt x="1715" y="3358"/>
                    <a:pt x="1834" y="3275"/>
                  </a:cubicBezTo>
                  <a:cubicBezTo>
                    <a:pt x="2024" y="3144"/>
                    <a:pt x="2084" y="2906"/>
                    <a:pt x="2084" y="2704"/>
                  </a:cubicBezTo>
                  <a:lnTo>
                    <a:pt x="2084" y="251"/>
                  </a:lnTo>
                  <a:cubicBezTo>
                    <a:pt x="2084" y="168"/>
                    <a:pt x="2001" y="72"/>
                    <a:pt x="1893" y="72"/>
                  </a:cubicBezTo>
                  <a:cubicBezTo>
                    <a:pt x="1786" y="72"/>
                    <a:pt x="1703" y="168"/>
                    <a:pt x="1703" y="263"/>
                  </a:cubicBezTo>
                  <a:lnTo>
                    <a:pt x="1703" y="1537"/>
                  </a:lnTo>
                  <a:lnTo>
                    <a:pt x="1239" y="1537"/>
                  </a:lnTo>
                  <a:lnTo>
                    <a:pt x="1239" y="191"/>
                  </a:lnTo>
                  <a:cubicBezTo>
                    <a:pt x="1239" y="84"/>
                    <a:pt x="1155" y="1"/>
                    <a:pt x="1048" y="1"/>
                  </a:cubicBezTo>
                  <a:cubicBezTo>
                    <a:pt x="941" y="1"/>
                    <a:pt x="858" y="84"/>
                    <a:pt x="858" y="191"/>
                  </a:cubicBezTo>
                  <a:lnTo>
                    <a:pt x="858" y="1537"/>
                  </a:lnTo>
                  <a:lnTo>
                    <a:pt x="393" y="1537"/>
                  </a:lnTo>
                  <a:lnTo>
                    <a:pt x="393" y="191"/>
                  </a:lnTo>
                  <a:cubicBezTo>
                    <a:pt x="393" y="84"/>
                    <a:pt x="298" y="1"/>
                    <a:pt x="2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8" name="Google Shape;9273;p60">
              <a:extLst>
                <a:ext uri="{FF2B5EF4-FFF2-40B4-BE49-F238E27FC236}">
                  <a16:creationId xmlns:a16="http://schemas.microsoft.com/office/drawing/2014/main" id="{0606AA6A-FCD9-3C86-BB29-F33DF6171C32}"/>
                </a:ext>
              </a:extLst>
            </p:cNvPr>
            <p:cNvSpPr/>
            <p:nvPr/>
          </p:nvSpPr>
          <p:spPr>
            <a:xfrm>
              <a:off x="3636835" y="2373674"/>
              <a:ext cx="236702" cy="236289"/>
            </a:xfrm>
            <a:custGeom>
              <a:avLst/>
              <a:gdLst/>
              <a:ahLst/>
              <a:cxnLst/>
              <a:rect l="l" t="t" r="r" b="b"/>
              <a:pathLst>
                <a:path w="7454" h="7441" extrusionOk="0">
                  <a:moveTo>
                    <a:pt x="1175" y="0"/>
                  </a:moveTo>
                  <a:cubicBezTo>
                    <a:pt x="1121" y="0"/>
                    <a:pt x="1069" y="25"/>
                    <a:pt x="1036" y="71"/>
                  </a:cubicBezTo>
                  <a:cubicBezTo>
                    <a:pt x="369" y="881"/>
                    <a:pt x="0" y="1905"/>
                    <a:pt x="0" y="2952"/>
                  </a:cubicBezTo>
                  <a:cubicBezTo>
                    <a:pt x="0" y="5429"/>
                    <a:pt x="2024" y="7441"/>
                    <a:pt x="4489" y="7441"/>
                  </a:cubicBezTo>
                  <a:cubicBezTo>
                    <a:pt x="5537" y="7441"/>
                    <a:pt x="6561" y="7072"/>
                    <a:pt x="7358" y="6405"/>
                  </a:cubicBezTo>
                  <a:cubicBezTo>
                    <a:pt x="7454" y="6322"/>
                    <a:pt x="7454" y="6203"/>
                    <a:pt x="7394" y="6131"/>
                  </a:cubicBezTo>
                  <a:cubicBezTo>
                    <a:pt x="7352" y="6083"/>
                    <a:pt x="7286" y="6058"/>
                    <a:pt x="7224" y="6058"/>
                  </a:cubicBezTo>
                  <a:cubicBezTo>
                    <a:pt x="7180" y="6058"/>
                    <a:pt x="7138" y="6071"/>
                    <a:pt x="7108" y="6096"/>
                  </a:cubicBezTo>
                  <a:cubicBezTo>
                    <a:pt x="6382" y="6703"/>
                    <a:pt x="5441" y="7048"/>
                    <a:pt x="4489" y="7048"/>
                  </a:cubicBezTo>
                  <a:cubicBezTo>
                    <a:pt x="2227" y="7048"/>
                    <a:pt x="381" y="5203"/>
                    <a:pt x="381" y="2928"/>
                  </a:cubicBezTo>
                  <a:cubicBezTo>
                    <a:pt x="381" y="1988"/>
                    <a:pt x="727" y="1047"/>
                    <a:pt x="1334" y="309"/>
                  </a:cubicBezTo>
                  <a:cubicBezTo>
                    <a:pt x="1405" y="226"/>
                    <a:pt x="1393" y="107"/>
                    <a:pt x="1298" y="47"/>
                  </a:cubicBezTo>
                  <a:cubicBezTo>
                    <a:pt x="1261" y="16"/>
                    <a:pt x="1217" y="0"/>
                    <a:pt x="11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9" name="Google Shape;9274;p60">
              <a:extLst>
                <a:ext uri="{FF2B5EF4-FFF2-40B4-BE49-F238E27FC236}">
                  <a16:creationId xmlns:a16="http://schemas.microsoft.com/office/drawing/2014/main" id="{0C07190B-4ED2-712E-E5C0-38C006970D25}"/>
                </a:ext>
              </a:extLst>
            </p:cNvPr>
            <p:cNvSpPr/>
            <p:nvPr/>
          </p:nvSpPr>
          <p:spPr>
            <a:xfrm>
              <a:off x="3685230" y="2324104"/>
              <a:ext cx="237083" cy="235971"/>
            </a:xfrm>
            <a:custGeom>
              <a:avLst/>
              <a:gdLst/>
              <a:ahLst/>
              <a:cxnLst/>
              <a:rect l="l" t="t" r="r" b="b"/>
              <a:pathLst>
                <a:path w="7466" h="7431" extrusionOk="0">
                  <a:moveTo>
                    <a:pt x="2953" y="1"/>
                  </a:moveTo>
                  <a:cubicBezTo>
                    <a:pt x="1905" y="1"/>
                    <a:pt x="893" y="358"/>
                    <a:pt x="96" y="1025"/>
                  </a:cubicBezTo>
                  <a:cubicBezTo>
                    <a:pt x="0" y="1108"/>
                    <a:pt x="0" y="1227"/>
                    <a:pt x="60" y="1299"/>
                  </a:cubicBezTo>
                  <a:cubicBezTo>
                    <a:pt x="99" y="1344"/>
                    <a:pt x="151" y="1364"/>
                    <a:pt x="205" y="1364"/>
                  </a:cubicBezTo>
                  <a:cubicBezTo>
                    <a:pt x="250" y="1364"/>
                    <a:pt x="295" y="1350"/>
                    <a:pt x="334" y="1322"/>
                  </a:cubicBezTo>
                  <a:cubicBezTo>
                    <a:pt x="1060" y="715"/>
                    <a:pt x="2001" y="394"/>
                    <a:pt x="2953" y="394"/>
                  </a:cubicBezTo>
                  <a:cubicBezTo>
                    <a:pt x="5215" y="394"/>
                    <a:pt x="7061" y="2227"/>
                    <a:pt x="7061" y="4501"/>
                  </a:cubicBezTo>
                  <a:cubicBezTo>
                    <a:pt x="7061" y="5454"/>
                    <a:pt x="6727" y="6371"/>
                    <a:pt x="6120" y="7121"/>
                  </a:cubicBezTo>
                  <a:cubicBezTo>
                    <a:pt x="6049" y="7204"/>
                    <a:pt x="6061" y="7323"/>
                    <a:pt x="6156" y="7383"/>
                  </a:cubicBezTo>
                  <a:cubicBezTo>
                    <a:pt x="6180" y="7418"/>
                    <a:pt x="6227" y="7430"/>
                    <a:pt x="6275" y="7430"/>
                  </a:cubicBezTo>
                  <a:cubicBezTo>
                    <a:pt x="6322" y="7430"/>
                    <a:pt x="6382" y="7395"/>
                    <a:pt x="6418" y="7359"/>
                  </a:cubicBezTo>
                  <a:cubicBezTo>
                    <a:pt x="7084" y="6549"/>
                    <a:pt x="7442" y="5537"/>
                    <a:pt x="7442" y="4501"/>
                  </a:cubicBezTo>
                  <a:cubicBezTo>
                    <a:pt x="7465" y="2013"/>
                    <a:pt x="5441" y="1"/>
                    <a:pt x="29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0" name="Google Shape;9275;p60">
              <a:extLst>
                <a:ext uri="{FF2B5EF4-FFF2-40B4-BE49-F238E27FC236}">
                  <a16:creationId xmlns:a16="http://schemas.microsoft.com/office/drawing/2014/main" id="{B77AD935-3EDD-E303-9D10-84428F194561}"/>
                </a:ext>
              </a:extLst>
            </p:cNvPr>
            <p:cNvSpPr/>
            <p:nvPr/>
          </p:nvSpPr>
          <p:spPr>
            <a:xfrm>
              <a:off x="3663668" y="2351699"/>
              <a:ext cx="230668" cy="230668"/>
            </a:xfrm>
            <a:custGeom>
              <a:avLst/>
              <a:gdLst/>
              <a:ahLst/>
              <a:cxnLst/>
              <a:rect l="l" t="t" r="r" b="b"/>
              <a:pathLst>
                <a:path w="7264" h="7264" extrusionOk="0">
                  <a:moveTo>
                    <a:pt x="3632" y="382"/>
                  </a:moveTo>
                  <a:cubicBezTo>
                    <a:pt x="5418" y="382"/>
                    <a:pt x="6871" y="1846"/>
                    <a:pt x="6871" y="3632"/>
                  </a:cubicBezTo>
                  <a:cubicBezTo>
                    <a:pt x="6871" y="5418"/>
                    <a:pt x="5418" y="6871"/>
                    <a:pt x="3632" y="6871"/>
                  </a:cubicBezTo>
                  <a:cubicBezTo>
                    <a:pt x="1846" y="6871"/>
                    <a:pt x="382" y="5418"/>
                    <a:pt x="382" y="3632"/>
                  </a:cubicBezTo>
                  <a:cubicBezTo>
                    <a:pt x="382" y="1846"/>
                    <a:pt x="1846" y="382"/>
                    <a:pt x="3632" y="382"/>
                  </a:cubicBezTo>
                  <a:close/>
                  <a:moveTo>
                    <a:pt x="3632" y="1"/>
                  </a:moveTo>
                  <a:cubicBezTo>
                    <a:pt x="1632" y="1"/>
                    <a:pt x="1" y="1632"/>
                    <a:pt x="1" y="3632"/>
                  </a:cubicBezTo>
                  <a:cubicBezTo>
                    <a:pt x="1" y="5633"/>
                    <a:pt x="1632" y="7264"/>
                    <a:pt x="3632" y="7264"/>
                  </a:cubicBezTo>
                  <a:cubicBezTo>
                    <a:pt x="5644" y="7264"/>
                    <a:pt x="7263" y="5621"/>
                    <a:pt x="7263" y="3632"/>
                  </a:cubicBezTo>
                  <a:cubicBezTo>
                    <a:pt x="7263" y="1620"/>
                    <a:pt x="5620" y="1"/>
                    <a:pt x="36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1" name="Google Shape;9276;p60">
              <a:extLst>
                <a:ext uri="{FF2B5EF4-FFF2-40B4-BE49-F238E27FC236}">
                  <a16:creationId xmlns:a16="http://schemas.microsoft.com/office/drawing/2014/main" id="{23FBEB56-16A3-88A4-1A04-280451F292F4}"/>
                </a:ext>
              </a:extLst>
            </p:cNvPr>
            <p:cNvSpPr/>
            <p:nvPr/>
          </p:nvSpPr>
          <p:spPr>
            <a:xfrm>
              <a:off x="3933998" y="2289904"/>
              <a:ext cx="52586" cy="355243"/>
            </a:xfrm>
            <a:custGeom>
              <a:avLst/>
              <a:gdLst/>
              <a:ahLst/>
              <a:cxnLst/>
              <a:rect l="l" t="t" r="r" b="b"/>
              <a:pathLst>
                <a:path w="1656" h="11187" extrusionOk="0">
                  <a:moveTo>
                    <a:pt x="1251" y="554"/>
                  </a:moveTo>
                  <a:lnTo>
                    <a:pt x="1251" y="5555"/>
                  </a:lnTo>
                  <a:lnTo>
                    <a:pt x="715" y="5578"/>
                  </a:lnTo>
                  <a:lnTo>
                    <a:pt x="703" y="5578"/>
                  </a:lnTo>
                  <a:cubicBezTo>
                    <a:pt x="693" y="5580"/>
                    <a:pt x="683" y="5580"/>
                    <a:pt x="673" y="5580"/>
                  </a:cubicBezTo>
                  <a:cubicBezTo>
                    <a:pt x="583" y="5580"/>
                    <a:pt x="481" y="5536"/>
                    <a:pt x="417" y="5483"/>
                  </a:cubicBezTo>
                  <a:cubicBezTo>
                    <a:pt x="382" y="5436"/>
                    <a:pt x="370" y="5412"/>
                    <a:pt x="370" y="5412"/>
                  </a:cubicBezTo>
                  <a:lnTo>
                    <a:pt x="370" y="2411"/>
                  </a:lnTo>
                  <a:cubicBezTo>
                    <a:pt x="370" y="1697"/>
                    <a:pt x="703" y="1006"/>
                    <a:pt x="1251" y="554"/>
                  </a:cubicBezTo>
                  <a:close/>
                  <a:moveTo>
                    <a:pt x="1263" y="5959"/>
                  </a:moveTo>
                  <a:cubicBezTo>
                    <a:pt x="1263" y="9448"/>
                    <a:pt x="1275" y="10258"/>
                    <a:pt x="1275" y="10281"/>
                  </a:cubicBezTo>
                  <a:cubicBezTo>
                    <a:pt x="1263" y="10496"/>
                    <a:pt x="1203" y="10769"/>
                    <a:pt x="941" y="10769"/>
                  </a:cubicBezTo>
                  <a:cubicBezTo>
                    <a:pt x="858" y="10769"/>
                    <a:pt x="620" y="10769"/>
                    <a:pt x="620" y="10258"/>
                  </a:cubicBezTo>
                  <a:cubicBezTo>
                    <a:pt x="620" y="10115"/>
                    <a:pt x="667" y="9710"/>
                    <a:pt x="727" y="9246"/>
                  </a:cubicBezTo>
                  <a:cubicBezTo>
                    <a:pt x="822" y="8472"/>
                    <a:pt x="941" y="7400"/>
                    <a:pt x="941" y="6686"/>
                  </a:cubicBezTo>
                  <a:lnTo>
                    <a:pt x="941" y="5959"/>
                  </a:lnTo>
                  <a:close/>
                  <a:moveTo>
                    <a:pt x="1453" y="0"/>
                  </a:moveTo>
                  <a:cubicBezTo>
                    <a:pt x="1420" y="0"/>
                    <a:pt x="1388" y="6"/>
                    <a:pt x="1358" y="18"/>
                  </a:cubicBezTo>
                  <a:cubicBezTo>
                    <a:pt x="524" y="530"/>
                    <a:pt x="1" y="1447"/>
                    <a:pt x="1" y="2435"/>
                  </a:cubicBezTo>
                  <a:lnTo>
                    <a:pt x="1" y="5424"/>
                  </a:lnTo>
                  <a:cubicBezTo>
                    <a:pt x="1" y="5555"/>
                    <a:pt x="60" y="5674"/>
                    <a:pt x="179" y="5781"/>
                  </a:cubicBezTo>
                  <a:cubicBezTo>
                    <a:pt x="286" y="5876"/>
                    <a:pt x="417" y="5936"/>
                    <a:pt x="548" y="5959"/>
                  </a:cubicBezTo>
                  <a:lnTo>
                    <a:pt x="548" y="6709"/>
                  </a:lnTo>
                  <a:cubicBezTo>
                    <a:pt x="548" y="7400"/>
                    <a:pt x="429" y="8460"/>
                    <a:pt x="346" y="9222"/>
                  </a:cubicBezTo>
                  <a:cubicBezTo>
                    <a:pt x="286" y="9710"/>
                    <a:pt x="239" y="10091"/>
                    <a:pt x="239" y="10281"/>
                  </a:cubicBezTo>
                  <a:cubicBezTo>
                    <a:pt x="239" y="11115"/>
                    <a:pt x="774" y="11186"/>
                    <a:pt x="941" y="11186"/>
                  </a:cubicBezTo>
                  <a:cubicBezTo>
                    <a:pt x="1275" y="11186"/>
                    <a:pt x="1656" y="10948"/>
                    <a:pt x="1656" y="10281"/>
                  </a:cubicBezTo>
                  <a:lnTo>
                    <a:pt x="1656" y="185"/>
                  </a:lnTo>
                  <a:cubicBezTo>
                    <a:pt x="1656" y="113"/>
                    <a:pt x="1608" y="54"/>
                    <a:pt x="1548" y="18"/>
                  </a:cubicBezTo>
                  <a:cubicBezTo>
                    <a:pt x="1519" y="6"/>
                    <a:pt x="1486" y="0"/>
                    <a:pt x="14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5" name="Google Shape;9932;p61">
            <a:extLst>
              <a:ext uri="{FF2B5EF4-FFF2-40B4-BE49-F238E27FC236}">
                <a16:creationId xmlns:a16="http://schemas.microsoft.com/office/drawing/2014/main" id="{F762C46E-1A68-D084-C8D3-87C849F426A2}"/>
              </a:ext>
            </a:extLst>
          </p:cNvPr>
          <p:cNvGrpSpPr/>
          <p:nvPr/>
        </p:nvGrpSpPr>
        <p:grpSpPr>
          <a:xfrm>
            <a:off x="7268608" y="5812384"/>
            <a:ext cx="411535" cy="315587"/>
            <a:chOff x="3042703" y="1529137"/>
            <a:chExt cx="411535" cy="315587"/>
          </a:xfrm>
          <a:solidFill>
            <a:srgbClr val="00806E"/>
          </a:solidFill>
        </p:grpSpPr>
        <p:sp>
          <p:nvSpPr>
            <p:cNvPr id="1037" name="Google Shape;9933;p61">
              <a:extLst>
                <a:ext uri="{FF2B5EF4-FFF2-40B4-BE49-F238E27FC236}">
                  <a16:creationId xmlns:a16="http://schemas.microsoft.com/office/drawing/2014/main" id="{D2B3DC55-C993-A7D4-A305-967D55302AB1}"/>
                </a:ext>
              </a:extLst>
            </p:cNvPr>
            <p:cNvSpPr/>
            <p:nvPr/>
          </p:nvSpPr>
          <p:spPr>
            <a:xfrm>
              <a:off x="3042703" y="1529137"/>
              <a:ext cx="411535" cy="315587"/>
            </a:xfrm>
            <a:custGeom>
              <a:avLst/>
              <a:gdLst/>
              <a:ahLst/>
              <a:cxnLst/>
              <a:rect l="l" t="t" r="r" b="b"/>
              <a:pathLst>
                <a:path w="12919" h="9907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lnTo>
                    <a:pt x="1" y="9716"/>
                  </a:lnTo>
                  <a:cubicBezTo>
                    <a:pt x="1" y="9823"/>
                    <a:pt x="96" y="9906"/>
                    <a:pt x="191" y="9906"/>
                  </a:cubicBezTo>
                  <a:lnTo>
                    <a:pt x="2394" y="9906"/>
                  </a:lnTo>
                  <a:cubicBezTo>
                    <a:pt x="2501" y="9906"/>
                    <a:pt x="2584" y="9823"/>
                    <a:pt x="2584" y="9716"/>
                  </a:cubicBezTo>
                  <a:cubicBezTo>
                    <a:pt x="2584" y="9609"/>
                    <a:pt x="2501" y="9525"/>
                    <a:pt x="2394" y="9525"/>
                  </a:cubicBezTo>
                  <a:lnTo>
                    <a:pt x="382" y="9525"/>
                  </a:lnTo>
                  <a:lnTo>
                    <a:pt x="382" y="7989"/>
                  </a:lnTo>
                  <a:lnTo>
                    <a:pt x="8287" y="7989"/>
                  </a:lnTo>
                  <a:cubicBezTo>
                    <a:pt x="8394" y="7989"/>
                    <a:pt x="8478" y="7894"/>
                    <a:pt x="8478" y="7799"/>
                  </a:cubicBezTo>
                  <a:cubicBezTo>
                    <a:pt x="8478" y="7692"/>
                    <a:pt x="8394" y="7596"/>
                    <a:pt x="8287" y="7596"/>
                  </a:cubicBezTo>
                  <a:lnTo>
                    <a:pt x="382" y="7596"/>
                  </a:lnTo>
                  <a:lnTo>
                    <a:pt x="382" y="2167"/>
                  </a:lnTo>
                  <a:lnTo>
                    <a:pt x="12550" y="2167"/>
                  </a:lnTo>
                  <a:lnTo>
                    <a:pt x="12550" y="7596"/>
                  </a:lnTo>
                  <a:lnTo>
                    <a:pt x="9287" y="7596"/>
                  </a:lnTo>
                  <a:cubicBezTo>
                    <a:pt x="9180" y="7596"/>
                    <a:pt x="9097" y="7692"/>
                    <a:pt x="9097" y="7799"/>
                  </a:cubicBezTo>
                  <a:cubicBezTo>
                    <a:pt x="9097" y="7894"/>
                    <a:pt x="9180" y="7989"/>
                    <a:pt x="9287" y="7989"/>
                  </a:cubicBezTo>
                  <a:lnTo>
                    <a:pt x="12538" y="7989"/>
                  </a:lnTo>
                  <a:lnTo>
                    <a:pt x="12538" y="9525"/>
                  </a:lnTo>
                  <a:lnTo>
                    <a:pt x="3251" y="9525"/>
                  </a:lnTo>
                  <a:cubicBezTo>
                    <a:pt x="3144" y="9525"/>
                    <a:pt x="3049" y="9609"/>
                    <a:pt x="3049" y="9716"/>
                  </a:cubicBezTo>
                  <a:cubicBezTo>
                    <a:pt x="3049" y="9823"/>
                    <a:pt x="3144" y="9906"/>
                    <a:pt x="3251" y="9906"/>
                  </a:cubicBezTo>
                  <a:lnTo>
                    <a:pt x="12728" y="9906"/>
                  </a:lnTo>
                  <a:cubicBezTo>
                    <a:pt x="12835" y="9906"/>
                    <a:pt x="12919" y="9823"/>
                    <a:pt x="12919" y="9716"/>
                  </a:cubicBezTo>
                  <a:lnTo>
                    <a:pt x="12919" y="191"/>
                  </a:lnTo>
                  <a:cubicBezTo>
                    <a:pt x="12907" y="84"/>
                    <a:pt x="12835" y="0"/>
                    <a:pt x="12728" y="0"/>
                  </a:cubicBezTo>
                  <a:lnTo>
                    <a:pt x="6859" y="0"/>
                  </a:lnTo>
                  <a:cubicBezTo>
                    <a:pt x="6763" y="0"/>
                    <a:pt x="6668" y="84"/>
                    <a:pt x="6668" y="191"/>
                  </a:cubicBezTo>
                  <a:cubicBezTo>
                    <a:pt x="6668" y="298"/>
                    <a:pt x="6763" y="381"/>
                    <a:pt x="6859" y="381"/>
                  </a:cubicBezTo>
                  <a:lnTo>
                    <a:pt x="12538" y="381"/>
                  </a:lnTo>
                  <a:lnTo>
                    <a:pt x="12538" y="1810"/>
                  </a:lnTo>
                  <a:lnTo>
                    <a:pt x="370" y="1810"/>
                  </a:lnTo>
                  <a:lnTo>
                    <a:pt x="370" y="381"/>
                  </a:lnTo>
                  <a:lnTo>
                    <a:pt x="6001" y="381"/>
                  </a:lnTo>
                  <a:cubicBezTo>
                    <a:pt x="6108" y="381"/>
                    <a:pt x="6192" y="298"/>
                    <a:pt x="6192" y="191"/>
                  </a:cubicBezTo>
                  <a:cubicBezTo>
                    <a:pt x="6192" y="84"/>
                    <a:pt x="6097" y="0"/>
                    <a:pt x="60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8" name="Google Shape;9934;p61">
              <a:extLst>
                <a:ext uri="{FF2B5EF4-FFF2-40B4-BE49-F238E27FC236}">
                  <a16:creationId xmlns:a16="http://schemas.microsoft.com/office/drawing/2014/main" id="{669C244E-B483-D85A-C42A-D39475602F7C}"/>
                </a:ext>
              </a:extLst>
            </p:cNvPr>
            <p:cNvSpPr/>
            <p:nvPr/>
          </p:nvSpPr>
          <p:spPr>
            <a:xfrm>
              <a:off x="3077967" y="1557965"/>
              <a:ext cx="12169" cy="12551"/>
            </a:xfrm>
            <a:custGeom>
              <a:avLst/>
              <a:gdLst/>
              <a:ahLst/>
              <a:cxnLst/>
              <a:rect l="l" t="t" r="r" b="b"/>
              <a:pathLst>
                <a:path w="382" h="394" extrusionOk="0">
                  <a:moveTo>
                    <a:pt x="191" y="0"/>
                  </a:moveTo>
                  <a:cubicBezTo>
                    <a:pt x="84" y="0"/>
                    <a:pt x="1" y="95"/>
                    <a:pt x="1" y="191"/>
                  </a:cubicBezTo>
                  <a:cubicBezTo>
                    <a:pt x="1" y="298"/>
                    <a:pt x="84" y="393"/>
                    <a:pt x="191" y="393"/>
                  </a:cubicBezTo>
                  <a:cubicBezTo>
                    <a:pt x="298" y="393"/>
                    <a:pt x="382" y="298"/>
                    <a:pt x="382" y="191"/>
                  </a:cubicBezTo>
                  <a:cubicBezTo>
                    <a:pt x="382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9" name="Google Shape;9935;p61">
              <a:extLst>
                <a:ext uri="{FF2B5EF4-FFF2-40B4-BE49-F238E27FC236}">
                  <a16:creationId xmlns:a16="http://schemas.microsoft.com/office/drawing/2014/main" id="{B29737BA-0926-EF7B-A7C0-8743417FD842}"/>
                </a:ext>
              </a:extLst>
            </p:cNvPr>
            <p:cNvSpPr/>
            <p:nvPr/>
          </p:nvSpPr>
          <p:spPr>
            <a:xfrm>
              <a:off x="3099978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203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203" y="393"/>
                  </a:cubicBezTo>
                  <a:cubicBezTo>
                    <a:pt x="298" y="393"/>
                    <a:pt x="393" y="298"/>
                    <a:pt x="393" y="191"/>
                  </a:cubicBezTo>
                  <a:cubicBezTo>
                    <a:pt x="393" y="95"/>
                    <a:pt x="298" y="0"/>
                    <a:pt x="2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0" name="Google Shape;9936;p61">
              <a:extLst>
                <a:ext uri="{FF2B5EF4-FFF2-40B4-BE49-F238E27FC236}">
                  <a16:creationId xmlns:a16="http://schemas.microsoft.com/office/drawing/2014/main" id="{BC5C322D-9177-77DD-9E0B-CE62E89D7E79}"/>
                </a:ext>
              </a:extLst>
            </p:cNvPr>
            <p:cNvSpPr/>
            <p:nvPr/>
          </p:nvSpPr>
          <p:spPr>
            <a:xfrm>
              <a:off x="3122341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191" y="0"/>
                  </a:moveTo>
                  <a:cubicBezTo>
                    <a:pt x="96" y="0"/>
                    <a:pt x="1" y="95"/>
                    <a:pt x="1" y="191"/>
                  </a:cubicBezTo>
                  <a:cubicBezTo>
                    <a:pt x="1" y="298"/>
                    <a:pt x="96" y="393"/>
                    <a:pt x="191" y="393"/>
                  </a:cubicBezTo>
                  <a:cubicBezTo>
                    <a:pt x="298" y="393"/>
                    <a:pt x="394" y="298"/>
                    <a:pt x="394" y="191"/>
                  </a:cubicBezTo>
                  <a:cubicBezTo>
                    <a:pt x="394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1" name="Google Shape;9937;p61">
              <a:extLst>
                <a:ext uri="{FF2B5EF4-FFF2-40B4-BE49-F238E27FC236}">
                  <a16:creationId xmlns:a16="http://schemas.microsoft.com/office/drawing/2014/main" id="{52BC194D-59EF-4C19-CBB0-E060934FECF2}"/>
                </a:ext>
              </a:extLst>
            </p:cNvPr>
            <p:cNvSpPr/>
            <p:nvPr/>
          </p:nvSpPr>
          <p:spPr>
            <a:xfrm>
              <a:off x="3342331" y="1557965"/>
              <a:ext cx="79669" cy="12551"/>
            </a:xfrm>
            <a:custGeom>
              <a:avLst/>
              <a:gdLst/>
              <a:ahLst/>
              <a:cxnLst/>
              <a:rect l="l" t="t" r="r" b="b"/>
              <a:pathLst>
                <a:path w="2501" h="394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2310" y="393"/>
                  </a:lnTo>
                  <a:cubicBezTo>
                    <a:pt x="2417" y="393"/>
                    <a:pt x="2501" y="298"/>
                    <a:pt x="2501" y="191"/>
                  </a:cubicBezTo>
                  <a:cubicBezTo>
                    <a:pt x="2501" y="95"/>
                    <a:pt x="2417" y="0"/>
                    <a:pt x="2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2" name="Google Shape;9938;p61">
              <a:extLst>
                <a:ext uri="{FF2B5EF4-FFF2-40B4-BE49-F238E27FC236}">
                  <a16:creationId xmlns:a16="http://schemas.microsoft.com/office/drawing/2014/main" id="{D2D61542-13E8-8772-F358-8ED75ED71DF6}"/>
                </a:ext>
              </a:extLst>
            </p:cNvPr>
            <p:cNvSpPr/>
            <p:nvPr/>
          </p:nvSpPr>
          <p:spPr>
            <a:xfrm>
              <a:off x="3306303" y="1557965"/>
              <a:ext cx="26949" cy="12551"/>
            </a:xfrm>
            <a:custGeom>
              <a:avLst/>
              <a:gdLst/>
              <a:ahLst/>
              <a:cxnLst/>
              <a:rect l="l" t="t" r="r" b="b"/>
              <a:pathLst>
                <a:path w="846" h="394" extrusionOk="0">
                  <a:moveTo>
                    <a:pt x="191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655" y="393"/>
                  </a:lnTo>
                  <a:cubicBezTo>
                    <a:pt x="762" y="393"/>
                    <a:pt x="846" y="298"/>
                    <a:pt x="846" y="191"/>
                  </a:cubicBezTo>
                  <a:cubicBezTo>
                    <a:pt x="846" y="95"/>
                    <a:pt x="762" y="0"/>
                    <a:pt x="6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3" name="Google Shape;9939;p61">
              <a:extLst>
                <a:ext uri="{FF2B5EF4-FFF2-40B4-BE49-F238E27FC236}">
                  <a16:creationId xmlns:a16="http://schemas.microsoft.com/office/drawing/2014/main" id="{9B6C7192-6475-BADB-2C34-E1927489E0A7}"/>
                </a:ext>
              </a:extLst>
            </p:cNvPr>
            <p:cNvSpPr/>
            <p:nvPr/>
          </p:nvSpPr>
          <p:spPr>
            <a:xfrm>
              <a:off x="3165217" y="1622822"/>
              <a:ext cx="166888" cy="121750"/>
            </a:xfrm>
            <a:custGeom>
              <a:avLst/>
              <a:gdLst/>
              <a:ahLst/>
              <a:cxnLst/>
              <a:rect l="l" t="t" r="r" b="b"/>
              <a:pathLst>
                <a:path w="5239" h="3822" extrusionOk="0">
                  <a:moveTo>
                    <a:pt x="4048" y="381"/>
                  </a:moveTo>
                  <a:cubicBezTo>
                    <a:pt x="4489" y="381"/>
                    <a:pt x="4846" y="738"/>
                    <a:pt x="4846" y="1179"/>
                  </a:cubicBezTo>
                  <a:lnTo>
                    <a:pt x="4846" y="2655"/>
                  </a:lnTo>
                  <a:cubicBezTo>
                    <a:pt x="4846" y="3096"/>
                    <a:pt x="4489" y="3453"/>
                    <a:pt x="4048" y="3453"/>
                  </a:cubicBezTo>
                  <a:lnTo>
                    <a:pt x="1155" y="3453"/>
                  </a:lnTo>
                  <a:cubicBezTo>
                    <a:pt x="715" y="3453"/>
                    <a:pt x="357" y="3096"/>
                    <a:pt x="357" y="2655"/>
                  </a:cubicBezTo>
                  <a:lnTo>
                    <a:pt x="357" y="1179"/>
                  </a:lnTo>
                  <a:cubicBezTo>
                    <a:pt x="357" y="738"/>
                    <a:pt x="715" y="381"/>
                    <a:pt x="1155" y="381"/>
                  </a:cubicBezTo>
                  <a:close/>
                  <a:moveTo>
                    <a:pt x="1167" y="0"/>
                  </a:moveTo>
                  <a:cubicBezTo>
                    <a:pt x="512" y="0"/>
                    <a:pt x="0" y="536"/>
                    <a:pt x="0" y="1179"/>
                  </a:cubicBezTo>
                  <a:lnTo>
                    <a:pt x="0" y="2655"/>
                  </a:lnTo>
                  <a:cubicBezTo>
                    <a:pt x="0" y="3310"/>
                    <a:pt x="536" y="3822"/>
                    <a:pt x="1167" y="3822"/>
                  </a:cubicBezTo>
                  <a:lnTo>
                    <a:pt x="4060" y="3822"/>
                  </a:lnTo>
                  <a:cubicBezTo>
                    <a:pt x="4715" y="3822"/>
                    <a:pt x="5239" y="3286"/>
                    <a:pt x="5239" y="2655"/>
                  </a:cubicBezTo>
                  <a:lnTo>
                    <a:pt x="5239" y="1179"/>
                  </a:lnTo>
                  <a:cubicBezTo>
                    <a:pt x="5239" y="524"/>
                    <a:pt x="4703" y="0"/>
                    <a:pt x="40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4" name="Google Shape;9940;p61">
              <a:extLst>
                <a:ext uri="{FF2B5EF4-FFF2-40B4-BE49-F238E27FC236}">
                  <a16:creationId xmlns:a16="http://schemas.microsoft.com/office/drawing/2014/main" id="{79CE8FD3-97A6-F0B8-C99A-7811B5FA0963}"/>
                </a:ext>
              </a:extLst>
            </p:cNvPr>
            <p:cNvSpPr/>
            <p:nvPr/>
          </p:nvSpPr>
          <p:spPr>
            <a:xfrm>
              <a:off x="3222843" y="1657226"/>
              <a:ext cx="54281" cy="53612"/>
            </a:xfrm>
            <a:custGeom>
              <a:avLst/>
              <a:gdLst/>
              <a:ahLst/>
              <a:cxnLst/>
              <a:rect l="l" t="t" r="r" b="b"/>
              <a:pathLst>
                <a:path w="1704" h="1683" extrusionOk="0">
                  <a:moveTo>
                    <a:pt x="394" y="396"/>
                  </a:moveTo>
                  <a:lnTo>
                    <a:pt x="1287" y="849"/>
                  </a:lnTo>
                  <a:lnTo>
                    <a:pt x="394" y="1278"/>
                  </a:lnTo>
                  <a:lnTo>
                    <a:pt x="394" y="396"/>
                  </a:lnTo>
                  <a:close/>
                  <a:moveTo>
                    <a:pt x="358" y="0"/>
                  </a:moveTo>
                  <a:cubicBezTo>
                    <a:pt x="293" y="0"/>
                    <a:pt x="227" y="18"/>
                    <a:pt x="168" y="51"/>
                  </a:cubicBezTo>
                  <a:cubicBezTo>
                    <a:pt x="61" y="111"/>
                    <a:pt x="1" y="230"/>
                    <a:pt x="1" y="349"/>
                  </a:cubicBezTo>
                  <a:lnTo>
                    <a:pt x="1" y="1325"/>
                  </a:lnTo>
                  <a:cubicBezTo>
                    <a:pt x="1" y="1444"/>
                    <a:pt x="61" y="1563"/>
                    <a:pt x="168" y="1623"/>
                  </a:cubicBezTo>
                  <a:cubicBezTo>
                    <a:pt x="227" y="1647"/>
                    <a:pt x="287" y="1682"/>
                    <a:pt x="358" y="1682"/>
                  </a:cubicBezTo>
                  <a:cubicBezTo>
                    <a:pt x="418" y="1682"/>
                    <a:pt x="465" y="1659"/>
                    <a:pt x="513" y="1647"/>
                  </a:cubicBezTo>
                  <a:lnTo>
                    <a:pt x="1489" y="1170"/>
                  </a:lnTo>
                  <a:cubicBezTo>
                    <a:pt x="1608" y="1111"/>
                    <a:pt x="1680" y="992"/>
                    <a:pt x="1680" y="861"/>
                  </a:cubicBezTo>
                  <a:cubicBezTo>
                    <a:pt x="1704" y="706"/>
                    <a:pt x="1620" y="575"/>
                    <a:pt x="1489" y="516"/>
                  </a:cubicBezTo>
                  <a:lnTo>
                    <a:pt x="513" y="39"/>
                  </a:lnTo>
                  <a:cubicBezTo>
                    <a:pt x="465" y="12"/>
                    <a:pt x="412" y="0"/>
                    <a:pt x="3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5" name="Google Shape;9941;p61">
              <a:extLst>
                <a:ext uri="{FF2B5EF4-FFF2-40B4-BE49-F238E27FC236}">
                  <a16:creationId xmlns:a16="http://schemas.microsoft.com/office/drawing/2014/main" id="{53EBDF1E-6DBC-DD17-3FBE-30EF9D074D0C}"/>
                </a:ext>
              </a:extLst>
            </p:cNvPr>
            <p:cNvSpPr/>
            <p:nvPr/>
          </p:nvSpPr>
          <p:spPr>
            <a:xfrm>
              <a:off x="3087459" y="1800700"/>
              <a:ext cx="160454" cy="12519"/>
            </a:xfrm>
            <a:custGeom>
              <a:avLst/>
              <a:gdLst/>
              <a:ahLst/>
              <a:cxnLst/>
              <a:rect l="l" t="t" r="r" b="b"/>
              <a:pathLst>
                <a:path w="5037" h="393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84" y="393"/>
                    <a:pt x="191" y="393"/>
                  </a:cubicBezTo>
                  <a:lnTo>
                    <a:pt x="4846" y="393"/>
                  </a:lnTo>
                  <a:cubicBezTo>
                    <a:pt x="4953" y="393"/>
                    <a:pt x="5037" y="298"/>
                    <a:pt x="5037" y="191"/>
                  </a:cubicBezTo>
                  <a:cubicBezTo>
                    <a:pt x="5037" y="95"/>
                    <a:pt x="4953" y="0"/>
                    <a:pt x="48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6" name="Google Shape;9942;p61">
              <a:extLst>
                <a:ext uri="{FF2B5EF4-FFF2-40B4-BE49-F238E27FC236}">
                  <a16:creationId xmlns:a16="http://schemas.microsoft.com/office/drawing/2014/main" id="{A66ED4DF-985B-D0E5-0DF3-457EE8535F46}"/>
                </a:ext>
              </a:extLst>
            </p:cNvPr>
            <p:cNvSpPr/>
            <p:nvPr/>
          </p:nvSpPr>
          <p:spPr>
            <a:xfrm>
              <a:off x="3368866" y="1800318"/>
              <a:ext cx="43673" cy="12169"/>
            </a:xfrm>
            <a:custGeom>
              <a:avLst/>
              <a:gdLst/>
              <a:ahLst/>
              <a:cxnLst/>
              <a:rect l="l" t="t" r="r" b="b"/>
              <a:pathLst>
                <a:path w="1371" h="382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cubicBezTo>
                    <a:pt x="1" y="298"/>
                    <a:pt x="96" y="381"/>
                    <a:pt x="191" y="381"/>
                  </a:cubicBezTo>
                  <a:lnTo>
                    <a:pt x="1180" y="381"/>
                  </a:lnTo>
                  <a:cubicBezTo>
                    <a:pt x="1287" y="381"/>
                    <a:pt x="1370" y="298"/>
                    <a:pt x="1370" y="191"/>
                  </a:cubicBezTo>
                  <a:cubicBezTo>
                    <a:pt x="1370" y="84"/>
                    <a:pt x="1287" y="0"/>
                    <a:pt x="1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6" name="Google Shape;11962;p64">
            <a:extLst>
              <a:ext uri="{FF2B5EF4-FFF2-40B4-BE49-F238E27FC236}">
                <a16:creationId xmlns:a16="http://schemas.microsoft.com/office/drawing/2014/main" id="{C387C969-5555-B0BE-D5FD-D498A3856793}"/>
              </a:ext>
            </a:extLst>
          </p:cNvPr>
          <p:cNvGrpSpPr/>
          <p:nvPr/>
        </p:nvGrpSpPr>
        <p:grpSpPr>
          <a:xfrm>
            <a:off x="7311035" y="6568938"/>
            <a:ext cx="352209" cy="334938"/>
            <a:chOff x="7066548" y="2912594"/>
            <a:chExt cx="352209" cy="334938"/>
          </a:xfrm>
          <a:solidFill>
            <a:srgbClr val="00806E"/>
          </a:solidFill>
        </p:grpSpPr>
        <p:sp>
          <p:nvSpPr>
            <p:cNvPr id="60" name="Google Shape;11963;p64">
              <a:extLst>
                <a:ext uri="{FF2B5EF4-FFF2-40B4-BE49-F238E27FC236}">
                  <a16:creationId xmlns:a16="http://schemas.microsoft.com/office/drawing/2014/main" id="{25C45E85-BF42-D3CC-8A85-28EC5F93C966}"/>
                </a:ext>
              </a:extLst>
            </p:cNvPr>
            <p:cNvSpPr/>
            <p:nvPr/>
          </p:nvSpPr>
          <p:spPr>
            <a:xfrm>
              <a:off x="7066548" y="2912594"/>
              <a:ext cx="219264" cy="266399"/>
            </a:xfrm>
            <a:custGeom>
              <a:avLst/>
              <a:gdLst/>
              <a:ahLst/>
              <a:cxnLst/>
              <a:rect l="l" t="t" r="r" b="b"/>
              <a:pathLst>
                <a:path w="6894" h="8376" extrusionOk="0">
                  <a:moveTo>
                    <a:pt x="6584" y="363"/>
                  </a:moveTo>
                  <a:lnTo>
                    <a:pt x="6584" y="1839"/>
                  </a:lnTo>
                  <a:lnTo>
                    <a:pt x="1774" y="2911"/>
                  </a:lnTo>
                  <a:lnTo>
                    <a:pt x="1774" y="1434"/>
                  </a:lnTo>
                  <a:lnTo>
                    <a:pt x="6584" y="363"/>
                  </a:lnTo>
                  <a:close/>
                  <a:moveTo>
                    <a:pt x="6584" y="2137"/>
                  </a:moveTo>
                  <a:lnTo>
                    <a:pt x="6584" y="6078"/>
                  </a:lnTo>
                  <a:cubicBezTo>
                    <a:pt x="6584" y="6209"/>
                    <a:pt x="6525" y="6423"/>
                    <a:pt x="6346" y="6578"/>
                  </a:cubicBezTo>
                  <a:cubicBezTo>
                    <a:pt x="6203" y="6721"/>
                    <a:pt x="5989" y="6863"/>
                    <a:pt x="5596" y="6863"/>
                  </a:cubicBezTo>
                  <a:cubicBezTo>
                    <a:pt x="5191" y="6863"/>
                    <a:pt x="4882" y="6625"/>
                    <a:pt x="4882" y="6328"/>
                  </a:cubicBezTo>
                  <a:cubicBezTo>
                    <a:pt x="4882" y="6030"/>
                    <a:pt x="5215" y="5792"/>
                    <a:pt x="5596" y="5792"/>
                  </a:cubicBezTo>
                  <a:cubicBezTo>
                    <a:pt x="5751" y="5792"/>
                    <a:pt x="5906" y="5840"/>
                    <a:pt x="6084" y="5899"/>
                  </a:cubicBezTo>
                  <a:cubicBezTo>
                    <a:pt x="6104" y="5904"/>
                    <a:pt x="6126" y="5907"/>
                    <a:pt x="6148" y="5907"/>
                  </a:cubicBezTo>
                  <a:cubicBezTo>
                    <a:pt x="6179" y="5907"/>
                    <a:pt x="6211" y="5901"/>
                    <a:pt x="6239" y="5887"/>
                  </a:cubicBezTo>
                  <a:cubicBezTo>
                    <a:pt x="6287" y="5851"/>
                    <a:pt x="6311" y="5804"/>
                    <a:pt x="6311" y="5744"/>
                  </a:cubicBezTo>
                  <a:lnTo>
                    <a:pt x="6311" y="2196"/>
                  </a:lnTo>
                  <a:lnTo>
                    <a:pt x="6584" y="2137"/>
                  </a:lnTo>
                  <a:close/>
                  <a:moveTo>
                    <a:pt x="6735" y="1"/>
                  </a:moveTo>
                  <a:cubicBezTo>
                    <a:pt x="6724" y="1"/>
                    <a:pt x="6713" y="2"/>
                    <a:pt x="6704" y="5"/>
                  </a:cubicBezTo>
                  <a:lnTo>
                    <a:pt x="1560" y="1137"/>
                  </a:lnTo>
                  <a:cubicBezTo>
                    <a:pt x="1489" y="1148"/>
                    <a:pt x="1429" y="1220"/>
                    <a:pt x="1429" y="1303"/>
                  </a:cubicBezTo>
                  <a:lnTo>
                    <a:pt x="1429" y="3101"/>
                  </a:lnTo>
                  <a:lnTo>
                    <a:pt x="1429" y="4030"/>
                  </a:lnTo>
                  <a:cubicBezTo>
                    <a:pt x="1429" y="4113"/>
                    <a:pt x="1500" y="4185"/>
                    <a:pt x="1596" y="4185"/>
                  </a:cubicBezTo>
                  <a:cubicBezTo>
                    <a:pt x="1679" y="4185"/>
                    <a:pt x="1751" y="4113"/>
                    <a:pt x="1751" y="4030"/>
                  </a:cubicBezTo>
                  <a:lnTo>
                    <a:pt x="1751" y="3232"/>
                  </a:lnTo>
                  <a:lnTo>
                    <a:pt x="2024" y="3173"/>
                  </a:lnTo>
                  <a:lnTo>
                    <a:pt x="2024" y="7304"/>
                  </a:lnTo>
                  <a:cubicBezTo>
                    <a:pt x="2024" y="7459"/>
                    <a:pt x="1858" y="8078"/>
                    <a:pt x="1036" y="8078"/>
                  </a:cubicBezTo>
                  <a:cubicBezTo>
                    <a:pt x="643" y="8078"/>
                    <a:pt x="322" y="7840"/>
                    <a:pt x="322" y="7542"/>
                  </a:cubicBezTo>
                  <a:cubicBezTo>
                    <a:pt x="322" y="7244"/>
                    <a:pt x="655" y="7006"/>
                    <a:pt x="1036" y="7006"/>
                  </a:cubicBezTo>
                  <a:cubicBezTo>
                    <a:pt x="1191" y="7006"/>
                    <a:pt x="1358" y="7042"/>
                    <a:pt x="1536" y="7102"/>
                  </a:cubicBezTo>
                  <a:cubicBezTo>
                    <a:pt x="1552" y="7112"/>
                    <a:pt x="1573" y="7118"/>
                    <a:pt x="1596" y="7118"/>
                  </a:cubicBezTo>
                  <a:cubicBezTo>
                    <a:pt x="1623" y="7118"/>
                    <a:pt x="1653" y="7109"/>
                    <a:pt x="1679" y="7090"/>
                  </a:cubicBezTo>
                  <a:cubicBezTo>
                    <a:pt x="1727" y="7066"/>
                    <a:pt x="1751" y="7018"/>
                    <a:pt x="1751" y="6959"/>
                  </a:cubicBezTo>
                  <a:lnTo>
                    <a:pt x="1751" y="4744"/>
                  </a:lnTo>
                  <a:cubicBezTo>
                    <a:pt x="1751" y="4649"/>
                    <a:pt x="1679" y="4577"/>
                    <a:pt x="1596" y="4577"/>
                  </a:cubicBezTo>
                  <a:cubicBezTo>
                    <a:pt x="1500" y="4577"/>
                    <a:pt x="1429" y="4649"/>
                    <a:pt x="1429" y="4744"/>
                  </a:cubicBezTo>
                  <a:lnTo>
                    <a:pt x="1429" y="6732"/>
                  </a:lnTo>
                  <a:cubicBezTo>
                    <a:pt x="1298" y="6709"/>
                    <a:pt x="1167" y="6673"/>
                    <a:pt x="1048" y="6673"/>
                  </a:cubicBezTo>
                  <a:cubicBezTo>
                    <a:pt x="465" y="6673"/>
                    <a:pt x="0" y="7066"/>
                    <a:pt x="0" y="7518"/>
                  </a:cubicBezTo>
                  <a:cubicBezTo>
                    <a:pt x="0" y="7995"/>
                    <a:pt x="465" y="8376"/>
                    <a:pt x="1048" y="8376"/>
                  </a:cubicBezTo>
                  <a:cubicBezTo>
                    <a:pt x="1596" y="8376"/>
                    <a:pt x="1905" y="8137"/>
                    <a:pt x="2072" y="7935"/>
                  </a:cubicBezTo>
                  <a:cubicBezTo>
                    <a:pt x="2274" y="7697"/>
                    <a:pt x="2358" y="7435"/>
                    <a:pt x="2358" y="7268"/>
                  </a:cubicBezTo>
                  <a:lnTo>
                    <a:pt x="2358" y="3089"/>
                  </a:lnTo>
                  <a:lnTo>
                    <a:pt x="5965" y="2280"/>
                  </a:lnTo>
                  <a:lnTo>
                    <a:pt x="5965" y="5542"/>
                  </a:lnTo>
                  <a:cubicBezTo>
                    <a:pt x="5834" y="5518"/>
                    <a:pt x="5703" y="5482"/>
                    <a:pt x="5584" y="5482"/>
                  </a:cubicBezTo>
                  <a:cubicBezTo>
                    <a:pt x="5001" y="5482"/>
                    <a:pt x="4537" y="5875"/>
                    <a:pt x="4537" y="6328"/>
                  </a:cubicBezTo>
                  <a:cubicBezTo>
                    <a:pt x="4537" y="6804"/>
                    <a:pt x="5001" y="7185"/>
                    <a:pt x="5584" y="7185"/>
                  </a:cubicBezTo>
                  <a:cubicBezTo>
                    <a:pt x="6477" y="7185"/>
                    <a:pt x="6894" y="6506"/>
                    <a:pt x="6894" y="6054"/>
                  </a:cubicBezTo>
                  <a:lnTo>
                    <a:pt x="6894" y="1922"/>
                  </a:lnTo>
                  <a:lnTo>
                    <a:pt x="6894" y="125"/>
                  </a:lnTo>
                  <a:cubicBezTo>
                    <a:pt x="6894" y="113"/>
                    <a:pt x="6882" y="65"/>
                    <a:pt x="6834" y="29"/>
                  </a:cubicBezTo>
                  <a:cubicBezTo>
                    <a:pt x="6800" y="12"/>
                    <a:pt x="6765" y="1"/>
                    <a:pt x="67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2" name="Google Shape;11964;p64">
              <a:extLst>
                <a:ext uri="{FF2B5EF4-FFF2-40B4-BE49-F238E27FC236}">
                  <a16:creationId xmlns:a16="http://schemas.microsoft.com/office/drawing/2014/main" id="{AB37255D-B48F-B575-36F2-0C52AB8CF440}"/>
                </a:ext>
              </a:extLst>
            </p:cNvPr>
            <p:cNvSpPr/>
            <p:nvPr/>
          </p:nvSpPr>
          <p:spPr>
            <a:xfrm>
              <a:off x="7262690" y="2968571"/>
              <a:ext cx="156067" cy="278962"/>
            </a:xfrm>
            <a:custGeom>
              <a:avLst/>
              <a:gdLst/>
              <a:ahLst/>
              <a:cxnLst/>
              <a:rect l="l" t="t" r="r" b="b"/>
              <a:pathLst>
                <a:path w="4907" h="8771" extrusionOk="0">
                  <a:moveTo>
                    <a:pt x="1928" y="0"/>
                  </a:moveTo>
                  <a:cubicBezTo>
                    <a:pt x="1909" y="0"/>
                    <a:pt x="1889" y="3"/>
                    <a:pt x="1870" y="8"/>
                  </a:cubicBezTo>
                  <a:cubicBezTo>
                    <a:pt x="1787" y="31"/>
                    <a:pt x="1727" y="103"/>
                    <a:pt x="1727" y="210"/>
                  </a:cubicBezTo>
                  <a:lnTo>
                    <a:pt x="1727" y="3746"/>
                  </a:lnTo>
                  <a:cubicBezTo>
                    <a:pt x="1727" y="3841"/>
                    <a:pt x="1799" y="3913"/>
                    <a:pt x="1882" y="3913"/>
                  </a:cubicBezTo>
                  <a:cubicBezTo>
                    <a:pt x="1977" y="3913"/>
                    <a:pt x="2049" y="3841"/>
                    <a:pt x="2049" y="3746"/>
                  </a:cubicBezTo>
                  <a:lnTo>
                    <a:pt x="2049" y="627"/>
                  </a:lnTo>
                  <a:cubicBezTo>
                    <a:pt x="2108" y="734"/>
                    <a:pt x="2180" y="853"/>
                    <a:pt x="2275" y="972"/>
                  </a:cubicBezTo>
                  <a:lnTo>
                    <a:pt x="2287" y="984"/>
                  </a:lnTo>
                  <a:lnTo>
                    <a:pt x="2322" y="1008"/>
                  </a:lnTo>
                  <a:lnTo>
                    <a:pt x="2334" y="1032"/>
                  </a:lnTo>
                  <a:cubicBezTo>
                    <a:pt x="2858" y="1770"/>
                    <a:pt x="3346" y="2246"/>
                    <a:pt x="3787" y="2425"/>
                  </a:cubicBezTo>
                  <a:cubicBezTo>
                    <a:pt x="4180" y="2591"/>
                    <a:pt x="4370" y="3091"/>
                    <a:pt x="4466" y="3508"/>
                  </a:cubicBezTo>
                  <a:cubicBezTo>
                    <a:pt x="4525" y="3782"/>
                    <a:pt x="4549" y="4068"/>
                    <a:pt x="4573" y="4306"/>
                  </a:cubicBezTo>
                  <a:cubicBezTo>
                    <a:pt x="4216" y="3853"/>
                    <a:pt x="3573" y="3175"/>
                    <a:pt x="2561" y="2794"/>
                  </a:cubicBezTo>
                  <a:cubicBezTo>
                    <a:pt x="2543" y="2789"/>
                    <a:pt x="2524" y="2787"/>
                    <a:pt x="2505" y="2787"/>
                  </a:cubicBezTo>
                  <a:cubicBezTo>
                    <a:pt x="2471" y="2787"/>
                    <a:pt x="2436" y="2795"/>
                    <a:pt x="2406" y="2817"/>
                  </a:cubicBezTo>
                  <a:cubicBezTo>
                    <a:pt x="2358" y="2841"/>
                    <a:pt x="2334" y="2889"/>
                    <a:pt x="2334" y="2948"/>
                  </a:cubicBezTo>
                  <a:lnTo>
                    <a:pt x="2334" y="7366"/>
                  </a:lnTo>
                  <a:cubicBezTo>
                    <a:pt x="2334" y="7735"/>
                    <a:pt x="1894" y="8437"/>
                    <a:pt x="1191" y="8437"/>
                  </a:cubicBezTo>
                  <a:cubicBezTo>
                    <a:pt x="727" y="8437"/>
                    <a:pt x="334" y="8151"/>
                    <a:pt x="334" y="7818"/>
                  </a:cubicBezTo>
                  <a:cubicBezTo>
                    <a:pt x="334" y="7473"/>
                    <a:pt x="727" y="7187"/>
                    <a:pt x="1191" y="7187"/>
                  </a:cubicBezTo>
                  <a:cubicBezTo>
                    <a:pt x="1382" y="7187"/>
                    <a:pt x="1620" y="7247"/>
                    <a:pt x="1822" y="7354"/>
                  </a:cubicBezTo>
                  <a:cubicBezTo>
                    <a:pt x="1841" y="7363"/>
                    <a:pt x="1861" y="7367"/>
                    <a:pt x="1881" y="7367"/>
                  </a:cubicBezTo>
                  <a:cubicBezTo>
                    <a:pt x="1914" y="7367"/>
                    <a:pt x="1948" y="7357"/>
                    <a:pt x="1977" y="7342"/>
                  </a:cubicBezTo>
                  <a:cubicBezTo>
                    <a:pt x="2013" y="7306"/>
                    <a:pt x="2049" y="7258"/>
                    <a:pt x="2049" y="7199"/>
                  </a:cubicBezTo>
                  <a:lnTo>
                    <a:pt x="2049" y="4520"/>
                  </a:lnTo>
                  <a:cubicBezTo>
                    <a:pt x="2049" y="4437"/>
                    <a:pt x="1977" y="4365"/>
                    <a:pt x="1882" y="4365"/>
                  </a:cubicBezTo>
                  <a:cubicBezTo>
                    <a:pt x="1799" y="4365"/>
                    <a:pt x="1727" y="4437"/>
                    <a:pt x="1727" y="4520"/>
                  </a:cubicBezTo>
                  <a:lnTo>
                    <a:pt x="1727" y="6961"/>
                  </a:lnTo>
                  <a:cubicBezTo>
                    <a:pt x="1525" y="6901"/>
                    <a:pt x="1334" y="6866"/>
                    <a:pt x="1168" y="6866"/>
                  </a:cubicBezTo>
                  <a:cubicBezTo>
                    <a:pt x="537" y="6866"/>
                    <a:pt x="1" y="7294"/>
                    <a:pt x="1" y="7818"/>
                  </a:cubicBezTo>
                  <a:cubicBezTo>
                    <a:pt x="1" y="8330"/>
                    <a:pt x="513" y="8771"/>
                    <a:pt x="1168" y="8771"/>
                  </a:cubicBezTo>
                  <a:cubicBezTo>
                    <a:pt x="1584" y="8771"/>
                    <a:pt x="1977" y="8592"/>
                    <a:pt x="2263" y="8259"/>
                  </a:cubicBezTo>
                  <a:cubicBezTo>
                    <a:pt x="2489" y="7997"/>
                    <a:pt x="2644" y="7651"/>
                    <a:pt x="2644" y="7366"/>
                  </a:cubicBezTo>
                  <a:lnTo>
                    <a:pt x="2644" y="3187"/>
                  </a:lnTo>
                  <a:cubicBezTo>
                    <a:pt x="3775" y="3675"/>
                    <a:pt x="4382" y="4568"/>
                    <a:pt x="4549" y="4842"/>
                  </a:cubicBezTo>
                  <a:cubicBezTo>
                    <a:pt x="4589" y="4901"/>
                    <a:pt x="4654" y="4928"/>
                    <a:pt x="4723" y="4928"/>
                  </a:cubicBezTo>
                  <a:cubicBezTo>
                    <a:pt x="4736" y="4928"/>
                    <a:pt x="4750" y="4927"/>
                    <a:pt x="4763" y="4925"/>
                  </a:cubicBezTo>
                  <a:cubicBezTo>
                    <a:pt x="4847" y="4901"/>
                    <a:pt x="4894" y="4818"/>
                    <a:pt x="4894" y="4746"/>
                  </a:cubicBezTo>
                  <a:cubicBezTo>
                    <a:pt x="4906" y="4544"/>
                    <a:pt x="4894" y="3996"/>
                    <a:pt x="4763" y="3460"/>
                  </a:cubicBezTo>
                  <a:cubicBezTo>
                    <a:pt x="4597" y="2758"/>
                    <a:pt x="4311" y="2329"/>
                    <a:pt x="3894" y="2151"/>
                  </a:cubicBezTo>
                  <a:cubicBezTo>
                    <a:pt x="3513" y="1984"/>
                    <a:pt x="3061" y="1555"/>
                    <a:pt x="2584" y="865"/>
                  </a:cubicBezTo>
                  <a:cubicBezTo>
                    <a:pt x="2572" y="841"/>
                    <a:pt x="2561" y="805"/>
                    <a:pt x="2525" y="781"/>
                  </a:cubicBezTo>
                  <a:cubicBezTo>
                    <a:pt x="2346" y="508"/>
                    <a:pt x="2203" y="270"/>
                    <a:pt x="2108" y="103"/>
                  </a:cubicBezTo>
                  <a:cubicBezTo>
                    <a:pt x="2070" y="36"/>
                    <a:pt x="2002" y="0"/>
                    <a:pt x="19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3" name="Google Shape;11965;p64">
              <a:extLst>
                <a:ext uri="{FF2B5EF4-FFF2-40B4-BE49-F238E27FC236}">
                  <a16:creationId xmlns:a16="http://schemas.microsoft.com/office/drawing/2014/main" id="{A9618430-845E-CEF4-62F8-5F3B7525BDAD}"/>
                </a:ext>
              </a:extLst>
            </p:cNvPr>
            <p:cNvSpPr/>
            <p:nvPr/>
          </p:nvSpPr>
          <p:spPr>
            <a:xfrm>
              <a:off x="7356610" y="3200843"/>
              <a:ext cx="58362" cy="24363"/>
            </a:xfrm>
            <a:custGeom>
              <a:avLst/>
              <a:gdLst/>
              <a:ahLst/>
              <a:cxnLst/>
              <a:rect l="l" t="t" r="r" b="b"/>
              <a:pathLst>
                <a:path w="1835" h="766" extrusionOk="0">
                  <a:moveTo>
                    <a:pt x="1669" y="1"/>
                  </a:moveTo>
                  <a:cubicBezTo>
                    <a:pt x="1636" y="1"/>
                    <a:pt x="1603" y="13"/>
                    <a:pt x="1572" y="39"/>
                  </a:cubicBezTo>
                  <a:cubicBezTo>
                    <a:pt x="1572" y="39"/>
                    <a:pt x="1120" y="348"/>
                    <a:pt x="155" y="444"/>
                  </a:cubicBezTo>
                  <a:cubicBezTo>
                    <a:pt x="60" y="456"/>
                    <a:pt x="0" y="527"/>
                    <a:pt x="0" y="622"/>
                  </a:cubicBezTo>
                  <a:cubicBezTo>
                    <a:pt x="24" y="706"/>
                    <a:pt x="84" y="765"/>
                    <a:pt x="167" y="765"/>
                  </a:cubicBezTo>
                  <a:lnTo>
                    <a:pt x="179" y="765"/>
                  </a:lnTo>
                  <a:cubicBezTo>
                    <a:pt x="1263" y="658"/>
                    <a:pt x="1739" y="325"/>
                    <a:pt x="1763" y="301"/>
                  </a:cubicBezTo>
                  <a:cubicBezTo>
                    <a:pt x="1822" y="229"/>
                    <a:pt x="1834" y="146"/>
                    <a:pt x="1786" y="63"/>
                  </a:cubicBezTo>
                  <a:cubicBezTo>
                    <a:pt x="1753" y="22"/>
                    <a:pt x="1711" y="1"/>
                    <a:pt x="16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4" name="Google Shape;11966;p64">
              <a:extLst>
                <a:ext uri="{FF2B5EF4-FFF2-40B4-BE49-F238E27FC236}">
                  <a16:creationId xmlns:a16="http://schemas.microsoft.com/office/drawing/2014/main" id="{6FFBD15B-CB8C-93BE-61F7-FCA130967F9A}"/>
                </a:ext>
              </a:extLst>
            </p:cNvPr>
            <p:cNvSpPr/>
            <p:nvPr/>
          </p:nvSpPr>
          <p:spPr>
            <a:xfrm>
              <a:off x="7068806" y="3188821"/>
              <a:ext cx="179539" cy="24617"/>
            </a:xfrm>
            <a:custGeom>
              <a:avLst/>
              <a:gdLst/>
              <a:ahLst/>
              <a:cxnLst/>
              <a:rect l="l" t="t" r="r" b="b"/>
              <a:pathLst>
                <a:path w="5645" h="774" extrusionOk="0">
                  <a:moveTo>
                    <a:pt x="1675" y="1"/>
                  </a:moveTo>
                  <a:cubicBezTo>
                    <a:pt x="1452" y="1"/>
                    <a:pt x="1243" y="9"/>
                    <a:pt x="1048" y="24"/>
                  </a:cubicBezTo>
                  <a:cubicBezTo>
                    <a:pt x="632" y="60"/>
                    <a:pt x="322" y="131"/>
                    <a:pt x="144" y="202"/>
                  </a:cubicBezTo>
                  <a:cubicBezTo>
                    <a:pt x="36" y="250"/>
                    <a:pt x="1" y="369"/>
                    <a:pt x="84" y="464"/>
                  </a:cubicBezTo>
                  <a:cubicBezTo>
                    <a:pt x="106" y="502"/>
                    <a:pt x="147" y="520"/>
                    <a:pt x="189" y="520"/>
                  </a:cubicBezTo>
                  <a:cubicBezTo>
                    <a:pt x="215" y="520"/>
                    <a:pt x="240" y="514"/>
                    <a:pt x="263" y="500"/>
                  </a:cubicBezTo>
                  <a:cubicBezTo>
                    <a:pt x="394" y="441"/>
                    <a:pt x="656" y="369"/>
                    <a:pt x="1168" y="345"/>
                  </a:cubicBezTo>
                  <a:cubicBezTo>
                    <a:pt x="1340" y="332"/>
                    <a:pt x="1521" y="327"/>
                    <a:pt x="1709" y="327"/>
                  </a:cubicBezTo>
                  <a:cubicBezTo>
                    <a:pt x="2909" y="327"/>
                    <a:pt x="4373" y="568"/>
                    <a:pt x="5454" y="774"/>
                  </a:cubicBezTo>
                  <a:lnTo>
                    <a:pt x="5478" y="774"/>
                  </a:lnTo>
                  <a:cubicBezTo>
                    <a:pt x="5561" y="774"/>
                    <a:pt x="5632" y="714"/>
                    <a:pt x="5644" y="643"/>
                  </a:cubicBezTo>
                  <a:cubicBezTo>
                    <a:pt x="5644" y="560"/>
                    <a:pt x="5585" y="488"/>
                    <a:pt x="5513" y="464"/>
                  </a:cubicBezTo>
                  <a:cubicBezTo>
                    <a:pt x="3958" y="153"/>
                    <a:pt x="2672" y="1"/>
                    <a:pt x="16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5" name="Google Shape;11967;p64">
              <a:extLst>
                <a:ext uri="{FF2B5EF4-FFF2-40B4-BE49-F238E27FC236}">
                  <a16:creationId xmlns:a16="http://schemas.microsoft.com/office/drawing/2014/main" id="{CC6058E7-7DB0-C139-DA49-3EC2C2CD3350}"/>
                </a:ext>
              </a:extLst>
            </p:cNvPr>
            <p:cNvSpPr/>
            <p:nvPr/>
          </p:nvSpPr>
          <p:spPr>
            <a:xfrm>
              <a:off x="7361158" y="3154726"/>
              <a:ext cx="49997" cy="20482"/>
            </a:xfrm>
            <a:custGeom>
              <a:avLst/>
              <a:gdLst/>
              <a:ahLst/>
              <a:cxnLst/>
              <a:rect l="l" t="t" r="r" b="b"/>
              <a:pathLst>
                <a:path w="1572" h="644" extrusionOk="0">
                  <a:moveTo>
                    <a:pt x="1375" y="1"/>
                  </a:moveTo>
                  <a:cubicBezTo>
                    <a:pt x="1352" y="1"/>
                    <a:pt x="1330" y="5"/>
                    <a:pt x="1310" y="12"/>
                  </a:cubicBezTo>
                  <a:cubicBezTo>
                    <a:pt x="1131" y="120"/>
                    <a:pt x="750" y="251"/>
                    <a:pt x="143" y="310"/>
                  </a:cubicBezTo>
                  <a:cubicBezTo>
                    <a:pt x="60" y="322"/>
                    <a:pt x="0" y="382"/>
                    <a:pt x="0" y="477"/>
                  </a:cubicBezTo>
                  <a:cubicBezTo>
                    <a:pt x="0" y="560"/>
                    <a:pt x="72" y="643"/>
                    <a:pt x="155" y="643"/>
                  </a:cubicBezTo>
                  <a:lnTo>
                    <a:pt x="179" y="643"/>
                  </a:lnTo>
                  <a:cubicBezTo>
                    <a:pt x="881" y="584"/>
                    <a:pt x="1274" y="417"/>
                    <a:pt x="1465" y="310"/>
                  </a:cubicBezTo>
                  <a:cubicBezTo>
                    <a:pt x="1560" y="251"/>
                    <a:pt x="1572" y="120"/>
                    <a:pt x="1501" y="48"/>
                  </a:cubicBezTo>
                  <a:cubicBezTo>
                    <a:pt x="1469" y="16"/>
                    <a:pt x="1421" y="1"/>
                    <a:pt x="13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6" name="Google Shape;11968;p64">
              <a:extLst>
                <a:ext uri="{FF2B5EF4-FFF2-40B4-BE49-F238E27FC236}">
                  <a16:creationId xmlns:a16="http://schemas.microsoft.com/office/drawing/2014/main" id="{267551CF-8767-7032-CA67-A77BE1F423FD}"/>
                </a:ext>
              </a:extLst>
            </p:cNvPr>
            <p:cNvSpPr/>
            <p:nvPr/>
          </p:nvSpPr>
          <p:spPr>
            <a:xfrm>
              <a:off x="7155920" y="3139523"/>
              <a:ext cx="148084" cy="33045"/>
            </a:xfrm>
            <a:custGeom>
              <a:avLst/>
              <a:gdLst/>
              <a:ahLst/>
              <a:cxnLst/>
              <a:rect l="l" t="t" r="r" b="b"/>
              <a:pathLst>
                <a:path w="4656" h="1039" extrusionOk="0">
                  <a:moveTo>
                    <a:pt x="172" y="1"/>
                  </a:moveTo>
                  <a:cubicBezTo>
                    <a:pt x="97" y="1"/>
                    <a:pt x="34" y="68"/>
                    <a:pt x="12" y="145"/>
                  </a:cubicBezTo>
                  <a:cubicBezTo>
                    <a:pt x="0" y="240"/>
                    <a:pt x="84" y="312"/>
                    <a:pt x="167" y="324"/>
                  </a:cubicBezTo>
                  <a:cubicBezTo>
                    <a:pt x="726" y="383"/>
                    <a:pt x="1536" y="526"/>
                    <a:pt x="2489" y="705"/>
                  </a:cubicBezTo>
                  <a:cubicBezTo>
                    <a:pt x="3382" y="883"/>
                    <a:pt x="4001" y="979"/>
                    <a:pt x="4477" y="1038"/>
                  </a:cubicBezTo>
                  <a:lnTo>
                    <a:pt x="4501" y="1038"/>
                  </a:lnTo>
                  <a:cubicBezTo>
                    <a:pt x="4572" y="1038"/>
                    <a:pt x="4644" y="979"/>
                    <a:pt x="4656" y="895"/>
                  </a:cubicBezTo>
                  <a:cubicBezTo>
                    <a:pt x="4644" y="824"/>
                    <a:pt x="4584" y="740"/>
                    <a:pt x="4501" y="729"/>
                  </a:cubicBezTo>
                  <a:cubicBezTo>
                    <a:pt x="4036" y="669"/>
                    <a:pt x="3417" y="562"/>
                    <a:pt x="2536" y="383"/>
                  </a:cubicBezTo>
                  <a:cubicBezTo>
                    <a:pt x="1584" y="193"/>
                    <a:pt x="762" y="62"/>
                    <a:pt x="191" y="2"/>
                  </a:cubicBezTo>
                  <a:cubicBezTo>
                    <a:pt x="185" y="1"/>
                    <a:pt x="178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7" name="Google Shape;9735;p61">
            <a:extLst>
              <a:ext uri="{FF2B5EF4-FFF2-40B4-BE49-F238E27FC236}">
                <a16:creationId xmlns:a16="http://schemas.microsoft.com/office/drawing/2014/main" id="{392A8C1E-F513-1130-BADE-36D602746DB9}"/>
              </a:ext>
            </a:extLst>
          </p:cNvPr>
          <p:cNvGrpSpPr/>
          <p:nvPr/>
        </p:nvGrpSpPr>
        <p:grpSpPr>
          <a:xfrm>
            <a:off x="7316008" y="7256510"/>
            <a:ext cx="364135" cy="359930"/>
            <a:chOff x="2174559" y="3356116"/>
            <a:chExt cx="364135" cy="359930"/>
          </a:xfrm>
          <a:solidFill>
            <a:srgbClr val="00806E"/>
          </a:solidFill>
        </p:grpSpPr>
        <p:sp>
          <p:nvSpPr>
            <p:cNvPr id="58" name="Google Shape;9736;p61">
              <a:extLst>
                <a:ext uri="{FF2B5EF4-FFF2-40B4-BE49-F238E27FC236}">
                  <a16:creationId xmlns:a16="http://schemas.microsoft.com/office/drawing/2014/main" id="{2657A4BC-DBBE-D2DB-4E03-2526FC8A0051}"/>
                </a:ext>
              </a:extLst>
            </p:cNvPr>
            <p:cNvSpPr/>
            <p:nvPr/>
          </p:nvSpPr>
          <p:spPr>
            <a:xfrm>
              <a:off x="2273915" y="3452414"/>
              <a:ext cx="166920" cy="166920"/>
            </a:xfrm>
            <a:custGeom>
              <a:avLst/>
              <a:gdLst/>
              <a:ahLst/>
              <a:cxnLst/>
              <a:rect l="l" t="t" r="r" b="b"/>
              <a:pathLst>
                <a:path w="5240" h="5240" extrusionOk="0">
                  <a:moveTo>
                    <a:pt x="4715" y="358"/>
                  </a:moveTo>
                  <a:cubicBezTo>
                    <a:pt x="4763" y="358"/>
                    <a:pt x="4787" y="370"/>
                    <a:pt x="4811" y="406"/>
                  </a:cubicBezTo>
                  <a:cubicBezTo>
                    <a:pt x="4846" y="429"/>
                    <a:pt x="4858" y="477"/>
                    <a:pt x="4858" y="513"/>
                  </a:cubicBezTo>
                  <a:cubicBezTo>
                    <a:pt x="4858" y="548"/>
                    <a:pt x="4846" y="584"/>
                    <a:pt x="4811" y="608"/>
                  </a:cubicBezTo>
                  <a:lnTo>
                    <a:pt x="4418" y="1013"/>
                  </a:lnTo>
                  <a:lnTo>
                    <a:pt x="4192" y="787"/>
                  </a:lnTo>
                  <a:lnTo>
                    <a:pt x="4608" y="406"/>
                  </a:lnTo>
                  <a:cubicBezTo>
                    <a:pt x="4644" y="370"/>
                    <a:pt x="4680" y="358"/>
                    <a:pt x="4715" y="358"/>
                  </a:cubicBezTo>
                  <a:close/>
                  <a:moveTo>
                    <a:pt x="3965" y="1048"/>
                  </a:moveTo>
                  <a:lnTo>
                    <a:pt x="4192" y="1263"/>
                  </a:lnTo>
                  <a:lnTo>
                    <a:pt x="3358" y="2084"/>
                  </a:lnTo>
                  <a:lnTo>
                    <a:pt x="3132" y="1858"/>
                  </a:lnTo>
                  <a:lnTo>
                    <a:pt x="3965" y="1048"/>
                  </a:lnTo>
                  <a:close/>
                  <a:moveTo>
                    <a:pt x="2894" y="2096"/>
                  </a:moveTo>
                  <a:lnTo>
                    <a:pt x="3120" y="2322"/>
                  </a:lnTo>
                  <a:lnTo>
                    <a:pt x="2287" y="3156"/>
                  </a:lnTo>
                  <a:lnTo>
                    <a:pt x="2060" y="2930"/>
                  </a:lnTo>
                  <a:lnTo>
                    <a:pt x="2894" y="2096"/>
                  </a:lnTo>
                  <a:close/>
                  <a:moveTo>
                    <a:pt x="1846" y="3168"/>
                  </a:moveTo>
                  <a:lnTo>
                    <a:pt x="2060" y="3394"/>
                  </a:lnTo>
                  <a:lnTo>
                    <a:pt x="1227" y="4227"/>
                  </a:lnTo>
                  <a:lnTo>
                    <a:pt x="1013" y="4001"/>
                  </a:lnTo>
                  <a:lnTo>
                    <a:pt x="1846" y="3168"/>
                  </a:lnTo>
                  <a:close/>
                  <a:moveTo>
                    <a:pt x="774" y="4227"/>
                  </a:moveTo>
                  <a:lnTo>
                    <a:pt x="989" y="4454"/>
                  </a:lnTo>
                  <a:lnTo>
                    <a:pt x="596" y="4858"/>
                  </a:lnTo>
                  <a:cubicBezTo>
                    <a:pt x="560" y="4882"/>
                    <a:pt x="513" y="4894"/>
                    <a:pt x="489" y="4894"/>
                  </a:cubicBezTo>
                  <a:cubicBezTo>
                    <a:pt x="441" y="4894"/>
                    <a:pt x="417" y="4882"/>
                    <a:pt x="382" y="4858"/>
                  </a:cubicBezTo>
                  <a:cubicBezTo>
                    <a:pt x="358" y="4823"/>
                    <a:pt x="334" y="4775"/>
                    <a:pt x="334" y="4751"/>
                  </a:cubicBezTo>
                  <a:cubicBezTo>
                    <a:pt x="322" y="4704"/>
                    <a:pt x="334" y="4656"/>
                    <a:pt x="370" y="4632"/>
                  </a:cubicBezTo>
                  <a:lnTo>
                    <a:pt x="774" y="4227"/>
                  </a:lnTo>
                  <a:close/>
                  <a:moveTo>
                    <a:pt x="4739" y="1"/>
                  </a:moveTo>
                  <a:cubicBezTo>
                    <a:pt x="4608" y="1"/>
                    <a:pt x="4489" y="48"/>
                    <a:pt x="4406" y="144"/>
                  </a:cubicBezTo>
                  <a:lnTo>
                    <a:pt x="4001" y="548"/>
                  </a:lnTo>
                  <a:lnTo>
                    <a:pt x="3846" y="406"/>
                  </a:lnTo>
                  <a:cubicBezTo>
                    <a:pt x="3816" y="376"/>
                    <a:pt x="3772" y="361"/>
                    <a:pt x="3727" y="361"/>
                  </a:cubicBezTo>
                  <a:cubicBezTo>
                    <a:pt x="3683" y="361"/>
                    <a:pt x="3638" y="376"/>
                    <a:pt x="3608" y="406"/>
                  </a:cubicBezTo>
                  <a:cubicBezTo>
                    <a:pt x="3549" y="465"/>
                    <a:pt x="3549" y="584"/>
                    <a:pt x="3608" y="644"/>
                  </a:cubicBezTo>
                  <a:lnTo>
                    <a:pt x="3763" y="787"/>
                  </a:lnTo>
                  <a:lnTo>
                    <a:pt x="2929" y="1620"/>
                  </a:lnTo>
                  <a:lnTo>
                    <a:pt x="2775" y="1477"/>
                  </a:lnTo>
                  <a:cubicBezTo>
                    <a:pt x="2745" y="1447"/>
                    <a:pt x="2700" y="1432"/>
                    <a:pt x="2656" y="1432"/>
                  </a:cubicBezTo>
                  <a:cubicBezTo>
                    <a:pt x="2611" y="1432"/>
                    <a:pt x="2566" y="1447"/>
                    <a:pt x="2537" y="1477"/>
                  </a:cubicBezTo>
                  <a:cubicBezTo>
                    <a:pt x="2477" y="1537"/>
                    <a:pt x="2477" y="1656"/>
                    <a:pt x="2537" y="1715"/>
                  </a:cubicBezTo>
                  <a:lnTo>
                    <a:pt x="2691" y="1858"/>
                  </a:lnTo>
                  <a:lnTo>
                    <a:pt x="1858" y="2692"/>
                  </a:lnTo>
                  <a:lnTo>
                    <a:pt x="1703" y="2549"/>
                  </a:lnTo>
                  <a:cubicBezTo>
                    <a:pt x="1673" y="2519"/>
                    <a:pt x="1629" y="2504"/>
                    <a:pt x="1584" y="2504"/>
                  </a:cubicBezTo>
                  <a:cubicBezTo>
                    <a:pt x="1539" y="2504"/>
                    <a:pt x="1495" y="2519"/>
                    <a:pt x="1465" y="2549"/>
                  </a:cubicBezTo>
                  <a:cubicBezTo>
                    <a:pt x="1405" y="2608"/>
                    <a:pt x="1405" y="2727"/>
                    <a:pt x="1465" y="2787"/>
                  </a:cubicBezTo>
                  <a:lnTo>
                    <a:pt x="1620" y="2930"/>
                  </a:lnTo>
                  <a:lnTo>
                    <a:pt x="786" y="3763"/>
                  </a:lnTo>
                  <a:lnTo>
                    <a:pt x="632" y="3620"/>
                  </a:lnTo>
                  <a:cubicBezTo>
                    <a:pt x="602" y="3590"/>
                    <a:pt x="557" y="3576"/>
                    <a:pt x="513" y="3576"/>
                  </a:cubicBezTo>
                  <a:cubicBezTo>
                    <a:pt x="468" y="3576"/>
                    <a:pt x="423" y="3590"/>
                    <a:pt x="393" y="3620"/>
                  </a:cubicBezTo>
                  <a:cubicBezTo>
                    <a:pt x="334" y="3680"/>
                    <a:pt x="334" y="3799"/>
                    <a:pt x="393" y="3858"/>
                  </a:cubicBezTo>
                  <a:lnTo>
                    <a:pt x="548" y="4001"/>
                  </a:lnTo>
                  <a:lnTo>
                    <a:pt x="143" y="4406"/>
                  </a:lnTo>
                  <a:cubicBezTo>
                    <a:pt x="36" y="4477"/>
                    <a:pt x="1" y="4620"/>
                    <a:pt x="1" y="4751"/>
                  </a:cubicBezTo>
                  <a:cubicBezTo>
                    <a:pt x="1" y="4882"/>
                    <a:pt x="36" y="5001"/>
                    <a:pt x="143" y="5097"/>
                  </a:cubicBezTo>
                  <a:cubicBezTo>
                    <a:pt x="239" y="5180"/>
                    <a:pt x="370" y="5239"/>
                    <a:pt x="489" y="5239"/>
                  </a:cubicBezTo>
                  <a:cubicBezTo>
                    <a:pt x="620" y="5239"/>
                    <a:pt x="739" y="5192"/>
                    <a:pt x="834" y="5097"/>
                  </a:cubicBezTo>
                  <a:lnTo>
                    <a:pt x="1227" y="4692"/>
                  </a:lnTo>
                  <a:lnTo>
                    <a:pt x="1382" y="4835"/>
                  </a:lnTo>
                  <a:cubicBezTo>
                    <a:pt x="1405" y="4870"/>
                    <a:pt x="1453" y="4882"/>
                    <a:pt x="1501" y="4882"/>
                  </a:cubicBezTo>
                  <a:cubicBezTo>
                    <a:pt x="1548" y="4882"/>
                    <a:pt x="1584" y="4870"/>
                    <a:pt x="1620" y="4835"/>
                  </a:cubicBezTo>
                  <a:cubicBezTo>
                    <a:pt x="1679" y="4775"/>
                    <a:pt x="1679" y="4656"/>
                    <a:pt x="1620" y="4597"/>
                  </a:cubicBezTo>
                  <a:lnTo>
                    <a:pt x="1465" y="4454"/>
                  </a:lnTo>
                  <a:lnTo>
                    <a:pt x="2298" y="3620"/>
                  </a:lnTo>
                  <a:lnTo>
                    <a:pt x="2453" y="3763"/>
                  </a:lnTo>
                  <a:cubicBezTo>
                    <a:pt x="2477" y="3799"/>
                    <a:pt x="2525" y="3811"/>
                    <a:pt x="2572" y="3811"/>
                  </a:cubicBezTo>
                  <a:cubicBezTo>
                    <a:pt x="2620" y="3811"/>
                    <a:pt x="2656" y="3799"/>
                    <a:pt x="2691" y="3763"/>
                  </a:cubicBezTo>
                  <a:cubicBezTo>
                    <a:pt x="2751" y="3704"/>
                    <a:pt x="2751" y="3584"/>
                    <a:pt x="2691" y="3525"/>
                  </a:cubicBezTo>
                  <a:lnTo>
                    <a:pt x="2537" y="3382"/>
                  </a:lnTo>
                  <a:lnTo>
                    <a:pt x="3370" y="2549"/>
                  </a:lnTo>
                  <a:lnTo>
                    <a:pt x="3525" y="2692"/>
                  </a:lnTo>
                  <a:cubicBezTo>
                    <a:pt x="3549" y="2727"/>
                    <a:pt x="3596" y="2739"/>
                    <a:pt x="3644" y="2739"/>
                  </a:cubicBezTo>
                  <a:cubicBezTo>
                    <a:pt x="3691" y="2739"/>
                    <a:pt x="3727" y="2727"/>
                    <a:pt x="3763" y="2692"/>
                  </a:cubicBezTo>
                  <a:cubicBezTo>
                    <a:pt x="3822" y="2632"/>
                    <a:pt x="3822" y="2513"/>
                    <a:pt x="3763" y="2453"/>
                  </a:cubicBezTo>
                  <a:lnTo>
                    <a:pt x="3608" y="2311"/>
                  </a:lnTo>
                  <a:lnTo>
                    <a:pt x="4442" y="1477"/>
                  </a:lnTo>
                  <a:lnTo>
                    <a:pt x="4596" y="1620"/>
                  </a:lnTo>
                  <a:cubicBezTo>
                    <a:pt x="4620" y="1656"/>
                    <a:pt x="4668" y="1668"/>
                    <a:pt x="4715" y="1668"/>
                  </a:cubicBezTo>
                  <a:cubicBezTo>
                    <a:pt x="4763" y="1668"/>
                    <a:pt x="4799" y="1656"/>
                    <a:pt x="4834" y="1620"/>
                  </a:cubicBezTo>
                  <a:cubicBezTo>
                    <a:pt x="4894" y="1560"/>
                    <a:pt x="4894" y="1441"/>
                    <a:pt x="4834" y="1382"/>
                  </a:cubicBezTo>
                  <a:lnTo>
                    <a:pt x="4680" y="1239"/>
                  </a:lnTo>
                  <a:lnTo>
                    <a:pt x="5085" y="834"/>
                  </a:lnTo>
                  <a:cubicBezTo>
                    <a:pt x="5180" y="739"/>
                    <a:pt x="5239" y="608"/>
                    <a:pt x="5239" y="489"/>
                  </a:cubicBezTo>
                  <a:cubicBezTo>
                    <a:pt x="5239" y="358"/>
                    <a:pt x="5192" y="239"/>
                    <a:pt x="5085" y="144"/>
                  </a:cubicBezTo>
                  <a:cubicBezTo>
                    <a:pt x="5001" y="60"/>
                    <a:pt x="4858" y="1"/>
                    <a:pt x="47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59" name="Google Shape;9737;p61">
              <a:extLst>
                <a:ext uri="{FF2B5EF4-FFF2-40B4-BE49-F238E27FC236}">
                  <a16:creationId xmlns:a16="http://schemas.microsoft.com/office/drawing/2014/main" id="{944465D3-3B43-4FB2-4B4A-BC4741F70438}"/>
                </a:ext>
              </a:extLst>
            </p:cNvPr>
            <p:cNvSpPr/>
            <p:nvPr/>
          </p:nvSpPr>
          <p:spPr>
            <a:xfrm>
              <a:off x="2174559" y="3356116"/>
              <a:ext cx="364135" cy="359930"/>
            </a:xfrm>
            <a:custGeom>
              <a:avLst/>
              <a:gdLst/>
              <a:ahLst/>
              <a:cxnLst/>
              <a:rect l="l" t="t" r="r" b="b"/>
              <a:pathLst>
                <a:path w="11431" h="11299" extrusionOk="0">
                  <a:moveTo>
                    <a:pt x="8142" y="339"/>
                  </a:moveTo>
                  <a:cubicBezTo>
                    <a:pt x="8988" y="339"/>
                    <a:pt x="9829" y="482"/>
                    <a:pt x="10632" y="750"/>
                  </a:cubicBezTo>
                  <a:cubicBezTo>
                    <a:pt x="10930" y="1631"/>
                    <a:pt x="11061" y="2583"/>
                    <a:pt x="11037" y="3500"/>
                  </a:cubicBezTo>
                  <a:lnTo>
                    <a:pt x="7858" y="345"/>
                  </a:lnTo>
                  <a:cubicBezTo>
                    <a:pt x="7953" y="341"/>
                    <a:pt x="8048" y="339"/>
                    <a:pt x="8142" y="339"/>
                  </a:cubicBezTo>
                  <a:close/>
                  <a:moveTo>
                    <a:pt x="572" y="6453"/>
                  </a:moveTo>
                  <a:lnTo>
                    <a:pt x="4917" y="10798"/>
                  </a:lnTo>
                  <a:cubicBezTo>
                    <a:pt x="4620" y="10858"/>
                    <a:pt x="4322" y="10894"/>
                    <a:pt x="4001" y="10929"/>
                  </a:cubicBezTo>
                  <a:lnTo>
                    <a:pt x="441" y="7358"/>
                  </a:lnTo>
                  <a:cubicBezTo>
                    <a:pt x="464" y="7060"/>
                    <a:pt x="512" y="6750"/>
                    <a:pt x="572" y="6453"/>
                  </a:cubicBezTo>
                  <a:close/>
                  <a:moveTo>
                    <a:pt x="405" y="7798"/>
                  </a:moveTo>
                  <a:lnTo>
                    <a:pt x="3560" y="10953"/>
                  </a:lnTo>
                  <a:cubicBezTo>
                    <a:pt x="3462" y="10957"/>
                    <a:pt x="3363" y="10959"/>
                    <a:pt x="3264" y="10959"/>
                  </a:cubicBezTo>
                  <a:cubicBezTo>
                    <a:pt x="2440" y="10959"/>
                    <a:pt x="1596" y="10826"/>
                    <a:pt x="810" y="10560"/>
                  </a:cubicBezTo>
                  <a:cubicBezTo>
                    <a:pt x="512" y="9679"/>
                    <a:pt x="381" y="8727"/>
                    <a:pt x="405" y="7798"/>
                  </a:cubicBezTo>
                  <a:close/>
                  <a:moveTo>
                    <a:pt x="8188" y="1"/>
                  </a:moveTo>
                  <a:cubicBezTo>
                    <a:pt x="7942" y="1"/>
                    <a:pt x="7697" y="12"/>
                    <a:pt x="7453" y="35"/>
                  </a:cubicBezTo>
                  <a:cubicBezTo>
                    <a:pt x="7013" y="71"/>
                    <a:pt x="6560" y="154"/>
                    <a:pt x="6132" y="261"/>
                  </a:cubicBezTo>
                  <a:cubicBezTo>
                    <a:pt x="4739" y="607"/>
                    <a:pt x="3453" y="1345"/>
                    <a:pt x="2429" y="2369"/>
                  </a:cubicBezTo>
                  <a:cubicBezTo>
                    <a:pt x="1893" y="2905"/>
                    <a:pt x="1429" y="3512"/>
                    <a:pt x="1072" y="4167"/>
                  </a:cubicBezTo>
                  <a:cubicBezTo>
                    <a:pt x="1024" y="4250"/>
                    <a:pt x="1060" y="4345"/>
                    <a:pt x="1131" y="4393"/>
                  </a:cubicBezTo>
                  <a:cubicBezTo>
                    <a:pt x="1154" y="4408"/>
                    <a:pt x="1180" y="4415"/>
                    <a:pt x="1206" y="4415"/>
                  </a:cubicBezTo>
                  <a:cubicBezTo>
                    <a:pt x="1264" y="4415"/>
                    <a:pt x="1325" y="4382"/>
                    <a:pt x="1357" y="4333"/>
                  </a:cubicBezTo>
                  <a:cubicBezTo>
                    <a:pt x="1703" y="3714"/>
                    <a:pt x="2143" y="3131"/>
                    <a:pt x="2655" y="2607"/>
                  </a:cubicBezTo>
                  <a:cubicBezTo>
                    <a:pt x="3620" y="1643"/>
                    <a:pt x="4810" y="952"/>
                    <a:pt x="6108" y="595"/>
                  </a:cubicBezTo>
                  <a:lnTo>
                    <a:pt x="9156" y="3655"/>
                  </a:lnTo>
                  <a:cubicBezTo>
                    <a:pt x="9180" y="3679"/>
                    <a:pt x="9227" y="3690"/>
                    <a:pt x="9275" y="3690"/>
                  </a:cubicBezTo>
                  <a:cubicBezTo>
                    <a:pt x="9323" y="3690"/>
                    <a:pt x="9358" y="3679"/>
                    <a:pt x="9394" y="3655"/>
                  </a:cubicBezTo>
                  <a:cubicBezTo>
                    <a:pt x="9454" y="3595"/>
                    <a:pt x="9454" y="3476"/>
                    <a:pt x="9394" y="3417"/>
                  </a:cubicBezTo>
                  <a:lnTo>
                    <a:pt x="6489" y="511"/>
                  </a:lnTo>
                  <a:cubicBezTo>
                    <a:pt x="6787" y="452"/>
                    <a:pt x="7084" y="404"/>
                    <a:pt x="7394" y="381"/>
                  </a:cubicBezTo>
                  <a:lnTo>
                    <a:pt x="10966" y="3952"/>
                  </a:lnTo>
                  <a:cubicBezTo>
                    <a:pt x="10942" y="4250"/>
                    <a:pt x="10894" y="4560"/>
                    <a:pt x="10835" y="4857"/>
                  </a:cubicBezTo>
                  <a:lnTo>
                    <a:pt x="9954" y="3976"/>
                  </a:lnTo>
                  <a:cubicBezTo>
                    <a:pt x="9924" y="3946"/>
                    <a:pt x="9879" y="3932"/>
                    <a:pt x="9835" y="3932"/>
                  </a:cubicBezTo>
                  <a:cubicBezTo>
                    <a:pt x="9790" y="3932"/>
                    <a:pt x="9745" y="3946"/>
                    <a:pt x="9716" y="3976"/>
                  </a:cubicBezTo>
                  <a:cubicBezTo>
                    <a:pt x="9656" y="4036"/>
                    <a:pt x="9656" y="4155"/>
                    <a:pt x="9716" y="4214"/>
                  </a:cubicBezTo>
                  <a:lnTo>
                    <a:pt x="10751" y="5238"/>
                  </a:lnTo>
                  <a:cubicBezTo>
                    <a:pt x="10394" y="6548"/>
                    <a:pt x="9704" y="7739"/>
                    <a:pt x="8751" y="8691"/>
                  </a:cubicBezTo>
                  <a:cubicBezTo>
                    <a:pt x="7787" y="9667"/>
                    <a:pt x="6596" y="10346"/>
                    <a:pt x="5298" y="10703"/>
                  </a:cubicBezTo>
                  <a:lnTo>
                    <a:pt x="679" y="6060"/>
                  </a:lnTo>
                  <a:cubicBezTo>
                    <a:pt x="762" y="5715"/>
                    <a:pt x="881" y="5381"/>
                    <a:pt x="1012" y="5048"/>
                  </a:cubicBezTo>
                  <a:cubicBezTo>
                    <a:pt x="1048" y="4964"/>
                    <a:pt x="1012" y="4869"/>
                    <a:pt x="929" y="4822"/>
                  </a:cubicBezTo>
                  <a:cubicBezTo>
                    <a:pt x="906" y="4816"/>
                    <a:pt x="884" y="4813"/>
                    <a:pt x="864" y="4813"/>
                  </a:cubicBezTo>
                  <a:cubicBezTo>
                    <a:pt x="796" y="4813"/>
                    <a:pt x="739" y="4844"/>
                    <a:pt x="703" y="4917"/>
                  </a:cubicBezTo>
                  <a:cubicBezTo>
                    <a:pt x="536" y="5286"/>
                    <a:pt x="417" y="5679"/>
                    <a:pt x="322" y="6072"/>
                  </a:cubicBezTo>
                  <a:cubicBezTo>
                    <a:pt x="214" y="6512"/>
                    <a:pt x="143" y="6953"/>
                    <a:pt x="95" y="7405"/>
                  </a:cubicBezTo>
                  <a:cubicBezTo>
                    <a:pt x="0" y="8548"/>
                    <a:pt x="143" y="9667"/>
                    <a:pt x="512" y="10751"/>
                  </a:cubicBezTo>
                  <a:cubicBezTo>
                    <a:pt x="524" y="10798"/>
                    <a:pt x="572" y="10834"/>
                    <a:pt x="619" y="10858"/>
                  </a:cubicBezTo>
                  <a:cubicBezTo>
                    <a:pt x="1465" y="11156"/>
                    <a:pt x="2381" y="11299"/>
                    <a:pt x="3298" y="11299"/>
                  </a:cubicBezTo>
                  <a:cubicBezTo>
                    <a:pt x="3512" y="11299"/>
                    <a:pt x="3739" y="11287"/>
                    <a:pt x="3965" y="11275"/>
                  </a:cubicBezTo>
                  <a:cubicBezTo>
                    <a:pt x="4405" y="11227"/>
                    <a:pt x="4858" y="11156"/>
                    <a:pt x="5286" y="11049"/>
                  </a:cubicBezTo>
                  <a:cubicBezTo>
                    <a:pt x="6680" y="10691"/>
                    <a:pt x="7965" y="9965"/>
                    <a:pt x="8989" y="8929"/>
                  </a:cubicBezTo>
                  <a:cubicBezTo>
                    <a:pt x="10013" y="7905"/>
                    <a:pt x="10751" y="6631"/>
                    <a:pt x="11109" y="5226"/>
                  </a:cubicBezTo>
                  <a:cubicBezTo>
                    <a:pt x="11204" y="4798"/>
                    <a:pt x="11287" y="4345"/>
                    <a:pt x="11323" y="3905"/>
                  </a:cubicBezTo>
                  <a:cubicBezTo>
                    <a:pt x="11430" y="2774"/>
                    <a:pt x="11287" y="1631"/>
                    <a:pt x="10906" y="559"/>
                  </a:cubicBezTo>
                  <a:cubicBezTo>
                    <a:pt x="10894" y="511"/>
                    <a:pt x="10859" y="464"/>
                    <a:pt x="10811" y="452"/>
                  </a:cubicBezTo>
                  <a:cubicBezTo>
                    <a:pt x="9980" y="153"/>
                    <a:pt x="9082" y="1"/>
                    <a:pt x="81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pic>
        <p:nvPicPr>
          <p:cNvPr id="3" name="Grafik 2">
            <a:extLst>
              <a:ext uri="{FF2B5EF4-FFF2-40B4-BE49-F238E27FC236}">
                <a16:creationId xmlns:a16="http://schemas.microsoft.com/office/drawing/2014/main" id="{6DEAD146-48AC-DAE1-B3FC-2FB1EB7F5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304" y="994255"/>
            <a:ext cx="4761586" cy="3680085"/>
          </a:xfrm>
          <a:prstGeom prst="rect">
            <a:avLst/>
          </a:prstGeom>
          <a:ln w="0"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374327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028A052FA2C244A425CF5EEB1DBF84" ma:contentTypeVersion="21" ma:contentTypeDescription="Create a new document." ma:contentTypeScope="" ma:versionID="557fd36d6773f6afffd33e42be8f9a70">
  <xsd:schema xmlns:xsd="http://www.w3.org/2001/XMLSchema" xmlns:xs="http://www.w3.org/2001/XMLSchema" xmlns:p="http://schemas.microsoft.com/office/2006/metadata/properties" xmlns:ns2="87705e81-52f5-424f-9fac-ad99884b5ac6" xmlns:ns3="c7ea8c96-3eac-4a30-947c-664861c17014" targetNamespace="http://schemas.microsoft.com/office/2006/metadata/properties" ma:root="true" ma:fieldsID="6863536ccd4c2cc41c54a68332ff668d" ns2:_="" ns3:_="">
    <xsd:import namespace="87705e81-52f5-424f-9fac-ad99884b5ac6"/>
    <xsd:import namespace="c7ea8c96-3eac-4a30-947c-664861c17014"/>
    <xsd:element name="properties">
      <xsd:complexType>
        <xsd:sequence>
          <xsd:element name="documentManagement">
            <xsd:complexType>
              <xsd:all>
                <xsd:element ref="ns2:g42673d488dd420fb412836054780209" minOccurs="0"/>
                <xsd:element ref="ns2:TaxCatchAll" minOccurs="0"/>
                <xsd:element ref="ns2:TaxCatchAllLabel" minOccurs="0"/>
                <xsd:element ref="ns2:i0f84bba906045b4af568ee102a52dcb" minOccurs="0"/>
                <xsd:element ref="ns2:RevIMDeletionDate" minOccurs="0"/>
                <xsd:element ref="ns2:RevIMEventDate" minOccurs="0"/>
                <xsd:element ref="ns2:RevIMComments" minOccurs="0"/>
                <xsd:element ref="ns2:RevIMDocumentOwner" minOccurs="0"/>
                <xsd:element ref="ns2:RevIMExtends" minOccurs="0"/>
                <xsd:element ref="ns3:MediaServiceMetadata" minOccurs="0"/>
                <xsd:element ref="ns3:MediaServiceFastMetadata" minOccurs="0"/>
                <xsd:element ref="ns2:SharedWithUsers" minOccurs="0"/>
                <xsd:element ref="ns2:SharedWithDetails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2:RevIMDateOfModified2Creation" minOccurs="0"/>
                <xsd:element ref="ns3:MediaLengthInSeconds" minOccurs="0"/>
                <xsd:element ref="ns2:RevIMDeclare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705e81-52f5-424f-9fac-ad99884b5ac6" elementFormDefault="qualified">
    <xsd:import namespace="http://schemas.microsoft.com/office/2006/documentManagement/types"/>
    <xsd:import namespace="http://schemas.microsoft.com/office/infopath/2007/PartnerControls"/>
    <xsd:element name="g42673d488dd420fb412836054780209" ma:index="8" nillable="true" ma:taxonomy="true" ma:internalName="g42673d488dd420fb412836054780209" ma:taxonomyFieldName="LegalHoldTag" ma:displayName="LegalHold" ma:fieldId="{042673d4-88dd-420f-b412-836054780209}" ma:taxonomyMulti="true" ma:sspId="d35d9ec1-ff0e-4daf-94ff-594c76aa1822" ma:termSetId="1d36a6df-4193-45ed-b3bc-3ba9643c5e0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9" nillable="true" ma:displayName="Taxonomy Catch All Column" ma:hidden="true" ma:list="{5b455452-b73e-4ec0-8ec7-65be22762e4b}" ma:internalName="TaxCatchAll" ma:showField="CatchAllData" ma:web="87705e81-52f5-424f-9fac-ad99884b5ac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hidden="true" ma:list="{5b455452-b73e-4ec0-8ec7-65be22762e4b}" ma:internalName="TaxCatchAllLabel" ma:readOnly="true" ma:showField="CatchAllDataLabel" ma:web="87705e81-52f5-424f-9fac-ad99884b5ac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i0f84bba906045b4af568ee102a52dcb" ma:index="13" nillable="true" ma:taxonomy="true" ma:internalName="i0f84bba906045b4af568ee102a52dcb" ma:taxonomyFieldName="RevIMBCS" ma:displayName="CSD Class" ma:readOnly="true" ma:default="1;#0.1 Initial category|0239cc7a-0c96-48a8-9e0e-a383e362571c" ma:fieldId="{20f84bba-9060-45b4-af56-8ee102a52dcb}" ma:sspId="d35d9ec1-ff0e-4daf-94ff-594c76aa1822" ma:termSetId="83f400d6-6f53-40a3-8fd2-b80b61df545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RevIMDeletionDate" ma:index="14" nillable="true" ma:displayName="Deletion Date" ma:description="Deletion Date" ma:format="DateOnly" ma:internalName="RevIMDeletionDate" ma:readOnly="true">
      <xsd:simpleType>
        <xsd:restriction base="dms:DateTime"/>
      </xsd:simpleType>
    </xsd:element>
    <xsd:element name="RevIMEventDate" ma:index="15" nillable="true" ma:displayName="Event Date" ma:description="Event Date" ma:format="DateOnly" ma:internalName="RevIMEventDate" ma:readOnly="true">
      <xsd:simpleType>
        <xsd:restriction base="dms:DateTime"/>
      </xsd:simpleType>
    </xsd:element>
    <xsd:element name="RevIMComments" ma:index="16" nillable="true" ma:displayName="Event Comment" ma:internalName="RevIMComments" ma:readOnly="true">
      <xsd:simpleType>
        <xsd:restriction base="dms:Note">
          <xsd:maxLength value="255"/>
        </xsd:restriction>
      </xsd:simpleType>
    </xsd:element>
    <xsd:element name="RevIMDocumentOwner" ma:index="17" nillable="true" ma:displayName="Document Owner" ma:list="UserInfo" ma:internalName="RevIMDocumentOwn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evIMExtends" ma:index="18" nillable="true" ma:displayName="RevIMExtends" ma:hidden="true" ma:internalName="RevIMExtends" ma:readOnly="true">
      <xsd:simpleType>
        <xsd:restriction base="dms:Note"/>
      </xsd:simple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RevIMDateOfModified2Creation" ma:index="29" nillable="true" ma:displayName="Reclassification Date from Modified to Creation Class" ma:description="Reclassification Date from Modified to Creation Class" ma:format="DateOnly" ma:indexed="true" ma:internalName="RevIMDateOfModified2Creation" ma:readOnly="true">
      <xsd:simpleType>
        <xsd:restriction base="dms:DateTime"/>
      </xsd:simpleType>
    </xsd:element>
    <xsd:element name="RevIMDeclareTime" ma:index="31" nillable="true" ma:displayName="CSD Record Declaration Time" ma:description="CSD Record Declaration Time" ma:format="DateTime" ma:indexed="true" ma:internalName="RevIMDeclare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ea8c96-3eac-4a30-947c-664861c170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2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3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vIMDocumentOwner xmlns="87705e81-52f5-424f-9fac-ad99884b5ac6">
      <UserInfo>
        <DisplayName/>
        <AccountId xsi:nil="true"/>
        <AccountType/>
      </UserInfo>
    </RevIMDocumentOwner>
    <TaxCatchAll xmlns="87705e81-52f5-424f-9fac-ad99884b5ac6">
      <Value>5</Value>
    </TaxCatchAll>
    <g42673d488dd420fb412836054780209 xmlns="87705e81-52f5-424f-9fac-ad99884b5ac6">
      <Terms xmlns="http://schemas.microsoft.com/office/infopath/2007/PartnerControls"/>
    </g42673d488dd420fb412836054780209>
    <i0f84bba906045b4af568ee102a52dcb xmlns="87705e81-52f5-424f-9fac-ad99884b5ac6">
      <Terms xmlns="http://schemas.microsoft.com/office/infopath/2007/PartnerControls">
        <TermInfo xmlns="http://schemas.microsoft.com/office/infopath/2007/PartnerControls">
          <TermName xmlns="http://schemas.microsoft.com/office/infopath/2007/PartnerControls">0.3 Dynamische Unternehmensinformationen (zuletzt geändert)</TermName>
          <TermId xmlns="http://schemas.microsoft.com/office/infopath/2007/PartnerControls">9a754fea-0917-4531-8837-b34b43a53c8c</TermId>
        </TermInfo>
      </Terms>
    </i0f84bba906045b4af568ee102a52dcb>
    <RevIMComments xmlns="87705e81-52f5-424f-9fac-ad99884b5ac6" xsi:nil="true"/>
    <RevIMDeletionDate xmlns="87705e81-52f5-424f-9fac-ad99884b5ac6" xsi:nil="true"/>
    <RevIMEventDate xmlns="87705e81-52f5-424f-9fac-ad99884b5ac6" xsi:nil="true"/>
    <RevIMExtends xmlns="87705e81-52f5-424f-9fac-ad99884b5ac6">{"Classified":"2025-01-13T11:54:39.132Z","KSUClass":"9a754fea-0917-4531-8837-b34b43a53c8c","Reclassified":"2025-06-04T10:45:49.062Z","ReclassifiedBy":"stefanie.kraus@volkswagen-groupservices.com"}</RevIMExtend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B4D8F55-1283-46D3-8DAE-EE1F403D0457}">
  <ds:schemaRefs>
    <ds:schemaRef ds:uri="87705e81-52f5-424f-9fac-ad99884b5ac6"/>
    <ds:schemaRef ds:uri="c7ea8c96-3eac-4a30-947c-664861c1701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14AF3CA-7F11-45CC-B854-4D6DED9DF190}">
  <ds:schemaRefs>
    <ds:schemaRef ds:uri="c7ea8c96-3eac-4a30-947c-664861c17014"/>
    <ds:schemaRef ds:uri="http://schemas.openxmlformats.org/package/2006/metadata/core-properties"/>
    <ds:schemaRef ds:uri="http://schemas.microsoft.com/office/infopath/2007/PartnerControls"/>
    <ds:schemaRef ds:uri="87705e81-52f5-424f-9fac-ad99884b5ac6"/>
    <ds:schemaRef ds:uri="http://purl.org/dc/terms/"/>
    <ds:schemaRef ds:uri="http://schemas.microsoft.com/office/2006/documentManagement/types"/>
    <ds:schemaRef ds:uri="http://purl.org/dc/elements/1.1/"/>
    <ds:schemaRef ds:uri="http://www.w3.org/XML/1998/namespace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5B7F11C7-14AB-48E9-A8FB-FB67FB9EF91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a6b84135-ab90-4b03-a415-784f8f15a7f1}" enabled="1" method="Privileged" siteId="{2882be50-2012-4d88-ac86-544124e120c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49</Words>
  <Application>Microsoft Office PowerPoint</Application>
  <PresentationFormat>Benutzerdefiniert</PresentationFormat>
  <Paragraphs>17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The Group TEXT</vt:lpstr>
      <vt:lpstr>Office</vt:lpstr>
      <vt:lpstr>PowerPoint-Präsentation</vt:lpstr>
    </vt:vector>
  </TitlesOfParts>
  <Company>Volkswagen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Ercel, Mert (A-GSAA-I)</dc:creator>
  <cp:lastModifiedBy>Just, Martin (A-OSA/AI)</cp:lastModifiedBy>
  <cp:revision>16</cp:revision>
  <cp:lastPrinted>2024-02-06T12:46:51Z</cp:lastPrinted>
  <dcterms:created xsi:type="dcterms:W3CDTF">2024-01-11T06:42:42Z</dcterms:created>
  <dcterms:modified xsi:type="dcterms:W3CDTF">2026-08-25T07:19:21Z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Office:8</vt:lpwstr>
  </property>
  <property fmtid="{D5CDD505-2E9C-101B-9397-08002B2CF9AE}" pid="3" name="ClassificationContentMarkingFooterText">
    <vt:lpwstr>INTERNAL</vt:lpwstr>
  </property>
  <property fmtid="{D5CDD505-2E9C-101B-9397-08002B2CF9AE}" pid="4" name="MSIP_Label_a6b84135-ab90-4b03-a415-784f8f15a7f1_Enabled">
    <vt:lpwstr>true</vt:lpwstr>
  </property>
  <property fmtid="{D5CDD505-2E9C-101B-9397-08002B2CF9AE}" pid="5" name="MSIP_Label_a6b84135-ab90-4b03-a415-784f8f15a7f1_SetDate">
    <vt:lpwstr>2024-01-15T10:10:42Z</vt:lpwstr>
  </property>
  <property fmtid="{D5CDD505-2E9C-101B-9397-08002B2CF9AE}" pid="6" name="MSIP_Label_a6b84135-ab90-4b03-a415-784f8f15a7f1_Method">
    <vt:lpwstr>Privileged</vt:lpwstr>
  </property>
  <property fmtid="{D5CDD505-2E9C-101B-9397-08002B2CF9AE}" pid="7" name="MSIP_Label_a6b84135-ab90-4b03-a415-784f8f15a7f1_Name">
    <vt:lpwstr>a6b84135-ab90-4b03-a415-784f8f15a7f1</vt:lpwstr>
  </property>
  <property fmtid="{D5CDD505-2E9C-101B-9397-08002B2CF9AE}" pid="8" name="MSIP_Label_a6b84135-ab90-4b03-a415-784f8f15a7f1_SiteId">
    <vt:lpwstr>2882be50-2012-4d88-ac86-544124e120c8</vt:lpwstr>
  </property>
  <property fmtid="{D5CDD505-2E9C-101B-9397-08002B2CF9AE}" pid="9" name="MSIP_Label_a6b84135-ab90-4b03-a415-784f8f15a7f1_ActionId">
    <vt:lpwstr>0c341731-8c72-4127-9b1d-78675b7ba791</vt:lpwstr>
  </property>
  <property fmtid="{D5CDD505-2E9C-101B-9397-08002B2CF9AE}" pid="10" name="MSIP_Label_a6b84135-ab90-4b03-a415-784f8f15a7f1_ContentBits">
    <vt:lpwstr>0</vt:lpwstr>
  </property>
  <property fmtid="{D5CDD505-2E9C-101B-9397-08002B2CF9AE}" pid="11" name="ContentTypeId">
    <vt:lpwstr>0x01010012028A052FA2C244A425CF5EEB1DBF84</vt:lpwstr>
  </property>
  <property fmtid="{D5CDD505-2E9C-101B-9397-08002B2CF9AE}" pid="12" name="RevIMBCS">
    <vt:lpwstr>5;#0.3 Dynamische Unternehmensinformationen (zuletzt geändert)|9a754fea-0917-4531-8837-b34b43a53c8c</vt:lpwstr>
  </property>
  <property fmtid="{D5CDD505-2E9C-101B-9397-08002B2CF9AE}" pid="13" name="LegalHoldTag">
    <vt:lpwstr/>
  </property>
</Properties>
</file>