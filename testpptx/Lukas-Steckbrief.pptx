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8"/>
  </p:notesMasterIdLst>
  <p:sldIdLst>
    <p:sldId id="284" r:id="rId5"/>
    <p:sldId id="286" r:id="rId6"/>
    <p:sldId id="287" r:id="rId7"/>
  </p:sldIdLst>
  <p:sldSz cx="15119350" cy="10691813"/>
  <p:notesSz cx="9869488" cy="14298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FE06"/>
    <a:srgbClr val="00806E"/>
    <a:srgbClr val="080B3E"/>
    <a:srgbClr val="E67364"/>
    <a:srgbClr val="003546"/>
    <a:srgbClr val="031E31"/>
    <a:srgbClr val="002733"/>
    <a:srgbClr val="323130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1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591549" y="0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r">
              <a:defRPr sz="1700"/>
            </a:lvl1pPr>
          </a:lstStyle>
          <a:p>
            <a:fld id="{639DA1EC-157E-4056-9EBB-DE71DEB89E6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524000" y="1787525"/>
            <a:ext cx="682148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40" tIns="66520" rIns="133040" bIns="665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88112" y="6881365"/>
            <a:ext cx="7895590" cy="5630208"/>
          </a:xfrm>
          <a:prstGeom prst="rect">
            <a:avLst/>
          </a:prstGeom>
        </p:spPr>
        <p:txBody>
          <a:bodyPr vert="horz" lIns="133040" tIns="66520" rIns="133040" bIns="665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3581037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591549" y="13581037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r">
              <a:defRPr sz="1700"/>
            </a:lvl1pPr>
          </a:lstStyle>
          <a:p>
            <a:fld id="{B7CA5B75-32E4-4056-87A9-2D6E2126981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1pPr>
    <a:lvl2pPr marL="61946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2pPr>
    <a:lvl3pPr marL="123892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3pPr>
    <a:lvl4pPr marL="185838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4pPr>
    <a:lvl5pPr marL="247784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5pPr>
    <a:lvl6pPr marL="309730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6pPr>
    <a:lvl7pPr marL="371676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7pPr>
    <a:lvl8pPr marL="433622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8pPr>
    <a:lvl9pPr marL="495568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80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95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/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755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95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05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9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63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41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463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9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51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042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2773-0093-56C5-CC46-F3B3EBDB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50DE4487-6920-0B5D-DAC6-C7958D08DE68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B3CCB1A-2D29-C72C-DE8B-115E1A122F75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Lukas </a:t>
            </a:r>
            <a:r>
              <a:rPr lang="de-DE" sz="2400" err="1">
                <a:latin typeface="The Group TEXT"/>
                <a:cs typeface="Dubai Medium"/>
              </a:rPr>
              <a:t>Zinowsky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Systemintegration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B76D741-4475-D394-3EE4-790FEC472873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D157BE5-A675-86DA-D2F8-41DEE45A0342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7D640C5-75A2-686A-E3C2-7A0B51CF57B0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„Sorg erst dafür dass es existiert, danach kannst du es verbessern."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DECCD487-EC51-BAC6-4E25-D1014161AD7D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17.06.2006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Manching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Cyberpunk 2077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Audi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59DE63AC-599E-7424-60A2-873AACBCA4E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58772964-ADB6-25AA-5E75-376FD1D4EFFE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4888E965-9DDC-9988-8C8D-8D00852A87E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922AEA15-79DF-3EFA-E645-67AD7D1B11C5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0EE7AC8B-2E51-2BDB-27C2-274F20F51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6EBAACE2-3FB9-B0E3-64B8-1D9A710A9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8A742E0C-060A-592E-EA53-F9292D246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98336640-B389-F884-48DD-AE78071E4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9CCD7BF6-C2A6-E1F0-B54A-05F84C7B23DC}"/>
              </a:ext>
            </a:extLst>
          </p:cNvPr>
          <p:cNvSpPr txBox="1"/>
          <p:nvPr/>
        </p:nvSpPr>
        <p:spPr>
          <a:xfrm>
            <a:off x="7675568" y="5059808"/>
            <a:ext cx="711867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Nudeln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Murder </a:t>
            </a:r>
            <a:r>
              <a:rPr lang="de-DE" sz="2400" err="1">
                <a:latin typeface="The Group TEXT"/>
                <a:cs typeface="Dubai Medium"/>
              </a:rPr>
              <a:t>Drones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D&amp;D, Minecraft </a:t>
            </a:r>
            <a:r>
              <a:rPr lang="de-DE" sz="2400" err="1">
                <a:latin typeface="The Group TEXT"/>
                <a:cs typeface="Dubai Medium"/>
              </a:rPr>
              <a:t>modding</a:t>
            </a:r>
            <a:r>
              <a:rPr lang="de-DE" sz="2400">
                <a:latin typeface="The Group TEXT"/>
                <a:cs typeface="Dubai Medium"/>
              </a:rPr>
              <a:t>, Digital </a:t>
            </a:r>
            <a:r>
              <a:rPr lang="de-DE" sz="2400" err="1">
                <a:latin typeface="The Group TEXT"/>
                <a:cs typeface="Dubai Medium"/>
              </a:rPr>
              <a:t>art</a:t>
            </a:r>
            <a:r>
              <a:rPr lang="de-DE" sz="2400">
                <a:latin typeface="The Group TEXT"/>
                <a:cs typeface="Dubai Medium"/>
              </a:rPr>
              <a:t>, zocken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Fahrrad fahren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9C7D55EE-F266-7125-1F62-0F211DDC81CE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7538A035-0ACF-3674-A6B9-D84927EA9C5C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FF0E816C-1586-2EEF-42FF-D4284DD43693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9552E1EB-8FCD-9FD5-C249-2121FABA39EC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9FECE4D7-FA52-C2D9-ABAC-3B2045F5D010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ED54CC4B-D078-E613-CD06-1BE80FD8F003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ADB8919-9774-34EA-9B86-46F9C5DA2644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F247E41B-48F8-06EF-8694-58F9D3F02953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1BF826A0-4DF9-4BFF-134B-C8D08D03DF6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866D1D8-FCE9-5808-6853-2D336ECF914D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961C430D-DFC2-6FC6-E08C-701168DD58CC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6D6A5B5E-A0D0-D251-86D1-46F51478D9BC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47603E27-28AE-71C0-55FD-8699E800E8BB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49662BDC-812E-E999-5232-2910A1BBC490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F7248C5E-BEB3-A73D-69E8-93BC49FFE304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0F2F0899-4A5A-7074-95FE-B1DB49E858C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B1FB6599-315A-A855-AFA7-B361E5A1524A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DE6BCF2E-C952-BF05-2E51-A2DBA1265E86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38E3283E-A38F-334F-C061-2AFDBA59A26D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309F6CD-F61A-386D-FA0E-B538FD1A167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C32D7EBA-C814-E9D9-6E78-293D9F3F2C3C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1C2A5146-AA98-DC87-87F0-27C2A751718E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2DC3212E-AF14-32E6-FC32-C40C38E43B61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A632001E-7ECC-78DE-98E7-0B5CEFEA1986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4EDA1694-9227-715C-1519-14093979E649}"/>
              </a:ext>
            </a:extLst>
          </p:cNvPr>
          <p:cNvGrpSpPr/>
          <p:nvPr/>
        </p:nvGrpSpPr>
        <p:grpSpPr>
          <a:xfrm>
            <a:off x="7324934" y="761515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B0D2CC62-4DA7-9ACB-9CE2-C7A8A11573D5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BF50BA8D-CC03-5CE7-0C9B-0EB5EA037850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CE21697-0112-B50D-77EF-1C698600D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238" y="393321"/>
            <a:ext cx="5933017" cy="4543425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855114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CDAF3-F2DE-7C1E-25F3-67B161D2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DDFD1C5C-222C-0252-9035-ABBC36A189F2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3D25081-FED7-598A-2561-D59D3A4C8777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Maik </a:t>
            </a:r>
            <a:r>
              <a:rPr lang="de-DE" sz="2400" err="1">
                <a:latin typeface="The Group TEXT"/>
                <a:cs typeface="Dubai Medium"/>
              </a:rPr>
              <a:t>Baschenow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4D4B51F-636F-E515-BE24-008D9F299F3D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8F9DFEFF-6024-EB73-07E4-A2AF7A682E49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54FA93B-8B8A-2E14-1D75-AD4117850277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„Augen zu und durch"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1217B70-7295-BAFA-184C-827016568744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26.05.2009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Ingolstadt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Rdr2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 911 GT3 RS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72A85F1D-9020-E6C1-2718-FB995E7A83C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D09FDC1-77FC-0AD8-C762-649DE6878237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5C044161-BE3D-FAA3-1F05-7CA79F9CFD5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6E16517A-B109-0F34-92F5-F62D746EF835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19A8A705-9064-E473-1201-9D1DA4A0D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873C04D-499B-DF72-85FB-B0531D904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210FA083-E1E8-DC7A-57B2-441B196B4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2E74ED78-4EAF-4CAD-B28D-F9F581009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5461C2FA-EB14-3C5B-7C27-9815FE9C3E87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Burger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Breaking Bad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Angeln, Roller schrauben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Boxen,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E78FECD7-B091-3177-4DD5-74628F58590A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D1165774-5731-781A-D11B-46192AC91BE0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895621-1C3C-DC85-279B-125443B11D01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468F9639-3AE2-29E1-F97A-FC103B10AB9D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82C0CD82-7910-838F-1DCD-E06B9B365E26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CC8CB407-ECBD-03D6-7980-1351C5C03822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9E4817E7-58C3-F083-F193-883E13E864CC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541AD34E-B6EF-3ABF-A096-05B0879CC507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7A60620F-53FA-DD1E-063F-4FB317F39F47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67E94528-B0C0-1CCB-C7E7-F6CAEBDD26AF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09B41E5C-792B-B74F-30E1-81169B1D4EEC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8751E3B3-3A08-9EC5-E431-510EFA94E348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C7B0F5F9-90A1-36E5-97F8-0364714FB378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A6DF7A6E-21A9-DCDE-7E2F-A04FF34DA3A9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EF9E10C-747C-57EC-F0F9-5DC6D9CFC99B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AD70CB62-AB82-AB20-F875-8E8DFBC1AA65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E9C046BE-C8EF-B924-A8CC-280149BBEF84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FD4D1A23-BA44-7200-3836-21598D040FCF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AB2AB8A5-E44C-EA16-D834-E4E20D69886C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57CDA13C-15B0-2079-149C-6AF30BB00B27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5A5A473A-F9A7-2A7B-05A5-21AD6686301E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21E78D46-0E40-E1DB-94D8-A95DFA8B1A69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8D83320D-22B6-8631-7C5E-FDAA2F97BD6A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354775C7-FFFC-E641-C526-D872DCC0E4A5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19354C68-CD00-8305-B021-B19BA0A5AA45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967786D6-6AED-F561-0D37-2ECC4E640B1B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727410EB-22EF-0B05-0E6F-4EC36B5820B9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Picture 2">
            <a:extLst>
              <a:ext uri="{FF2B5EF4-FFF2-40B4-BE49-F238E27FC236}">
                <a16:creationId xmlns:a16="http://schemas.microsoft.com/office/drawing/2014/main" id="{616330AE-CA27-A70B-C473-B334EFE19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22075" r="66" b="-1072"/>
          <a:stretch>
            <a:fillRect/>
          </a:stretch>
        </p:blipFill>
        <p:spPr bwMode="auto">
          <a:xfrm rot="20580000">
            <a:off x="10419195" y="867731"/>
            <a:ext cx="2581229" cy="3617342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9445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0DED-0063-1648-505E-744F6C24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E070349-D76B-04D4-2475-10D6B04D5364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6B48E77-B3C1-02B1-39BF-B80EF5142DA9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Elias </a:t>
            </a:r>
            <a:r>
              <a:rPr lang="de-DE" sz="2400" err="1">
                <a:latin typeface="The Group TEXT"/>
                <a:cs typeface="Dubai Medium"/>
              </a:rPr>
              <a:t>Nikolajewski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1A9D460-7C69-0C9E-93D8-F7E8F85F3C82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E9E5326-4073-A1A2-28F3-4CA1D3000EA3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CA7D3C7-D904-64EC-C17B-9840B5FA6C92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„Sei du selbst"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2CF5073-9CFD-E794-09A1-0D5775D54CE6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07.08.2008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Beilngries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</a:t>
            </a:r>
            <a:r>
              <a:rPr lang="de-DE" sz="2400" err="1">
                <a:latin typeface="The Group TEXT"/>
                <a:cs typeface="Dubai Medium"/>
              </a:rPr>
              <a:t>Gta</a:t>
            </a:r>
            <a:r>
              <a:rPr lang="de-DE" sz="2400">
                <a:latin typeface="The Group TEXT"/>
                <a:cs typeface="Dubai Medium"/>
              </a:rPr>
              <a:t> 5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2917F915-A1AB-096F-B677-956C5300E4B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30AC61B-55B2-1F7A-5B56-402E5498C646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8493F546-038B-0A07-2B22-93E343734D8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83527D5D-5C00-4FBA-7B6B-F39C06424AEB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FE7D44D7-BB59-597C-9672-0BB240F48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95DDD98-DD1F-CB5D-39F2-F323DBA4B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4B65B90B-49FA-42CE-266F-7DA34D3E1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0A027E3C-91FF-C67C-DEA7-D3AD3A9C3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CE46D20E-DBC9-9472-32BE-43FEF913B516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Pizza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Snowfall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Fußball, Musik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C09971C0-1FB2-9AEC-6DBD-1F26286F6085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32ACC58C-9BF7-5E6B-66BD-D8EAEF1A92D2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06AA6A-FCD9-3C86-BB29-F33DF6171C32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0C07190B-4ED2-712E-E5C0-38C006970D25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B77AD935-3EDD-E303-9D10-84428F194561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23FBEB56-16A3-88A4-1A04-280451F292F4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762C46E-1A68-D084-C8D3-87C849F426A2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D2B3DC55-C993-A7D4-A305-967D55302AB1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669C244E-B483-D85A-C42A-D39475602F7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29737BA-0926-EF7B-A7C0-8743417FD842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BC5C322D-9177-77DD-9E0B-CE62E89D7E79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52BC194D-59EF-4C19-CBB0-E060934FECF2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D2D61542-13E8-8772-F358-8ED75ED71DF6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9B6C7192-6475-BADB-2C34-E1927489E0A7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79CE8FD3-97A6-F0B8-C99A-7811B5FA0963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53EBDF1E-6DBC-DD17-3FBE-30EF9D074D0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A66ED4DF-985B-D0E5-0DF3-457EE8535F46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C387C969-5555-B0BE-D5FD-D498A3856793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25C45E85-BF42-D3CC-8A85-28EC5F93C966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B37255D-B48F-B575-36F2-0C52AB8CF44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A9618430-845E-CEF4-62F8-5F3B7525BDAD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6FFBD15B-CB8C-93BE-61F7-FCA130967F9A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CC6058E7-7DB0-C139-DA49-3EC2C2CD3350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267551CF-8767-7032-CA67-A77BE1F423FD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392A8C1E-F513-1130-BADE-36D602746DB9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2657A4BC-DBBE-D2DB-4E03-2526FC8A0051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944465D3-3B43-4FB2-4B4A-BC4741F70438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6DEAD146-48AC-DAE1-B3FC-2FB1EB7F5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04" y="994255"/>
            <a:ext cx="4761586" cy="3680085"/>
          </a:xfrm>
          <a:prstGeom prst="rect">
            <a:avLst/>
          </a:prstGeom>
          <a:ln w="0"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7432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028A052FA2C244A425CF5EEB1DBF84" ma:contentTypeVersion="21" ma:contentTypeDescription="Create a new document." ma:contentTypeScope="" ma:versionID="557fd36d6773f6afffd33e42be8f9a70">
  <xsd:schema xmlns:xsd="http://www.w3.org/2001/XMLSchema" xmlns:xs="http://www.w3.org/2001/XMLSchema" xmlns:p="http://schemas.microsoft.com/office/2006/metadata/properties" xmlns:ns2="87705e81-52f5-424f-9fac-ad99884b5ac6" xmlns:ns3="c7ea8c96-3eac-4a30-947c-664861c17014" targetNamespace="http://schemas.microsoft.com/office/2006/metadata/properties" ma:root="true" ma:fieldsID="6863536ccd4c2cc41c54a68332ff668d" ns2:_="" ns3:_="">
    <xsd:import namespace="87705e81-52f5-424f-9fac-ad99884b5ac6"/>
    <xsd:import namespace="c7ea8c96-3eac-4a30-947c-664861c17014"/>
    <xsd:element name="properties">
      <xsd:complexType>
        <xsd:sequence>
          <xsd:element name="documentManagement">
            <xsd:complexType>
              <xsd:all>
                <xsd:element ref="ns2:g42673d488dd420fb412836054780209" minOccurs="0"/>
                <xsd:element ref="ns2:TaxCatchAll" minOccurs="0"/>
                <xsd:element ref="ns2:TaxCatchAllLabel" minOccurs="0"/>
                <xsd:element ref="ns2:i0f84bba906045b4af568ee102a52dcb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2:RevIMDateOfModified2Creation" minOccurs="0"/>
                <xsd:element ref="ns3:MediaLengthInSeconds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705e81-52f5-424f-9fac-ad99884b5ac6" elementFormDefault="qualified">
    <xsd:import namespace="http://schemas.microsoft.com/office/2006/documentManagement/types"/>
    <xsd:import namespace="http://schemas.microsoft.com/office/infopath/2007/PartnerControls"/>
    <xsd:element name="g42673d488dd420fb412836054780209" ma:index="8" nillable="true" ma:taxonomy="true" ma:internalName="g42673d488dd420fb412836054780209" ma:taxonomyFieldName="LegalHoldTag" ma:displayName="LegalHold" ma:fieldId="{042673d4-88dd-420f-b412-836054780209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5b455452-b73e-4ec0-8ec7-65be22762e4b}" ma:internalName="TaxCatchAll" ma:showField="CatchAllData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5b455452-b73e-4ec0-8ec7-65be22762e4b}" ma:internalName="TaxCatchAllLabel" ma:readOnly="true" ma:showField="CatchAllDataLabel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0f84bba906045b4af568ee102a52dcb" ma:index="13" nillable="true" ma:taxonomy="true" ma:internalName="i0f84bba906045b4af568ee102a52dcb" ma:taxonomyFieldName="RevIMBCS" ma:displayName="CSD Class" ma:readOnly="true" ma:default="1;#0.1 Initial category|0239cc7a-0c96-48a8-9e0e-a383e362571c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14" nillable="true" ma:displayName="Deletion Date" ma:description="Deletion Date" ma:format="DateOnly" ma:internalName="RevIMDeletionDate" ma:readOnly="true">
      <xsd:simpleType>
        <xsd:restriction base="dms:DateTime"/>
      </xsd:simpleType>
    </xsd:element>
    <xsd:element name="RevIMEventDate" ma:index="15" nillable="true" ma:displayName="Event Date" ma:description="Event Date" ma:format="DateOnly" ma:internalName="RevIMEventDate" ma:readOnly="true">
      <xsd:simpleType>
        <xsd:restriction base="dms:DateTime"/>
      </xsd:simpleType>
    </xsd:element>
    <xsd:element name="RevIMComments" ma:index="16" nillable="true" ma:displayName="Event Comment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7" nillable="true" ma:displayName="Document Own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8" nillable="true" ma:displayName="RevIMExtends" ma:hidden="true" ma:internalName="RevIMExtends" ma:readOnly="true">
      <xsd:simpleType>
        <xsd:restriction base="dms:Note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RevIMDateOfModified2Creation" ma:index="29" nillable="true" ma:displayName="Reclassification Date from Modified to Creation Class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31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ea8c96-3eac-4a30-947c-664861c170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3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87705e81-52f5-424f-9fac-ad99884b5ac6">
      <UserInfo>
        <DisplayName/>
        <AccountId xsi:nil="true"/>
        <AccountType/>
      </UserInfo>
    </RevIMDocumentOwner>
    <TaxCatchAll xmlns="87705e81-52f5-424f-9fac-ad99884b5ac6">
      <Value>5</Value>
    </TaxCatchAll>
    <g42673d488dd420fb412836054780209 xmlns="87705e81-52f5-424f-9fac-ad99884b5ac6">
      <Terms xmlns="http://schemas.microsoft.com/office/infopath/2007/PartnerControls"/>
    </g42673d488dd420fb412836054780209>
    <i0f84bba906045b4af568ee102a52dcb xmlns="87705e81-52f5-424f-9fac-ad99884b5ac6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0.3 Dynamische Unternehmensinformationen (zuletzt geändert)</TermName>
          <TermId xmlns="http://schemas.microsoft.com/office/infopath/2007/PartnerControls">9a754fea-0917-4531-8837-b34b43a53c8c</TermId>
        </TermInfo>
      </Terms>
    </i0f84bba906045b4af568ee102a52dcb>
    <RevIMComments xmlns="87705e81-52f5-424f-9fac-ad99884b5ac6" xsi:nil="true"/>
    <RevIMDeletionDate xmlns="87705e81-52f5-424f-9fac-ad99884b5ac6" xsi:nil="true"/>
    <RevIMEventDate xmlns="87705e81-52f5-424f-9fac-ad99884b5ac6" xsi:nil="true"/>
    <RevIMExtends xmlns="87705e81-52f5-424f-9fac-ad99884b5ac6">{"Classified":"2025-01-13T11:54:39.132Z","KSUClass":"9a754fea-0917-4531-8837-b34b43a53c8c","Reclassified":"2025-06-04T10:45:49.062Z","ReclassifiedBy":"stefanie.kraus@volkswagen-groupservices.com"}</RevIMExtend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4D8F55-1283-46D3-8DAE-EE1F403D0457}">
  <ds:schemaRefs>
    <ds:schemaRef ds:uri="87705e81-52f5-424f-9fac-ad99884b5ac6"/>
    <ds:schemaRef ds:uri="c7ea8c96-3eac-4a30-947c-664861c170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14AF3CA-7F11-45CC-B854-4D6DED9DF190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87705e81-52f5-424f-9fac-ad99884b5ac6"/>
    <ds:schemaRef ds:uri="c7ea8c96-3eac-4a30-947c-664861c17014"/>
    <ds:schemaRef ds:uri="http://schemas.microsoft.com/office/infopath/2007/PartnerControl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B7F11C7-14AB-48E9-A8FB-FB67FB9EF91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6b84135-ab90-4b03-a415-784f8f15a7f1}" enabled="1" method="Privilege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171</Words>
  <Application>Microsoft Office PowerPoint</Application>
  <PresentationFormat>Benutzerdefiniert</PresentationFormat>
  <Paragraphs>51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The Group TEXT</vt:lpstr>
      <vt:lpstr>Office</vt:lpstr>
      <vt:lpstr>PowerPoint-Präsentation</vt:lpstr>
      <vt:lpstr>PowerPoint-Präsentation</vt:lpstr>
      <vt:lpstr>PowerPoint-Präsentation</vt:lpstr>
    </vt:vector>
  </TitlesOfParts>
  <Company>Volkswagen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Ercel, Mert (A-GSAA-I)</dc:creator>
  <cp:lastModifiedBy>Just, Martin (A-OSA/AI)</cp:lastModifiedBy>
  <cp:revision>14</cp:revision>
  <cp:lastPrinted>2024-02-06T12:46:51Z</cp:lastPrinted>
  <dcterms:created xsi:type="dcterms:W3CDTF">2024-01-11T06:42:42Z</dcterms:created>
  <dcterms:modified xsi:type="dcterms:W3CDTF">2026-08-25T07:18:19Z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INTERNAL</vt:lpwstr>
  </property>
  <property fmtid="{D5CDD505-2E9C-101B-9397-08002B2CF9AE}" pid="4" name="MSIP_Label_a6b84135-ab90-4b03-a415-784f8f15a7f1_Enabled">
    <vt:lpwstr>true</vt:lpwstr>
  </property>
  <property fmtid="{D5CDD505-2E9C-101B-9397-08002B2CF9AE}" pid="5" name="MSIP_Label_a6b84135-ab90-4b03-a415-784f8f15a7f1_SetDate">
    <vt:lpwstr>2024-01-15T10:10:42Z</vt:lpwstr>
  </property>
  <property fmtid="{D5CDD505-2E9C-101B-9397-08002B2CF9AE}" pid="6" name="MSIP_Label_a6b84135-ab90-4b03-a415-784f8f15a7f1_Method">
    <vt:lpwstr>Privileged</vt:lpwstr>
  </property>
  <property fmtid="{D5CDD505-2E9C-101B-9397-08002B2CF9AE}" pid="7" name="MSIP_Label_a6b84135-ab90-4b03-a415-784f8f15a7f1_Name">
    <vt:lpwstr>a6b84135-ab90-4b03-a415-784f8f15a7f1</vt:lpwstr>
  </property>
  <property fmtid="{D5CDD505-2E9C-101B-9397-08002B2CF9AE}" pid="8" name="MSIP_Label_a6b84135-ab90-4b03-a415-784f8f15a7f1_SiteId">
    <vt:lpwstr>2882be50-2012-4d88-ac86-544124e120c8</vt:lpwstr>
  </property>
  <property fmtid="{D5CDD505-2E9C-101B-9397-08002B2CF9AE}" pid="9" name="MSIP_Label_a6b84135-ab90-4b03-a415-784f8f15a7f1_ActionId">
    <vt:lpwstr>0c341731-8c72-4127-9b1d-78675b7ba791</vt:lpwstr>
  </property>
  <property fmtid="{D5CDD505-2E9C-101B-9397-08002B2CF9AE}" pid="10" name="MSIP_Label_a6b84135-ab90-4b03-a415-784f8f15a7f1_ContentBits">
    <vt:lpwstr>0</vt:lpwstr>
  </property>
  <property fmtid="{D5CDD505-2E9C-101B-9397-08002B2CF9AE}" pid="11" name="ContentTypeId">
    <vt:lpwstr>0x01010012028A052FA2C244A425CF5EEB1DBF84</vt:lpwstr>
  </property>
  <property fmtid="{D5CDD505-2E9C-101B-9397-08002B2CF9AE}" pid="12" name="RevIMBCS">
    <vt:lpwstr>5;#0.3 Dynamische Unternehmensinformationen (zuletzt geändert)|9a754fea-0917-4531-8837-b34b43a53c8c</vt:lpwstr>
  </property>
  <property fmtid="{D5CDD505-2E9C-101B-9397-08002B2CF9AE}" pid="13" name="LegalHoldTag">
    <vt:lpwstr/>
  </property>
</Properties>
</file>