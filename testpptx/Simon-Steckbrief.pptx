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0"/>
  </p:notesMasterIdLst>
  <p:sldIdLst>
    <p:sldId id="282" r:id="rId5"/>
    <p:sldId id="280" r:id="rId6"/>
    <p:sldId id="284" r:id="rId7"/>
    <p:sldId id="286" r:id="rId8"/>
    <p:sldId id="287" r:id="rId9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1CA4-63C6-0D33-0F98-63E834D2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67F716-E5FE-FCF4-4D64-3CEEAB896C23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0225581-6A74-3E57-273E-26717BA87D40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Simon </a:t>
            </a:r>
            <a:r>
              <a:rPr lang="de-DE" sz="2400" err="1">
                <a:latin typeface="The Group TEXT"/>
                <a:cs typeface="Dubai Medium"/>
              </a:rPr>
              <a:t>Kieferl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8272755-77E0-EDDA-C111-B601465C0356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1A647AC-BDC8-F6E8-71F5-167AE4DADC75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FF32A61-F29D-48FA-6203-1DB62F76C0D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KI-Freund und Helfer"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0E8D99E-D17A-1988-B283-30E8ADB6665C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07.12.2005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Au in der Hallertau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Black </a:t>
            </a:r>
            <a:r>
              <a:rPr lang="de-DE" sz="2400" err="1">
                <a:latin typeface="The Group TEXT"/>
                <a:cs typeface="Dubai Medium"/>
              </a:rPr>
              <a:t>Ops</a:t>
            </a:r>
            <a:r>
              <a:rPr lang="de-DE" sz="2400">
                <a:latin typeface="The Group TEXT"/>
                <a:cs typeface="Dubai Medium"/>
              </a:rPr>
              <a:t> 3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Nissan Skyline, </a:t>
            </a:r>
            <a:r>
              <a:rPr lang="de-DE" sz="2400" err="1">
                <a:latin typeface="The Group TEXT"/>
                <a:cs typeface="Dubai Medium"/>
              </a:rPr>
              <a:t>Königsegg</a:t>
            </a:r>
            <a:r>
              <a:rPr lang="de-DE" sz="2400">
                <a:latin typeface="The Group TEXT"/>
                <a:cs typeface="Dubai Medium"/>
              </a:rPr>
              <a:t> Jesko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36A076B-31D0-68C6-3255-8A6A5389FA6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E4FB643-B2F5-0B95-7E21-5E1BDAE980E1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F8550785-56D6-E8F6-AA7B-8E00C302B4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6525024-F520-6836-A1AE-B32993AEC3F1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31F8518-8F18-7F1E-1639-350169B19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464B523-3E9E-1D0C-9409-44A561DB3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BDFAB18-3683-266F-DB75-8384B0C2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5B7F4867-193D-95E9-9456-06981D6E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141CDD8F-646A-30F6-AF8D-8043E924AF82}"/>
              </a:ext>
            </a:extLst>
          </p:cNvPr>
          <p:cNvSpPr txBox="1"/>
          <p:nvPr/>
        </p:nvSpPr>
        <p:spPr>
          <a:xfrm>
            <a:off x="7675568" y="5059808"/>
            <a:ext cx="732062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Schnitzel mit Pommes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Wolf </a:t>
            </a:r>
            <a:r>
              <a:rPr lang="de-DE" sz="2400" err="1">
                <a:latin typeface="The Group TEXT"/>
                <a:cs typeface="Dubai Medium"/>
              </a:rPr>
              <a:t>of</a:t>
            </a:r>
            <a:r>
              <a:rPr lang="de-DE" sz="2400">
                <a:latin typeface="The Group TEXT"/>
                <a:cs typeface="Dubai Medium"/>
              </a:rPr>
              <a:t> Wallstreet,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Fußball, Ski 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30EFA989-0A22-1276-3CB5-871A65CA8288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CDA3918B-F13A-4851-47A7-BCDA2B999E69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E6FC354E-9145-3916-4892-AF25467ACCF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E873131E-B327-5B3D-70C3-30DF8B5CEA16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D505DCF4-73C1-A28D-2119-3378F6D5BA73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E66EC58-2881-95ED-0162-6C80D66437B9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7F376A3E-2E9A-2B87-9232-10EE973D5F40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1BF776B0-5794-7A36-07A9-DD4C663F45AF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9626F31-B4EC-25FF-9150-6714511EF93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B2FB778-EE69-C410-09E3-27EB084CAA25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D872FAC0-29FE-5BE8-5EAD-A72B689ECFCE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B0B7192E-4190-CA9B-2267-69BB0708685B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356F2BFA-1DFD-9674-BBE3-D5941420D3DA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3DC4E21A-601C-DC3A-6622-C7D970F0FA4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D1A06C0-9CD9-8B24-1CF3-4C7C2A07AE15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4581D4B1-C968-509A-6024-11EAA923C87E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57EF061E-4DC4-ACCF-29E3-CE7F8B3932D8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1F35AE9-4FDB-273C-0740-E992A9348A57}"/>
              </a:ext>
            </a:extLst>
          </p:cNvPr>
          <p:cNvGrpSpPr/>
          <p:nvPr/>
        </p:nvGrpSpPr>
        <p:grpSpPr>
          <a:xfrm>
            <a:off x="7311035" y="6891972"/>
            <a:ext cx="352209" cy="334939"/>
            <a:chOff x="7066548" y="2912594"/>
            <a:chExt cx="352209" cy="334939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A72004B-256D-29DD-2FA4-867F65936177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FD2A4B99-FA36-6DDC-4F0B-8E6438EBD6F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4FAE8D9E-1ADA-9D91-5F5A-EC83ED4ACB4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7428CC7-A748-B2A0-6DEA-2FBBA4C9DF1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A25A1B40-FE99-8FDE-67F5-840CE0C74CD4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60B433EC-2EAF-8CAE-4244-05F6621AFE9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BDA04869-5DF9-4DC4-5228-C5FA088094BA}"/>
              </a:ext>
            </a:extLst>
          </p:cNvPr>
          <p:cNvGrpSpPr/>
          <p:nvPr/>
        </p:nvGrpSpPr>
        <p:grpSpPr>
          <a:xfrm>
            <a:off x="7316008" y="7539165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7A90BA61-D52A-7CD1-E328-56165DEC1482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6ECF2FA-F0C8-DB40-1D02-0F5D65D34C1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544A00A-269E-64C6-CD72-DD99F408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8" r="8998"/>
          <a:stretch/>
        </p:blipFill>
        <p:spPr>
          <a:xfrm rot="20127251">
            <a:off x="10550705" y="1082100"/>
            <a:ext cx="2323891" cy="3778539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821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B8EA-F447-1F9B-9C92-F8B51C66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B4427CD-57FD-8DA8-EF7B-27BC8868D3C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E96808-64EE-BDD2-0145-82F3008105DA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Manuel Kranjc 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01.09.2025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F87C8B-664A-CF1F-B02C-6C93DD997F41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25.11.2000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Gaimersheim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Geoguessr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Audi RS6 GT, Ferrari 				       	     Testarossa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18840CFB-0795-A1F2-4823-0D1681E83B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27EB8EFF-9052-EB33-7733-2C7C1AC2EBF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D546671-7900-DB31-BB7F-59DEF96D76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E002502-4D5D-AD4A-2147-34103326D7B2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028FBF0-60CB-3B19-F5F4-CC3472A7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9023BD43-6E58-EA44-92BC-0EAC4B222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5EDF518-A7C7-11F5-D7E1-0EDF6D13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67BC2A27-376A-AB22-AF72-8870B7695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70FF2300-072E-00DE-6F53-800E0D0784B9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Nudelauflauf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Foundation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Fußball, Radfahren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645F4360-9A42-693D-A301-4199D21356B2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1DC611FF-8B7E-D530-B08D-89E9E5A1719F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6FAC80F7-036D-C7D9-A62D-658839F6F835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1C5C722E-8092-CD6F-3B5B-1651656308C0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66C9793-3782-AF61-5AA4-DBA4755BE1EC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1F5B9D43-1A41-A345-D2F8-7ADC0641942F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40337CC5-224C-ADD3-7FAE-EC30E6098501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4D40F606-1C48-0828-9226-0D0583AF218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DE1EBE77-882C-692A-1992-001CD6F0DB13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A8E18240-CFEC-2F97-8391-37673ED48D49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68607613-B4C0-91B5-1885-744BA81CE9D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760E2D5B-A63C-E57B-85FB-B4817CF324C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A61F3578-A9BB-09FB-221F-EF18BB057AE1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658C84DF-0B83-BF87-2A67-407064124D1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61C6EDE6-B74C-C69A-334A-6D9EF73669AF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C2C1311B-8110-A737-6EA9-9D3464EA70E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373161B1-4A4C-608D-EB5C-1EE881A3F922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4C732F04-F1D9-928F-4708-A393C061B94C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DF1D283-8C54-3822-3F6A-E49FD15C06F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29E761BE-BBD4-68A8-1215-C09990644BC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155D7CE7-A98C-A0E5-C6A4-A500C0C73FD0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D97C6F80-03E6-646A-565C-D0B916BA407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F0A2DDEC-F645-D40B-DC17-16E1AC6C1D6B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E541E970-7484-14C3-25A4-08E0E38C4A0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FBC53F1-0D20-B085-19ED-5E14845BE59F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5FE3636-3618-D6D5-68B8-8618D80E6B76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AA7C3E1C-54D1-D9BF-12FB-9875C6D6A582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49064BB8-446E-2F9B-FEE6-B80F4AFA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2" b="3288"/>
          <a:stretch>
            <a:fillRect/>
          </a:stretch>
        </p:blipFill>
        <p:spPr>
          <a:xfrm rot="607117">
            <a:off x="8855370" y="1048587"/>
            <a:ext cx="3057179" cy="3385448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9E8502-4AE2-8B10-0593-E86FA509B902}"/>
              </a:ext>
            </a:extLst>
          </p:cNvPr>
          <p:cNvGrpSpPr/>
          <p:nvPr/>
        </p:nvGrpSpPr>
        <p:grpSpPr>
          <a:xfrm>
            <a:off x="-3891" y="8962956"/>
            <a:ext cx="15123241" cy="1080000"/>
            <a:chOff x="-3890" y="5597379"/>
            <a:chExt cx="12195889" cy="786063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9A8F98C-3C6A-FA11-71F8-1BEA2C76058E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35C48F3-F7DA-B984-42D4-3CDF28B2165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ein Mensch"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98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2773-0093-56C5-CC46-F3B3EBDB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0DE4487-6920-0B5D-DAC6-C7958D08DE6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B3CCB1A-2D29-C72C-DE8B-115E1A122F75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Lukas </a:t>
            </a:r>
            <a:r>
              <a:rPr lang="de-DE" sz="2400" err="1">
                <a:latin typeface="The Group TEXT"/>
                <a:cs typeface="Dubai Medium"/>
              </a:rPr>
              <a:t>Zinowsky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B76D741-4475-D394-3EE4-790FEC472873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D157BE5-A675-86DA-D2F8-41DEE45A0342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7D640C5-75A2-686A-E3C2-7A0B51CF57B0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„Sorg erst dafür dass es existiert, danach kannst du es verbessern."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DECCD487-EC51-BAC6-4E25-D1014161AD7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17.06.2006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Manching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Cyberpunk 2077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Audi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9DE63AC-599E-7424-60A2-873AACBCA4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58772964-ADB6-25AA-5E75-376FD1D4EFFE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4888E965-9DDC-9988-8C8D-8D00852A87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22AEA15-79DF-3EFA-E645-67AD7D1B11C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0EE7AC8B-2E51-2BDB-27C2-274F20F51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6EBAACE2-3FB9-B0E3-64B8-1D9A710A9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8A742E0C-060A-592E-EA53-F9292D246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98336640-B389-F884-48DD-AE78071E4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9CCD7BF6-C2A6-E1F0-B54A-05F84C7B23DC}"/>
              </a:ext>
            </a:extLst>
          </p:cNvPr>
          <p:cNvSpPr txBox="1"/>
          <p:nvPr/>
        </p:nvSpPr>
        <p:spPr>
          <a:xfrm>
            <a:off x="7675568" y="5059808"/>
            <a:ext cx="71186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Nudeln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Murder </a:t>
            </a:r>
            <a:r>
              <a:rPr lang="de-DE" sz="2400" err="1">
                <a:latin typeface="The Group TEXT"/>
                <a:cs typeface="Dubai Medium"/>
              </a:rPr>
              <a:t>Drones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D&amp;D, Minecraft </a:t>
            </a:r>
            <a:r>
              <a:rPr lang="de-DE" sz="2400" err="1">
                <a:latin typeface="The Group TEXT"/>
                <a:cs typeface="Dubai Medium"/>
              </a:rPr>
              <a:t>modding</a:t>
            </a:r>
            <a:r>
              <a:rPr lang="de-DE" sz="2400">
                <a:latin typeface="The Group TEXT"/>
                <a:cs typeface="Dubai Medium"/>
              </a:rPr>
              <a:t>, Digital </a:t>
            </a:r>
            <a:r>
              <a:rPr lang="de-DE" sz="2400" err="1">
                <a:latin typeface="The Group TEXT"/>
                <a:cs typeface="Dubai Medium"/>
              </a:rPr>
              <a:t>art</a:t>
            </a:r>
            <a:r>
              <a:rPr lang="de-DE" sz="2400">
                <a:latin typeface="The Group TEXT"/>
                <a:cs typeface="Dubai Medium"/>
              </a:rPr>
              <a:t>, zocken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Fahrrad fahren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9C7D55EE-F266-7125-1F62-0F211DDC81CE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7538A035-0ACF-3674-A6B9-D84927EA9C5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FF0E816C-1586-2EEF-42FF-D4284DD4369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9552E1EB-8FCD-9FD5-C249-2121FABA39EC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FECE4D7-FA52-C2D9-ABAC-3B2045F5D010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ED54CC4B-D078-E613-CD06-1BE80FD8F003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ADB8919-9774-34EA-9B86-46F9C5DA264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F247E41B-48F8-06EF-8694-58F9D3F02953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1BF826A0-4DF9-4BFF-134B-C8D08D03DF6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866D1D8-FCE9-5808-6853-2D336ECF914D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61C430D-DFC2-6FC6-E08C-701168DD58C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6D6A5B5E-A0D0-D251-86D1-46F51478D9BC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47603E27-28AE-71C0-55FD-8699E800E8BB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49662BDC-812E-E999-5232-2910A1BBC49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F7248C5E-BEB3-A73D-69E8-93BC49FFE304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0F2F0899-4A5A-7074-95FE-B1DB49E858C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B1FB6599-315A-A855-AFA7-B361E5A1524A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E6BCF2E-C952-BF05-2E51-A2DBA1265E86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8E3283E-A38F-334F-C061-2AFDBA59A26D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309F6CD-F61A-386D-FA0E-B538FD1A167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32D7EBA-C814-E9D9-6E78-293D9F3F2C3C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1C2A5146-AA98-DC87-87F0-27C2A751718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DC3212E-AF14-32E6-FC32-C40C38E43B61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A632001E-7ECC-78DE-98E7-0B5CEFEA1986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EDA1694-9227-715C-1519-14093979E649}"/>
              </a:ext>
            </a:extLst>
          </p:cNvPr>
          <p:cNvGrpSpPr/>
          <p:nvPr/>
        </p:nvGrpSpPr>
        <p:grpSpPr>
          <a:xfrm>
            <a:off x="7324934" y="761515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0D2CC62-4DA7-9ACB-9CE2-C7A8A11573D5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BF50BA8D-CC03-5CE7-0C9B-0EB5EA037850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CE21697-0112-B50D-77EF-1C698600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38" y="393321"/>
            <a:ext cx="5933017" cy="454342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5511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purl.org/dc/elements/1.1/"/>
    <ds:schemaRef ds:uri="http://purl.org/dc/terms/"/>
    <ds:schemaRef ds:uri="87705e81-52f5-424f-9fac-ad99884b5ac6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7ea8c96-3eac-4a30-947c-664861c1701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292</Words>
  <Application>Microsoft Office PowerPoint</Application>
  <PresentationFormat>Benutzerdefiniert</PresentationFormat>
  <Paragraphs>85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12</cp:revision>
  <cp:lastPrinted>2024-02-06T12:46:51Z</cp:lastPrinted>
  <dcterms:created xsi:type="dcterms:W3CDTF">2024-01-11T06:42:42Z</dcterms:created>
  <dcterms:modified xsi:type="dcterms:W3CDTF">2026-08-25T07:17:56Z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