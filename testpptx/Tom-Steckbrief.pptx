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</p:sldMasterIdLst>
  <p:notesMasterIdLst>
    <p:notesMasterId r:id="rId13"/>
  </p:notesMasterIdLst>
  <p:sldIdLst>
    <p:sldId id="272" r:id="rId5"/>
    <p:sldId id="273" r:id="rId6"/>
    <p:sldId id="283" r:id="rId7"/>
    <p:sldId id="282" r:id="rId8"/>
    <p:sldId id="280" r:id="rId9"/>
    <p:sldId id="284" r:id="rId10"/>
    <p:sldId id="286" r:id="rId11"/>
    <p:sldId id="287" r:id="rId12"/>
  </p:sldIdLst>
  <p:sldSz cx="15119350" cy="10691813"/>
  <p:notesSz cx="9869488" cy="14298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2FE06"/>
    <a:srgbClr val="00806E"/>
    <a:srgbClr val="080B3E"/>
    <a:srgbClr val="E67364"/>
    <a:srgbClr val="003546"/>
    <a:srgbClr val="031E31"/>
    <a:srgbClr val="002733"/>
    <a:srgbClr val="323130"/>
    <a:srgbClr val="AFAB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1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7940" cy="717576"/>
          </a:xfrm>
          <a:prstGeom prst="rect">
            <a:avLst/>
          </a:prstGeom>
        </p:spPr>
        <p:txBody>
          <a:bodyPr vert="horz" lIns="133040" tIns="66520" rIns="133040" bIns="66520" rtlCol="0"/>
          <a:lstStyle>
            <a:lvl1pPr algn="l">
              <a:defRPr sz="17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591549" y="0"/>
            <a:ext cx="4275615" cy="717576"/>
          </a:xfrm>
          <a:prstGeom prst="rect">
            <a:avLst/>
          </a:prstGeom>
        </p:spPr>
        <p:txBody>
          <a:bodyPr vert="horz" lIns="133040" tIns="66520" rIns="133040" bIns="66520" rtlCol="0"/>
          <a:lstStyle>
            <a:lvl1pPr algn="r">
              <a:defRPr sz="1700"/>
            </a:lvl1pPr>
          </a:lstStyle>
          <a:p>
            <a:fld id="{639DA1EC-157E-4056-9EBB-DE71DEB89E69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524000" y="1787525"/>
            <a:ext cx="6821488" cy="4824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3040" tIns="66520" rIns="133040" bIns="665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88112" y="6881365"/>
            <a:ext cx="7895590" cy="5630208"/>
          </a:xfrm>
          <a:prstGeom prst="rect">
            <a:avLst/>
          </a:prstGeom>
        </p:spPr>
        <p:txBody>
          <a:bodyPr vert="horz" lIns="133040" tIns="66520" rIns="133040" bIns="665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13581037"/>
            <a:ext cx="4277940" cy="717576"/>
          </a:xfrm>
          <a:prstGeom prst="rect">
            <a:avLst/>
          </a:prstGeom>
        </p:spPr>
        <p:txBody>
          <a:bodyPr vert="horz" lIns="133040" tIns="66520" rIns="133040" bIns="66520" rtlCol="0" anchor="b"/>
          <a:lstStyle>
            <a:lvl1pPr algn="l">
              <a:defRPr sz="17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591549" y="13581037"/>
            <a:ext cx="4275615" cy="717576"/>
          </a:xfrm>
          <a:prstGeom prst="rect">
            <a:avLst/>
          </a:prstGeom>
        </p:spPr>
        <p:txBody>
          <a:bodyPr vert="horz" lIns="133040" tIns="66520" rIns="133040" bIns="66520" rtlCol="0" anchor="b"/>
          <a:lstStyle>
            <a:lvl1pPr algn="r">
              <a:defRPr sz="1700"/>
            </a:lvl1pPr>
          </a:lstStyle>
          <a:p>
            <a:fld id="{B7CA5B75-32E4-4056-87A9-2D6E2126981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85810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1pPr>
    <a:lvl2pPr marL="619460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2pPr>
    <a:lvl3pPr marL="123892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3pPr>
    <a:lvl4pPr marL="185838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4pPr>
    <a:lvl5pPr marL="247784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5pPr>
    <a:lvl6pPr marL="3097301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6pPr>
    <a:lvl7pPr marL="3716762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7pPr>
    <a:lvl8pPr marL="4336222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8pPr>
    <a:lvl9pPr marL="4955682" algn="l" defTabSz="1238921" rtl="0" eaLnBrk="1" latinLnBrk="0" hangingPunct="1">
      <a:defRPr sz="162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3951" y="1749795"/>
            <a:ext cx="12851448" cy="3722335"/>
          </a:xfrm>
        </p:spPr>
        <p:txBody>
          <a:bodyPr anchor="b"/>
          <a:lstStyle>
            <a:lvl1pPr algn="ctr">
              <a:defRPr sz="9354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89919" y="5615678"/>
            <a:ext cx="11339513" cy="2581379"/>
          </a:xfrm>
        </p:spPr>
        <p:txBody>
          <a:bodyPr/>
          <a:lstStyle>
            <a:lvl1pPr marL="0" indent="0" algn="ctr">
              <a:buNone/>
              <a:defRPr sz="3742"/>
            </a:lvl1pPr>
            <a:lvl2pPr marL="712775" indent="0" algn="ctr">
              <a:buNone/>
              <a:defRPr sz="3118"/>
            </a:lvl2pPr>
            <a:lvl3pPr marL="1425550" indent="0" algn="ctr">
              <a:buNone/>
              <a:defRPr sz="2806"/>
            </a:lvl3pPr>
            <a:lvl4pPr marL="2138324" indent="0" algn="ctr">
              <a:buNone/>
              <a:defRPr sz="2494"/>
            </a:lvl4pPr>
            <a:lvl5pPr marL="2851099" indent="0" algn="ctr">
              <a:buNone/>
              <a:defRPr sz="2494"/>
            </a:lvl5pPr>
            <a:lvl6pPr marL="3563874" indent="0" algn="ctr">
              <a:buNone/>
              <a:defRPr sz="2494"/>
            </a:lvl6pPr>
            <a:lvl7pPr marL="4276649" indent="0" algn="ctr">
              <a:buNone/>
              <a:defRPr sz="2494"/>
            </a:lvl7pPr>
            <a:lvl8pPr marL="4989424" indent="0" algn="ctr">
              <a:buNone/>
              <a:defRPr sz="2494"/>
            </a:lvl8pPr>
            <a:lvl9pPr marL="5702198" indent="0" algn="ctr">
              <a:buNone/>
              <a:defRPr sz="2494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6800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8956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1582" y="2665532"/>
            <a:ext cx="13040439" cy="4447496"/>
          </a:xfrm>
        </p:spPr>
        <p:txBody>
          <a:bodyPr anchor="b"/>
          <a:lstStyle>
            <a:lvl1pPr>
              <a:defRPr sz="9354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1582" y="7155103"/>
            <a:ext cx="13040439" cy="2338833"/>
          </a:xfrm>
        </p:spPr>
        <p:txBody>
          <a:bodyPr/>
          <a:lstStyle>
            <a:lvl1pPr marL="0" indent="0">
              <a:buNone/>
              <a:defRPr sz="3742">
                <a:solidFill>
                  <a:schemeClr val="tx1"/>
                </a:solidFill>
              </a:defRPr>
            </a:lvl1pPr>
            <a:lvl2pPr marL="712775" indent="0">
              <a:buNone/>
              <a:defRPr sz="3118">
                <a:solidFill>
                  <a:schemeClr val="tx1">
                    <a:tint val="75000"/>
                  </a:schemeClr>
                </a:solidFill>
              </a:defRPr>
            </a:lvl2pPr>
            <a:lvl3pPr marL="1425550" indent="0">
              <a:buNone/>
              <a:defRPr sz="2806">
                <a:solidFill>
                  <a:schemeClr val="tx1">
                    <a:tint val="75000"/>
                  </a:schemeClr>
                </a:solidFill>
              </a:defRPr>
            </a:lvl3pPr>
            <a:lvl4pPr marL="213832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4pPr>
            <a:lvl5pPr marL="2851099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5pPr>
            <a:lvl6pPr marL="356387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6pPr>
            <a:lvl7pPr marL="4276649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7pPr>
            <a:lvl8pPr marL="4989424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8pPr>
            <a:lvl9pPr marL="5702198" indent="0">
              <a:buNone/>
              <a:defRPr sz="249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7553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39455" y="2846200"/>
            <a:ext cx="6425724" cy="678385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4171" y="2846200"/>
            <a:ext cx="6425724" cy="678385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8956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569242"/>
            <a:ext cx="13040439" cy="206659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1426" y="2620980"/>
            <a:ext cx="6396193" cy="128450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775" indent="0">
              <a:buNone/>
              <a:defRPr sz="3118" b="1"/>
            </a:lvl2pPr>
            <a:lvl3pPr marL="1425550" indent="0">
              <a:buNone/>
              <a:defRPr sz="2806" b="1"/>
            </a:lvl3pPr>
            <a:lvl4pPr marL="2138324" indent="0">
              <a:buNone/>
              <a:defRPr sz="2494" b="1"/>
            </a:lvl4pPr>
            <a:lvl5pPr marL="2851099" indent="0">
              <a:buNone/>
              <a:defRPr sz="2494" b="1"/>
            </a:lvl5pPr>
            <a:lvl6pPr marL="3563874" indent="0">
              <a:buNone/>
              <a:defRPr sz="2494" b="1"/>
            </a:lvl6pPr>
            <a:lvl7pPr marL="4276649" indent="0">
              <a:buNone/>
              <a:defRPr sz="2494" b="1"/>
            </a:lvl7pPr>
            <a:lvl8pPr marL="4989424" indent="0">
              <a:buNone/>
              <a:defRPr sz="2494" b="1"/>
            </a:lvl8pPr>
            <a:lvl9pPr marL="5702198" indent="0">
              <a:buNone/>
              <a:defRPr sz="249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426" y="3905482"/>
            <a:ext cx="6396193" cy="57443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54172" y="2620980"/>
            <a:ext cx="6427693" cy="1284502"/>
          </a:xfrm>
        </p:spPr>
        <p:txBody>
          <a:bodyPr anchor="b"/>
          <a:lstStyle>
            <a:lvl1pPr marL="0" indent="0">
              <a:buNone/>
              <a:defRPr sz="3742" b="1"/>
            </a:lvl1pPr>
            <a:lvl2pPr marL="712775" indent="0">
              <a:buNone/>
              <a:defRPr sz="3118" b="1"/>
            </a:lvl2pPr>
            <a:lvl3pPr marL="1425550" indent="0">
              <a:buNone/>
              <a:defRPr sz="2806" b="1"/>
            </a:lvl3pPr>
            <a:lvl4pPr marL="2138324" indent="0">
              <a:buNone/>
              <a:defRPr sz="2494" b="1"/>
            </a:lvl4pPr>
            <a:lvl5pPr marL="2851099" indent="0">
              <a:buNone/>
              <a:defRPr sz="2494" b="1"/>
            </a:lvl5pPr>
            <a:lvl6pPr marL="3563874" indent="0">
              <a:buNone/>
              <a:defRPr sz="2494" b="1"/>
            </a:lvl6pPr>
            <a:lvl7pPr marL="4276649" indent="0">
              <a:buNone/>
              <a:defRPr sz="2494" b="1"/>
            </a:lvl7pPr>
            <a:lvl8pPr marL="4989424" indent="0">
              <a:buNone/>
              <a:defRPr sz="2494" b="1"/>
            </a:lvl8pPr>
            <a:lvl9pPr marL="5702198" indent="0">
              <a:buNone/>
              <a:defRPr sz="2494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54172" y="3905482"/>
            <a:ext cx="6427693" cy="574437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905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996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5638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4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3" y="1539425"/>
            <a:ext cx="7654171" cy="7598117"/>
          </a:xfrm>
        </p:spPr>
        <p:txBody>
          <a:bodyPr/>
          <a:lstStyle>
            <a:lvl1pPr>
              <a:defRPr sz="4989"/>
            </a:lvl1pPr>
            <a:lvl2pPr>
              <a:defRPr sz="4365"/>
            </a:lvl2pPr>
            <a:lvl3pPr>
              <a:defRPr sz="3742"/>
            </a:lvl3pPr>
            <a:lvl4pPr>
              <a:defRPr sz="3118"/>
            </a:lvl4pPr>
            <a:lvl5pPr>
              <a:defRPr sz="3118"/>
            </a:lvl5pPr>
            <a:lvl6pPr>
              <a:defRPr sz="3118"/>
            </a:lvl6pPr>
            <a:lvl7pPr>
              <a:defRPr sz="3118"/>
            </a:lvl7pPr>
            <a:lvl8pPr>
              <a:defRPr sz="3118"/>
            </a:lvl8pPr>
            <a:lvl9pPr>
              <a:defRPr sz="3118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4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75" indent="0">
              <a:buNone/>
              <a:defRPr sz="2183"/>
            </a:lvl2pPr>
            <a:lvl3pPr marL="1425550" indent="0">
              <a:buNone/>
              <a:defRPr sz="1871"/>
            </a:lvl3pPr>
            <a:lvl4pPr marL="2138324" indent="0">
              <a:buNone/>
              <a:defRPr sz="1559"/>
            </a:lvl4pPr>
            <a:lvl5pPr marL="2851099" indent="0">
              <a:buNone/>
              <a:defRPr sz="1559"/>
            </a:lvl5pPr>
            <a:lvl6pPr marL="3563874" indent="0">
              <a:buNone/>
              <a:defRPr sz="1559"/>
            </a:lvl6pPr>
            <a:lvl7pPr marL="4276649" indent="0">
              <a:buNone/>
              <a:defRPr sz="1559"/>
            </a:lvl7pPr>
            <a:lvl8pPr marL="4989424" indent="0">
              <a:buNone/>
              <a:defRPr sz="1559"/>
            </a:lvl8pPr>
            <a:lvl9pPr marL="5702198" indent="0">
              <a:buNone/>
              <a:defRPr sz="155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9411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425" y="712788"/>
            <a:ext cx="4876384" cy="2494756"/>
          </a:xfrm>
        </p:spPr>
        <p:txBody>
          <a:bodyPr anchor="b"/>
          <a:lstStyle>
            <a:lvl1pPr>
              <a:defRPr sz="4989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427693" y="1539425"/>
            <a:ext cx="7654171" cy="7598117"/>
          </a:xfrm>
        </p:spPr>
        <p:txBody>
          <a:bodyPr anchor="t"/>
          <a:lstStyle>
            <a:lvl1pPr marL="0" indent="0">
              <a:buNone/>
              <a:defRPr sz="4989"/>
            </a:lvl1pPr>
            <a:lvl2pPr marL="712775" indent="0">
              <a:buNone/>
              <a:defRPr sz="4365"/>
            </a:lvl2pPr>
            <a:lvl3pPr marL="1425550" indent="0">
              <a:buNone/>
              <a:defRPr sz="3742"/>
            </a:lvl3pPr>
            <a:lvl4pPr marL="2138324" indent="0">
              <a:buNone/>
              <a:defRPr sz="3118"/>
            </a:lvl4pPr>
            <a:lvl5pPr marL="2851099" indent="0">
              <a:buNone/>
              <a:defRPr sz="3118"/>
            </a:lvl5pPr>
            <a:lvl6pPr marL="3563874" indent="0">
              <a:buNone/>
              <a:defRPr sz="3118"/>
            </a:lvl6pPr>
            <a:lvl7pPr marL="4276649" indent="0">
              <a:buNone/>
              <a:defRPr sz="3118"/>
            </a:lvl7pPr>
            <a:lvl8pPr marL="4989424" indent="0">
              <a:buNone/>
              <a:defRPr sz="3118"/>
            </a:lvl8pPr>
            <a:lvl9pPr marL="5702198" indent="0">
              <a:buNone/>
              <a:defRPr sz="3118"/>
            </a:lvl9pPr>
          </a:lstStyle>
          <a:p>
            <a:r>
              <a:rPr lang="de-DE"/>
              <a:t>Bild durch Klicken auf Symbol hinzufügen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41425" y="3207544"/>
            <a:ext cx="4876384" cy="5942372"/>
          </a:xfrm>
        </p:spPr>
        <p:txBody>
          <a:bodyPr/>
          <a:lstStyle>
            <a:lvl1pPr marL="0" indent="0">
              <a:buNone/>
              <a:defRPr sz="2494"/>
            </a:lvl1pPr>
            <a:lvl2pPr marL="712775" indent="0">
              <a:buNone/>
              <a:defRPr sz="2183"/>
            </a:lvl2pPr>
            <a:lvl3pPr marL="1425550" indent="0">
              <a:buNone/>
              <a:defRPr sz="1871"/>
            </a:lvl3pPr>
            <a:lvl4pPr marL="2138324" indent="0">
              <a:buNone/>
              <a:defRPr sz="1559"/>
            </a:lvl4pPr>
            <a:lvl5pPr marL="2851099" indent="0">
              <a:buNone/>
              <a:defRPr sz="1559"/>
            </a:lvl5pPr>
            <a:lvl6pPr marL="3563874" indent="0">
              <a:buNone/>
              <a:defRPr sz="1559"/>
            </a:lvl6pPr>
            <a:lvl7pPr marL="4276649" indent="0">
              <a:buNone/>
              <a:defRPr sz="1559"/>
            </a:lvl7pPr>
            <a:lvl8pPr marL="4989424" indent="0">
              <a:buNone/>
              <a:defRPr sz="1559"/>
            </a:lvl8pPr>
            <a:lvl9pPr marL="5702198" indent="0">
              <a:buNone/>
              <a:defRPr sz="1559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4631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091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819786" y="569240"/>
            <a:ext cx="3260110" cy="9060817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39456" y="569240"/>
            <a:ext cx="9591338" cy="906081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4510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9456" y="569242"/>
            <a:ext cx="1304043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39456" y="2846200"/>
            <a:ext cx="1304043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9455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947950-83CA-4207-A90F-00043D6BCE10}" type="datetimeFigureOut">
              <a:rPr lang="de-DE" smtClean="0"/>
              <a:t>25.08.2026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08285" y="9909729"/>
            <a:ext cx="5102781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041" y="9909729"/>
            <a:ext cx="340185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69EF3-022F-4ECA-BBE0-E8F0E058CA4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0425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1425550" rtl="0" eaLnBrk="1" latinLnBrk="0" hangingPunct="1">
        <a:lnSpc>
          <a:spcPct val="90000"/>
        </a:lnSpc>
        <a:spcBef>
          <a:spcPct val="0"/>
        </a:spcBef>
        <a:buNone/>
        <a:defRPr sz="6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6387" indent="-356387" algn="l" defTabSz="1425550" rtl="0" eaLnBrk="1" latinLnBrk="0" hangingPunct="1">
        <a:lnSpc>
          <a:spcPct val="90000"/>
        </a:lnSpc>
        <a:spcBef>
          <a:spcPts val="1559"/>
        </a:spcBef>
        <a:buFont typeface="Arial" panose="020B0604020202020204" pitchFamily="34" charset="0"/>
        <a:buChar char="•"/>
        <a:defRPr sz="4365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742" kern="1200">
          <a:solidFill>
            <a:schemeClr val="tx1"/>
          </a:solidFill>
          <a:latin typeface="+mn-lt"/>
          <a:ea typeface="+mn-ea"/>
          <a:cs typeface="+mn-cs"/>
        </a:defRPr>
      </a:lvl2pPr>
      <a:lvl3pPr marL="178193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3pPr>
      <a:lvl4pPr marL="2494712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3207487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92026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63303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5345811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6058586" indent="-356387" algn="l" defTabSz="1425550" rtl="0" eaLnBrk="1" latinLnBrk="0" hangingPunct="1">
        <a:lnSpc>
          <a:spcPct val="90000"/>
        </a:lnSpc>
        <a:spcBef>
          <a:spcPts val="780"/>
        </a:spcBef>
        <a:buFont typeface="Arial" panose="020B0604020202020204" pitchFamily="34" charset="0"/>
        <a:buChar char="•"/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1pPr>
      <a:lvl2pPr marL="712775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2pPr>
      <a:lvl3pPr marL="1425550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3pPr>
      <a:lvl4pPr marL="21383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4pPr>
      <a:lvl5pPr marL="285109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5pPr>
      <a:lvl6pPr marL="356387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6pPr>
      <a:lvl7pPr marL="4276649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7pPr>
      <a:lvl8pPr marL="4989424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8pPr>
      <a:lvl9pPr marL="5702198" algn="l" defTabSz="1425550" rtl="0" eaLnBrk="1" latinLnBrk="0" hangingPunct="1">
        <a:defRPr sz="28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2A8F7E61-7473-DFFF-D6B3-39D1EFAA3A42}"/>
              </a:ext>
            </a:extLst>
          </p:cNvPr>
          <p:cNvSpPr/>
          <p:nvPr/>
        </p:nvSpPr>
        <p:spPr>
          <a:xfrm>
            <a:off x="-3891" y="-1"/>
            <a:ext cx="15123241" cy="1080000"/>
          </a:xfrm>
          <a:prstGeom prst="rect">
            <a:avLst/>
          </a:prstGeom>
          <a:gradFill flip="none" rotWithShape="1">
            <a:gsLst>
              <a:gs pos="21000">
                <a:srgbClr val="002733"/>
              </a:gs>
              <a:gs pos="84000">
                <a:srgbClr val="080B3E"/>
              </a:gs>
              <a:gs pos="57000">
                <a:srgbClr val="00206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75000"/>
                  <a:lumOff val="25000"/>
                </a:schemeClr>
              </a:solidFill>
              <a:latin typeface="The Group TEXT" panose="00000500000000000000" pitchFamily="2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9DFCBF66-53C1-FF94-E3B6-43A2B0FCAF0C}"/>
              </a:ext>
            </a:extLst>
          </p:cNvPr>
          <p:cNvSpPr txBox="1"/>
          <p:nvPr/>
        </p:nvSpPr>
        <p:spPr>
          <a:xfrm>
            <a:off x="754639" y="1982147"/>
            <a:ext cx="6176210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Name</a:t>
            </a:r>
            <a:r>
              <a:rPr lang="de-DE" sz="2400">
                <a:latin typeface="The Group TEXT"/>
                <a:cs typeface="Dubai Medium"/>
              </a:rPr>
              <a:t>: Tom Tröster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Fachrichtung</a:t>
            </a:r>
            <a:r>
              <a:rPr lang="de-DE" sz="2400">
                <a:latin typeface="The Group TEXT"/>
                <a:cs typeface="Dubai Medium"/>
              </a:rPr>
              <a:t>: Systemintegration</a:t>
            </a:r>
            <a:b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</a:b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Eintrittsdatum</a:t>
            </a:r>
            <a:r>
              <a:rPr lang="de-DE" sz="2400">
                <a:latin typeface="The Group TEXT"/>
                <a:cs typeface="Dubai Medium"/>
              </a:rPr>
              <a:t>: 01.09.2025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ED1E6ACE-1D10-47D0-EDF9-2F12CB398A7F}"/>
              </a:ext>
            </a:extLst>
          </p:cNvPr>
          <p:cNvGrpSpPr/>
          <p:nvPr/>
        </p:nvGrpSpPr>
        <p:grpSpPr>
          <a:xfrm>
            <a:off x="-3891" y="8945283"/>
            <a:ext cx="15123241" cy="1080000"/>
            <a:chOff x="-3890" y="5597379"/>
            <a:chExt cx="12195889" cy="786063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57BC3B2D-74B0-02C6-39DA-94B351BE29EF}"/>
                </a:ext>
              </a:extLst>
            </p:cNvPr>
            <p:cNvSpPr/>
            <p:nvPr/>
          </p:nvSpPr>
          <p:spPr>
            <a:xfrm>
              <a:off x="-3890" y="5597379"/>
              <a:ext cx="12195889" cy="786063"/>
            </a:xfrm>
            <a:prstGeom prst="rect">
              <a:avLst/>
            </a:prstGeom>
            <a:gradFill flip="none" rotWithShape="1">
              <a:gsLst>
                <a:gs pos="21000">
                  <a:srgbClr val="002733"/>
                </a:gs>
                <a:gs pos="84000">
                  <a:srgbClr val="080B3E"/>
                </a:gs>
                <a:gs pos="57000">
                  <a:srgbClr val="002060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  <a:latin typeface="The Group TEXT" panose="00000500000000000000" pitchFamily="2" charset="0"/>
              </a:endParaRP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9047824A-1586-EC49-A83A-1003FA52130F}"/>
                </a:ext>
              </a:extLst>
            </p:cNvPr>
            <p:cNvSpPr txBox="1"/>
            <p:nvPr/>
          </p:nvSpPr>
          <p:spPr>
            <a:xfrm>
              <a:off x="169417" y="5823706"/>
              <a:ext cx="11874078" cy="33601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"</a:t>
              </a:r>
              <a:r>
                <a:rPr lang="de-DE" sz="2400" err="1">
                  <a:solidFill>
                    <a:schemeClr val="bg1"/>
                  </a:solidFill>
                  <a:latin typeface="The Group TEXT"/>
                </a:rPr>
                <a:t>One</a:t>
              </a:r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 Man </a:t>
              </a:r>
              <a:r>
                <a:rPr lang="de-DE" sz="2400" err="1">
                  <a:solidFill>
                    <a:schemeClr val="bg1"/>
                  </a:solidFill>
                  <a:latin typeface="The Group TEXT"/>
                </a:rPr>
                <a:t>One</a:t>
              </a:r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 Engine"</a:t>
              </a:r>
              <a:endParaRPr lang="de-DE" sz="2400">
                <a:solidFill>
                  <a:schemeClr val="bg1"/>
                </a:solidFill>
                <a:latin typeface="The Group TEXT" panose="00000500000000000000" pitchFamily="2" charset="0"/>
              </a:endParaRPr>
            </a:p>
          </p:txBody>
        </p:sp>
      </p:grpSp>
      <p:sp>
        <p:nvSpPr>
          <p:cNvPr id="26" name="Textfeld 25">
            <a:extLst>
              <a:ext uri="{FF2B5EF4-FFF2-40B4-BE49-F238E27FC236}">
                <a16:creationId xmlns:a16="http://schemas.microsoft.com/office/drawing/2014/main" id="{29E8ABB9-6C92-4332-A2B5-575B1396A1ED}"/>
              </a:ext>
            </a:extLst>
          </p:cNvPr>
          <p:cNvSpPr txBox="1"/>
          <p:nvPr/>
        </p:nvSpPr>
        <p:spPr>
          <a:xfrm>
            <a:off x="1221140" y="5016442"/>
            <a:ext cx="5779712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Geburtsdatum</a:t>
            </a:r>
            <a:r>
              <a:rPr lang="de-DE" sz="2400">
                <a:latin typeface="The Group TEXT"/>
                <a:cs typeface="Dubai Medium"/>
              </a:rPr>
              <a:t>: 06.07.2007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solidFill>
                <a:srgbClr val="000000"/>
              </a:solidFill>
              <a:latin typeface="The Group TEXT"/>
              <a:cs typeface="Dubai Medium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Wohnort/Heimat</a:t>
            </a:r>
            <a:r>
              <a:rPr lang="de-DE" sz="2400">
                <a:latin typeface="The Group TEXT"/>
                <a:cs typeface="Dubai Medium"/>
              </a:rPr>
              <a:t>: </a:t>
            </a:r>
            <a:r>
              <a:rPr lang="de-DE" sz="2400" err="1">
                <a:latin typeface="The Group TEXT"/>
                <a:cs typeface="Dubai Medium"/>
              </a:rPr>
              <a:t>Dollnstein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Lieblingsspiel</a:t>
            </a:r>
            <a:r>
              <a:rPr lang="de-DE" sz="2400">
                <a:latin typeface="The Group TEXT"/>
                <a:cs typeface="Dubai Medium"/>
              </a:rPr>
              <a:t>: Minecraft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Traumauto</a:t>
            </a:r>
            <a:r>
              <a:rPr lang="de-DE" sz="2400">
                <a:latin typeface="The Group TEXT"/>
                <a:cs typeface="Dubai Medium"/>
              </a:rPr>
              <a:t>: ?Mazda 3 </a:t>
            </a:r>
            <a:r>
              <a:rPr lang="de-DE" sz="2400" err="1">
                <a:latin typeface="The Group TEXT"/>
                <a:cs typeface="Dubai Medium"/>
              </a:rPr>
              <a:t>fastback</a:t>
            </a:r>
            <a:r>
              <a:rPr lang="de-DE" sz="2400">
                <a:latin typeface="The Group TEXT"/>
                <a:cs typeface="Dubai Medium"/>
              </a:rPr>
              <a:t>?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</p:txBody>
      </p:sp>
      <p:sp>
        <p:nvSpPr>
          <p:cNvPr id="33" name="Freeform 418">
            <a:extLst>
              <a:ext uri="{FF2B5EF4-FFF2-40B4-BE49-F238E27FC236}">
                <a16:creationId xmlns:a16="http://schemas.microsoft.com/office/drawing/2014/main" id="{BBC91F77-B7E8-AFC4-45D7-55C43FC12BA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55764" y="5808531"/>
            <a:ext cx="338260" cy="334004"/>
          </a:xfrm>
          <a:custGeom>
            <a:avLst/>
            <a:gdLst>
              <a:gd name="T0" fmla="*/ 63 w 64"/>
              <a:gd name="T1" fmla="*/ 28 h 63"/>
              <a:gd name="T2" fmla="*/ 33 w 64"/>
              <a:gd name="T3" fmla="*/ 1 h 63"/>
              <a:gd name="T4" fmla="*/ 31 w 64"/>
              <a:gd name="T5" fmla="*/ 1 h 63"/>
              <a:gd name="T6" fmla="*/ 1 w 64"/>
              <a:gd name="T7" fmla="*/ 28 h 63"/>
              <a:gd name="T8" fmla="*/ 0 w 64"/>
              <a:gd name="T9" fmla="*/ 29 h 63"/>
              <a:gd name="T10" fmla="*/ 0 w 64"/>
              <a:gd name="T11" fmla="*/ 61 h 63"/>
              <a:gd name="T12" fmla="*/ 2 w 64"/>
              <a:gd name="T13" fmla="*/ 63 h 63"/>
              <a:gd name="T14" fmla="*/ 62 w 64"/>
              <a:gd name="T15" fmla="*/ 63 h 63"/>
              <a:gd name="T16" fmla="*/ 64 w 64"/>
              <a:gd name="T17" fmla="*/ 61 h 63"/>
              <a:gd name="T18" fmla="*/ 64 w 64"/>
              <a:gd name="T19" fmla="*/ 29 h 63"/>
              <a:gd name="T20" fmla="*/ 63 w 64"/>
              <a:gd name="T21" fmla="*/ 28 h 63"/>
              <a:gd name="T22" fmla="*/ 60 w 64"/>
              <a:gd name="T23" fmla="*/ 59 h 63"/>
              <a:gd name="T24" fmla="*/ 28 w 64"/>
              <a:gd name="T25" fmla="*/ 59 h 63"/>
              <a:gd name="T26" fmla="*/ 28 w 64"/>
              <a:gd name="T27" fmla="*/ 43 h 63"/>
              <a:gd name="T28" fmla="*/ 36 w 64"/>
              <a:gd name="T29" fmla="*/ 43 h 63"/>
              <a:gd name="T30" fmla="*/ 36 w 64"/>
              <a:gd name="T31" fmla="*/ 51 h 63"/>
              <a:gd name="T32" fmla="*/ 40 w 64"/>
              <a:gd name="T33" fmla="*/ 51 h 63"/>
              <a:gd name="T34" fmla="*/ 40 w 64"/>
              <a:gd name="T35" fmla="*/ 41 h 63"/>
              <a:gd name="T36" fmla="*/ 38 w 64"/>
              <a:gd name="T37" fmla="*/ 39 h 63"/>
              <a:gd name="T38" fmla="*/ 26 w 64"/>
              <a:gd name="T39" fmla="*/ 39 h 63"/>
              <a:gd name="T40" fmla="*/ 24 w 64"/>
              <a:gd name="T41" fmla="*/ 41 h 63"/>
              <a:gd name="T42" fmla="*/ 24 w 64"/>
              <a:gd name="T43" fmla="*/ 59 h 63"/>
              <a:gd name="T44" fmla="*/ 4 w 64"/>
              <a:gd name="T45" fmla="*/ 59 h 63"/>
              <a:gd name="T46" fmla="*/ 4 w 64"/>
              <a:gd name="T47" fmla="*/ 30 h 63"/>
              <a:gd name="T48" fmla="*/ 32 w 64"/>
              <a:gd name="T49" fmla="*/ 5 h 63"/>
              <a:gd name="T50" fmla="*/ 60 w 64"/>
              <a:gd name="T51" fmla="*/ 30 h 63"/>
              <a:gd name="T52" fmla="*/ 60 w 64"/>
              <a:gd name="T53" fmla="*/ 5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4" h="63">
                <a:moveTo>
                  <a:pt x="63" y="28"/>
                </a:move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1" y="0"/>
                  <a:pt x="31" y="1"/>
                </a:cubicBezTo>
                <a:cubicBezTo>
                  <a:pt x="1" y="28"/>
                  <a:pt x="1" y="28"/>
                  <a:pt x="1" y="28"/>
                </a:cubicBezTo>
                <a:cubicBezTo>
                  <a:pt x="0" y="28"/>
                  <a:pt x="0" y="28"/>
                  <a:pt x="0" y="29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2"/>
                  <a:pt x="1" y="63"/>
                  <a:pt x="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3" y="63"/>
                  <a:pt x="64" y="62"/>
                  <a:pt x="64" y="61"/>
                </a:cubicBezTo>
                <a:cubicBezTo>
                  <a:pt x="64" y="29"/>
                  <a:pt x="64" y="29"/>
                  <a:pt x="64" y="29"/>
                </a:cubicBezTo>
                <a:cubicBezTo>
                  <a:pt x="64" y="28"/>
                  <a:pt x="64" y="28"/>
                  <a:pt x="63" y="28"/>
                </a:cubicBezTo>
                <a:close/>
                <a:moveTo>
                  <a:pt x="60" y="59"/>
                </a:moveTo>
                <a:cubicBezTo>
                  <a:pt x="28" y="59"/>
                  <a:pt x="28" y="59"/>
                  <a:pt x="28" y="59"/>
                </a:cubicBezTo>
                <a:cubicBezTo>
                  <a:pt x="28" y="43"/>
                  <a:pt x="28" y="43"/>
                  <a:pt x="28" y="4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51"/>
                  <a:pt x="36" y="51"/>
                  <a:pt x="36" y="51"/>
                </a:cubicBezTo>
                <a:cubicBezTo>
                  <a:pt x="40" y="51"/>
                  <a:pt x="40" y="51"/>
                  <a:pt x="40" y="51"/>
                </a:cubicBezTo>
                <a:cubicBezTo>
                  <a:pt x="40" y="41"/>
                  <a:pt x="40" y="41"/>
                  <a:pt x="40" y="41"/>
                </a:cubicBezTo>
                <a:cubicBezTo>
                  <a:pt x="40" y="40"/>
                  <a:pt x="39" y="39"/>
                  <a:pt x="38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5" y="39"/>
                  <a:pt x="24" y="40"/>
                  <a:pt x="24" y="41"/>
                </a:cubicBezTo>
                <a:cubicBezTo>
                  <a:pt x="24" y="59"/>
                  <a:pt x="24" y="59"/>
                  <a:pt x="24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4" y="30"/>
                  <a:pt x="4" y="30"/>
                  <a:pt x="4" y="30"/>
                </a:cubicBezTo>
                <a:cubicBezTo>
                  <a:pt x="32" y="5"/>
                  <a:pt x="32" y="5"/>
                  <a:pt x="32" y="5"/>
                </a:cubicBezTo>
                <a:cubicBezTo>
                  <a:pt x="60" y="30"/>
                  <a:pt x="60" y="30"/>
                  <a:pt x="60" y="30"/>
                </a:cubicBezTo>
                <a:lnTo>
                  <a:pt x="60" y="59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0" name="Freeform 293">
            <a:extLst>
              <a:ext uri="{FF2B5EF4-FFF2-40B4-BE49-F238E27FC236}">
                <a16:creationId xmlns:a16="http://schemas.microsoft.com/office/drawing/2014/main" id="{175708E0-1632-1E07-6709-C3A76643A985}"/>
              </a:ext>
            </a:extLst>
          </p:cNvPr>
          <p:cNvSpPr>
            <a:spLocks noChangeAspect="1"/>
          </p:cNvSpPr>
          <p:nvPr/>
        </p:nvSpPr>
        <p:spPr bwMode="auto">
          <a:xfrm>
            <a:off x="701001" y="7261276"/>
            <a:ext cx="439149" cy="228630"/>
          </a:xfrm>
          <a:custGeom>
            <a:avLst/>
            <a:gdLst>
              <a:gd name="T0" fmla="*/ 78 w 79"/>
              <a:gd name="T1" fmla="*/ 20 h 40"/>
              <a:gd name="T2" fmla="*/ 74 w 79"/>
              <a:gd name="T3" fmla="*/ 17 h 40"/>
              <a:gd name="T4" fmla="*/ 62 w 79"/>
              <a:gd name="T5" fmla="*/ 15 h 40"/>
              <a:gd name="T6" fmla="*/ 56 w 79"/>
              <a:gd name="T7" fmla="*/ 12 h 40"/>
              <a:gd name="T8" fmla="*/ 46 w 79"/>
              <a:gd name="T9" fmla="*/ 3 h 40"/>
              <a:gd name="T10" fmla="*/ 38 w 79"/>
              <a:gd name="T11" fmla="*/ 0 h 40"/>
              <a:gd name="T12" fmla="*/ 18 w 79"/>
              <a:gd name="T13" fmla="*/ 0 h 40"/>
              <a:gd name="T14" fmla="*/ 10 w 79"/>
              <a:gd name="T15" fmla="*/ 4 h 40"/>
              <a:gd name="T16" fmla="*/ 3 w 79"/>
              <a:gd name="T17" fmla="*/ 14 h 40"/>
              <a:gd name="T18" fmla="*/ 0 w 79"/>
              <a:gd name="T19" fmla="*/ 22 h 40"/>
              <a:gd name="T20" fmla="*/ 0 w 79"/>
              <a:gd name="T21" fmla="*/ 34 h 40"/>
              <a:gd name="T22" fmla="*/ 6 w 79"/>
              <a:gd name="T23" fmla="*/ 40 h 40"/>
              <a:gd name="T24" fmla="*/ 12 w 79"/>
              <a:gd name="T25" fmla="*/ 40 h 40"/>
              <a:gd name="T26" fmla="*/ 12 w 79"/>
              <a:gd name="T27" fmla="*/ 37 h 40"/>
              <a:gd name="T28" fmla="*/ 18 w 79"/>
              <a:gd name="T29" fmla="*/ 32 h 40"/>
              <a:gd name="T30" fmla="*/ 24 w 79"/>
              <a:gd name="T31" fmla="*/ 38 h 40"/>
              <a:gd name="T32" fmla="*/ 28 w 79"/>
              <a:gd name="T33" fmla="*/ 38 h 40"/>
              <a:gd name="T34" fmla="*/ 18 w 79"/>
              <a:gd name="T35" fmla="*/ 28 h 40"/>
              <a:gd name="T36" fmla="*/ 8 w 79"/>
              <a:gd name="T37" fmla="*/ 36 h 40"/>
              <a:gd name="T38" fmla="*/ 6 w 79"/>
              <a:gd name="T39" fmla="*/ 36 h 40"/>
              <a:gd name="T40" fmla="*/ 4 w 79"/>
              <a:gd name="T41" fmla="*/ 34 h 40"/>
              <a:gd name="T42" fmla="*/ 4 w 79"/>
              <a:gd name="T43" fmla="*/ 22 h 40"/>
              <a:gd name="T44" fmla="*/ 6 w 79"/>
              <a:gd name="T45" fmla="*/ 16 h 40"/>
              <a:gd name="T46" fmla="*/ 13 w 79"/>
              <a:gd name="T47" fmla="*/ 6 h 40"/>
              <a:gd name="T48" fmla="*/ 18 w 79"/>
              <a:gd name="T49" fmla="*/ 4 h 40"/>
              <a:gd name="T50" fmla="*/ 38 w 79"/>
              <a:gd name="T51" fmla="*/ 4 h 40"/>
              <a:gd name="T52" fmla="*/ 44 w 79"/>
              <a:gd name="T53" fmla="*/ 6 h 40"/>
              <a:gd name="T54" fmla="*/ 54 w 79"/>
              <a:gd name="T55" fmla="*/ 15 h 40"/>
              <a:gd name="T56" fmla="*/ 62 w 79"/>
              <a:gd name="T57" fmla="*/ 19 h 40"/>
              <a:gd name="T58" fmla="*/ 74 w 79"/>
              <a:gd name="T59" fmla="*/ 21 h 40"/>
              <a:gd name="T60" fmla="*/ 75 w 79"/>
              <a:gd name="T61" fmla="*/ 22 h 40"/>
              <a:gd name="T62" fmla="*/ 75 w 79"/>
              <a:gd name="T63" fmla="*/ 23 h 40"/>
              <a:gd name="T64" fmla="*/ 73 w 79"/>
              <a:gd name="T65" fmla="*/ 34 h 40"/>
              <a:gd name="T66" fmla="*/ 70 w 79"/>
              <a:gd name="T67" fmla="*/ 36 h 40"/>
              <a:gd name="T68" fmla="*/ 68 w 79"/>
              <a:gd name="T69" fmla="*/ 36 h 40"/>
              <a:gd name="T70" fmla="*/ 58 w 79"/>
              <a:gd name="T71" fmla="*/ 28 h 40"/>
              <a:gd name="T72" fmla="*/ 48 w 79"/>
              <a:gd name="T73" fmla="*/ 36 h 40"/>
              <a:gd name="T74" fmla="*/ 36 w 79"/>
              <a:gd name="T75" fmla="*/ 36 h 40"/>
              <a:gd name="T76" fmla="*/ 36 w 79"/>
              <a:gd name="T77" fmla="*/ 40 h 40"/>
              <a:gd name="T78" fmla="*/ 52 w 79"/>
              <a:gd name="T79" fmla="*/ 40 h 40"/>
              <a:gd name="T80" fmla="*/ 52 w 79"/>
              <a:gd name="T81" fmla="*/ 37 h 40"/>
              <a:gd name="T82" fmla="*/ 58 w 79"/>
              <a:gd name="T83" fmla="*/ 32 h 40"/>
              <a:gd name="T84" fmla="*/ 64 w 79"/>
              <a:gd name="T85" fmla="*/ 38 h 40"/>
              <a:gd name="T86" fmla="*/ 64 w 79"/>
              <a:gd name="T87" fmla="*/ 38 h 40"/>
              <a:gd name="T88" fmla="*/ 64 w 79"/>
              <a:gd name="T89" fmla="*/ 40 h 40"/>
              <a:gd name="T90" fmla="*/ 70 w 79"/>
              <a:gd name="T91" fmla="*/ 40 h 40"/>
              <a:gd name="T92" fmla="*/ 77 w 79"/>
              <a:gd name="T93" fmla="*/ 35 h 40"/>
              <a:gd name="T94" fmla="*/ 79 w 79"/>
              <a:gd name="T95" fmla="*/ 24 h 40"/>
              <a:gd name="T96" fmla="*/ 78 w 79"/>
              <a:gd name="T97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9" h="40">
                <a:moveTo>
                  <a:pt x="78" y="20"/>
                </a:moveTo>
                <a:cubicBezTo>
                  <a:pt x="77" y="18"/>
                  <a:pt x="76" y="18"/>
                  <a:pt x="74" y="17"/>
                </a:cubicBezTo>
                <a:cubicBezTo>
                  <a:pt x="62" y="15"/>
                  <a:pt x="62" y="15"/>
                  <a:pt x="62" y="15"/>
                </a:cubicBezTo>
                <a:cubicBezTo>
                  <a:pt x="61" y="15"/>
                  <a:pt x="58" y="13"/>
                  <a:pt x="56" y="12"/>
                </a:cubicBezTo>
                <a:cubicBezTo>
                  <a:pt x="46" y="3"/>
                  <a:pt x="46" y="3"/>
                  <a:pt x="46" y="3"/>
                </a:cubicBezTo>
                <a:cubicBezTo>
                  <a:pt x="44" y="1"/>
                  <a:pt x="41" y="0"/>
                  <a:pt x="38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0"/>
                  <a:pt x="12" y="2"/>
                  <a:pt x="10" y="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6"/>
                  <a:pt x="0" y="19"/>
                  <a:pt x="0" y="2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7"/>
                  <a:pt x="3" y="40"/>
                  <a:pt x="6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37"/>
                  <a:pt x="12" y="37"/>
                  <a:pt x="12" y="37"/>
                </a:cubicBezTo>
                <a:cubicBezTo>
                  <a:pt x="12" y="34"/>
                  <a:pt x="15" y="32"/>
                  <a:pt x="18" y="32"/>
                </a:cubicBezTo>
                <a:cubicBezTo>
                  <a:pt x="21" y="32"/>
                  <a:pt x="24" y="35"/>
                  <a:pt x="24" y="38"/>
                </a:cubicBezTo>
                <a:cubicBezTo>
                  <a:pt x="28" y="38"/>
                  <a:pt x="28" y="38"/>
                  <a:pt x="28" y="38"/>
                </a:cubicBezTo>
                <a:cubicBezTo>
                  <a:pt x="28" y="32"/>
                  <a:pt x="24" y="28"/>
                  <a:pt x="18" y="28"/>
                </a:cubicBezTo>
                <a:cubicBezTo>
                  <a:pt x="13" y="28"/>
                  <a:pt x="9" y="31"/>
                  <a:pt x="8" y="36"/>
                </a:cubicBezTo>
                <a:cubicBezTo>
                  <a:pt x="6" y="36"/>
                  <a:pt x="6" y="36"/>
                  <a:pt x="6" y="36"/>
                </a:cubicBezTo>
                <a:cubicBezTo>
                  <a:pt x="5" y="36"/>
                  <a:pt x="4" y="35"/>
                  <a:pt x="4" y="34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0"/>
                  <a:pt x="5" y="18"/>
                  <a:pt x="6" y="16"/>
                </a:cubicBezTo>
                <a:cubicBezTo>
                  <a:pt x="13" y="6"/>
                  <a:pt x="13" y="6"/>
                  <a:pt x="13" y="6"/>
                </a:cubicBezTo>
                <a:cubicBezTo>
                  <a:pt x="14" y="5"/>
                  <a:pt x="16" y="4"/>
                  <a:pt x="1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40" y="4"/>
                  <a:pt x="42" y="5"/>
                  <a:pt x="44" y="6"/>
                </a:cubicBezTo>
                <a:cubicBezTo>
                  <a:pt x="54" y="15"/>
                  <a:pt x="54" y="15"/>
                  <a:pt x="54" y="15"/>
                </a:cubicBezTo>
                <a:cubicBezTo>
                  <a:pt x="56" y="17"/>
                  <a:pt x="59" y="18"/>
                  <a:pt x="62" y="19"/>
                </a:cubicBezTo>
                <a:cubicBezTo>
                  <a:pt x="74" y="21"/>
                  <a:pt x="74" y="21"/>
                  <a:pt x="74" y="21"/>
                </a:cubicBezTo>
                <a:cubicBezTo>
                  <a:pt x="74" y="21"/>
                  <a:pt x="75" y="22"/>
                  <a:pt x="75" y="22"/>
                </a:cubicBezTo>
                <a:cubicBezTo>
                  <a:pt x="75" y="22"/>
                  <a:pt x="75" y="23"/>
                  <a:pt x="75" y="23"/>
                </a:cubicBezTo>
                <a:cubicBezTo>
                  <a:pt x="73" y="34"/>
                  <a:pt x="73" y="34"/>
                  <a:pt x="73" y="34"/>
                </a:cubicBezTo>
                <a:cubicBezTo>
                  <a:pt x="73" y="35"/>
                  <a:pt x="71" y="36"/>
                  <a:pt x="70" y="36"/>
                </a:cubicBezTo>
                <a:cubicBezTo>
                  <a:pt x="68" y="36"/>
                  <a:pt x="68" y="36"/>
                  <a:pt x="68" y="36"/>
                </a:cubicBezTo>
                <a:cubicBezTo>
                  <a:pt x="67" y="31"/>
                  <a:pt x="63" y="28"/>
                  <a:pt x="58" y="28"/>
                </a:cubicBezTo>
                <a:cubicBezTo>
                  <a:pt x="53" y="28"/>
                  <a:pt x="49" y="31"/>
                  <a:pt x="48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40"/>
                  <a:pt x="36" y="40"/>
                  <a:pt x="36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37"/>
                  <a:pt x="52" y="37"/>
                  <a:pt x="52" y="37"/>
                </a:cubicBezTo>
                <a:cubicBezTo>
                  <a:pt x="53" y="34"/>
                  <a:pt x="55" y="32"/>
                  <a:pt x="58" y="32"/>
                </a:cubicBezTo>
                <a:cubicBezTo>
                  <a:pt x="61" y="32"/>
                  <a:pt x="64" y="35"/>
                  <a:pt x="64" y="38"/>
                </a:cubicBezTo>
                <a:cubicBezTo>
                  <a:pt x="64" y="38"/>
                  <a:pt x="64" y="38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70" y="40"/>
                  <a:pt x="70" y="40"/>
                  <a:pt x="70" y="40"/>
                </a:cubicBezTo>
                <a:cubicBezTo>
                  <a:pt x="73" y="40"/>
                  <a:pt x="76" y="38"/>
                  <a:pt x="77" y="35"/>
                </a:cubicBezTo>
                <a:cubicBezTo>
                  <a:pt x="79" y="24"/>
                  <a:pt x="79" y="24"/>
                  <a:pt x="79" y="24"/>
                </a:cubicBezTo>
                <a:cubicBezTo>
                  <a:pt x="79" y="23"/>
                  <a:pt x="79" y="21"/>
                  <a:pt x="78" y="20"/>
                </a:cubicBez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5" name="Freeform 422">
            <a:extLst>
              <a:ext uri="{FF2B5EF4-FFF2-40B4-BE49-F238E27FC236}">
                <a16:creationId xmlns:a16="http://schemas.microsoft.com/office/drawing/2014/main" id="{24385495-0596-31D8-2810-6E2B52EB81B7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95886" y="6574156"/>
            <a:ext cx="338260" cy="340402"/>
          </a:xfrm>
          <a:custGeom>
            <a:avLst/>
            <a:gdLst>
              <a:gd name="T0" fmla="*/ 54 w 64"/>
              <a:gd name="T1" fmla="*/ 64 h 64"/>
              <a:gd name="T2" fmla="*/ 44 w 64"/>
              <a:gd name="T3" fmla="*/ 59 h 64"/>
              <a:gd name="T4" fmla="*/ 44 w 64"/>
              <a:gd name="T5" fmla="*/ 58 h 64"/>
              <a:gd name="T6" fmla="*/ 44 w 64"/>
              <a:gd name="T7" fmla="*/ 42 h 64"/>
              <a:gd name="T8" fmla="*/ 44 w 64"/>
              <a:gd name="T9" fmla="*/ 41 h 64"/>
              <a:gd name="T10" fmla="*/ 54 w 64"/>
              <a:gd name="T11" fmla="*/ 36 h 64"/>
              <a:gd name="T12" fmla="*/ 60 w 64"/>
              <a:gd name="T13" fmla="*/ 38 h 64"/>
              <a:gd name="T14" fmla="*/ 60 w 64"/>
              <a:gd name="T15" fmla="*/ 22 h 64"/>
              <a:gd name="T16" fmla="*/ 32 w 64"/>
              <a:gd name="T17" fmla="*/ 4 h 64"/>
              <a:gd name="T18" fmla="*/ 32 w 64"/>
              <a:gd name="T19" fmla="*/ 4 h 64"/>
              <a:gd name="T20" fmla="*/ 4 w 64"/>
              <a:gd name="T21" fmla="*/ 22 h 64"/>
              <a:gd name="T22" fmla="*/ 4 w 64"/>
              <a:gd name="T23" fmla="*/ 38 h 64"/>
              <a:gd name="T24" fmla="*/ 10 w 64"/>
              <a:gd name="T25" fmla="*/ 36 h 64"/>
              <a:gd name="T26" fmla="*/ 20 w 64"/>
              <a:gd name="T27" fmla="*/ 41 h 64"/>
              <a:gd name="T28" fmla="*/ 20 w 64"/>
              <a:gd name="T29" fmla="*/ 42 h 64"/>
              <a:gd name="T30" fmla="*/ 20 w 64"/>
              <a:gd name="T31" fmla="*/ 58 h 64"/>
              <a:gd name="T32" fmla="*/ 20 w 64"/>
              <a:gd name="T33" fmla="*/ 59 h 64"/>
              <a:gd name="T34" fmla="*/ 10 w 64"/>
              <a:gd name="T35" fmla="*/ 64 h 64"/>
              <a:gd name="T36" fmla="*/ 0 w 64"/>
              <a:gd name="T37" fmla="*/ 59 h 64"/>
              <a:gd name="T38" fmla="*/ 0 w 64"/>
              <a:gd name="T39" fmla="*/ 58 h 64"/>
              <a:gd name="T40" fmla="*/ 0 w 64"/>
              <a:gd name="T41" fmla="*/ 42 h 64"/>
              <a:gd name="T42" fmla="*/ 0 w 64"/>
              <a:gd name="T43" fmla="*/ 42 h 64"/>
              <a:gd name="T44" fmla="*/ 0 w 64"/>
              <a:gd name="T45" fmla="*/ 22 h 64"/>
              <a:gd name="T46" fmla="*/ 32 w 64"/>
              <a:gd name="T47" fmla="*/ 0 h 64"/>
              <a:gd name="T48" fmla="*/ 32 w 64"/>
              <a:gd name="T49" fmla="*/ 0 h 64"/>
              <a:gd name="T50" fmla="*/ 64 w 64"/>
              <a:gd name="T51" fmla="*/ 22 h 64"/>
              <a:gd name="T52" fmla="*/ 64 w 64"/>
              <a:gd name="T53" fmla="*/ 42 h 64"/>
              <a:gd name="T54" fmla="*/ 64 w 64"/>
              <a:gd name="T55" fmla="*/ 42 h 64"/>
              <a:gd name="T56" fmla="*/ 64 w 64"/>
              <a:gd name="T57" fmla="*/ 58 h 64"/>
              <a:gd name="T58" fmla="*/ 64 w 64"/>
              <a:gd name="T59" fmla="*/ 59 h 64"/>
              <a:gd name="T60" fmla="*/ 54 w 64"/>
              <a:gd name="T61" fmla="*/ 64 h 64"/>
              <a:gd name="T62" fmla="*/ 48 w 64"/>
              <a:gd name="T63" fmla="*/ 57 h 64"/>
              <a:gd name="T64" fmla="*/ 54 w 64"/>
              <a:gd name="T65" fmla="*/ 60 h 64"/>
              <a:gd name="T66" fmla="*/ 60 w 64"/>
              <a:gd name="T67" fmla="*/ 57 h 64"/>
              <a:gd name="T68" fmla="*/ 60 w 64"/>
              <a:gd name="T69" fmla="*/ 43 h 64"/>
              <a:gd name="T70" fmla="*/ 54 w 64"/>
              <a:gd name="T71" fmla="*/ 40 h 64"/>
              <a:gd name="T72" fmla="*/ 48 w 64"/>
              <a:gd name="T73" fmla="*/ 43 h 64"/>
              <a:gd name="T74" fmla="*/ 48 w 64"/>
              <a:gd name="T75" fmla="*/ 57 h 64"/>
              <a:gd name="T76" fmla="*/ 4 w 64"/>
              <a:gd name="T77" fmla="*/ 57 h 64"/>
              <a:gd name="T78" fmla="*/ 10 w 64"/>
              <a:gd name="T79" fmla="*/ 60 h 64"/>
              <a:gd name="T80" fmla="*/ 16 w 64"/>
              <a:gd name="T81" fmla="*/ 57 h 64"/>
              <a:gd name="T82" fmla="*/ 16 w 64"/>
              <a:gd name="T83" fmla="*/ 43 h 64"/>
              <a:gd name="T84" fmla="*/ 10 w 64"/>
              <a:gd name="T85" fmla="*/ 40 h 64"/>
              <a:gd name="T86" fmla="*/ 4 w 64"/>
              <a:gd name="T87" fmla="*/ 43 h 64"/>
              <a:gd name="T88" fmla="*/ 4 w 64"/>
              <a:gd name="T89" fmla="*/ 57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4" h="64">
                <a:moveTo>
                  <a:pt x="54" y="64"/>
                </a:moveTo>
                <a:cubicBezTo>
                  <a:pt x="53" y="64"/>
                  <a:pt x="48" y="64"/>
                  <a:pt x="44" y="59"/>
                </a:cubicBezTo>
                <a:cubicBezTo>
                  <a:pt x="44" y="59"/>
                  <a:pt x="44" y="58"/>
                  <a:pt x="44" y="58"/>
                </a:cubicBezTo>
                <a:cubicBezTo>
                  <a:pt x="44" y="42"/>
                  <a:pt x="44" y="42"/>
                  <a:pt x="44" y="42"/>
                </a:cubicBezTo>
                <a:cubicBezTo>
                  <a:pt x="44" y="42"/>
                  <a:pt x="44" y="41"/>
                  <a:pt x="44" y="41"/>
                </a:cubicBezTo>
                <a:cubicBezTo>
                  <a:pt x="45" y="40"/>
                  <a:pt x="48" y="36"/>
                  <a:pt x="54" y="36"/>
                </a:cubicBezTo>
                <a:cubicBezTo>
                  <a:pt x="55" y="36"/>
                  <a:pt x="57" y="36"/>
                  <a:pt x="60" y="38"/>
                </a:cubicBezTo>
                <a:cubicBezTo>
                  <a:pt x="60" y="22"/>
                  <a:pt x="60" y="22"/>
                  <a:pt x="60" y="22"/>
                </a:cubicBezTo>
                <a:cubicBezTo>
                  <a:pt x="60" y="20"/>
                  <a:pt x="55" y="4"/>
                  <a:pt x="32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8" y="4"/>
                  <a:pt x="4" y="22"/>
                  <a:pt x="4" y="22"/>
                </a:cubicBezTo>
                <a:cubicBezTo>
                  <a:pt x="4" y="38"/>
                  <a:pt x="4" y="38"/>
                  <a:pt x="4" y="38"/>
                </a:cubicBezTo>
                <a:cubicBezTo>
                  <a:pt x="6" y="37"/>
                  <a:pt x="8" y="36"/>
                  <a:pt x="10" y="36"/>
                </a:cubicBezTo>
                <a:cubicBezTo>
                  <a:pt x="11" y="36"/>
                  <a:pt x="16" y="36"/>
                  <a:pt x="20" y="41"/>
                </a:cubicBezTo>
                <a:cubicBezTo>
                  <a:pt x="20" y="41"/>
                  <a:pt x="20" y="42"/>
                  <a:pt x="20" y="42"/>
                </a:cubicBezTo>
                <a:cubicBezTo>
                  <a:pt x="20" y="58"/>
                  <a:pt x="20" y="58"/>
                  <a:pt x="20" y="58"/>
                </a:cubicBezTo>
                <a:cubicBezTo>
                  <a:pt x="20" y="58"/>
                  <a:pt x="20" y="59"/>
                  <a:pt x="20" y="59"/>
                </a:cubicBezTo>
                <a:cubicBezTo>
                  <a:pt x="19" y="60"/>
                  <a:pt x="16" y="64"/>
                  <a:pt x="10" y="64"/>
                </a:cubicBezTo>
                <a:cubicBezTo>
                  <a:pt x="9" y="64"/>
                  <a:pt x="4" y="64"/>
                  <a:pt x="0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5" y="0"/>
                  <a:pt x="32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59" y="0"/>
                  <a:pt x="64" y="21"/>
                  <a:pt x="64" y="2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58"/>
                  <a:pt x="64" y="58"/>
                  <a:pt x="64" y="58"/>
                </a:cubicBezTo>
                <a:cubicBezTo>
                  <a:pt x="64" y="58"/>
                  <a:pt x="64" y="59"/>
                  <a:pt x="64" y="59"/>
                </a:cubicBezTo>
                <a:cubicBezTo>
                  <a:pt x="63" y="60"/>
                  <a:pt x="60" y="64"/>
                  <a:pt x="54" y="64"/>
                </a:cubicBezTo>
                <a:close/>
                <a:moveTo>
                  <a:pt x="48" y="57"/>
                </a:moveTo>
                <a:cubicBezTo>
                  <a:pt x="50" y="60"/>
                  <a:pt x="54" y="60"/>
                  <a:pt x="54" y="60"/>
                </a:cubicBezTo>
                <a:cubicBezTo>
                  <a:pt x="57" y="60"/>
                  <a:pt x="59" y="58"/>
                  <a:pt x="60" y="57"/>
                </a:cubicBezTo>
                <a:cubicBezTo>
                  <a:pt x="60" y="43"/>
                  <a:pt x="60" y="43"/>
                  <a:pt x="60" y="43"/>
                </a:cubicBezTo>
                <a:cubicBezTo>
                  <a:pt x="58" y="40"/>
                  <a:pt x="54" y="40"/>
                  <a:pt x="54" y="40"/>
                </a:cubicBezTo>
                <a:cubicBezTo>
                  <a:pt x="51" y="40"/>
                  <a:pt x="49" y="42"/>
                  <a:pt x="48" y="43"/>
                </a:cubicBezTo>
                <a:lnTo>
                  <a:pt x="48" y="57"/>
                </a:lnTo>
                <a:close/>
                <a:moveTo>
                  <a:pt x="4" y="57"/>
                </a:moveTo>
                <a:cubicBezTo>
                  <a:pt x="6" y="60"/>
                  <a:pt x="10" y="60"/>
                  <a:pt x="10" y="60"/>
                </a:cubicBezTo>
                <a:cubicBezTo>
                  <a:pt x="13" y="60"/>
                  <a:pt x="15" y="58"/>
                  <a:pt x="16" y="57"/>
                </a:cubicBezTo>
                <a:cubicBezTo>
                  <a:pt x="16" y="43"/>
                  <a:pt x="16" y="43"/>
                  <a:pt x="16" y="43"/>
                </a:cubicBezTo>
                <a:cubicBezTo>
                  <a:pt x="14" y="40"/>
                  <a:pt x="10" y="40"/>
                  <a:pt x="10" y="40"/>
                </a:cubicBezTo>
                <a:cubicBezTo>
                  <a:pt x="7" y="40"/>
                  <a:pt x="5" y="42"/>
                  <a:pt x="4" y="43"/>
                </a:cubicBezTo>
                <a:lnTo>
                  <a:pt x="4" y="57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035BA71F-3810-7B93-8ACC-0CE33EE34AF0}"/>
              </a:ext>
            </a:extLst>
          </p:cNvPr>
          <p:cNvGrpSpPr>
            <a:grpSpLocks noChangeAspect="1"/>
          </p:cNvGrpSpPr>
          <p:nvPr/>
        </p:nvGrpSpPr>
        <p:grpSpPr>
          <a:xfrm>
            <a:off x="823833" y="5101121"/>
            <a:ext cx="348546" cy="370604"/>
            <a:chOff x="11466513" y="1004888"/>
            <a:chExt cx="250825" cy="266699"/>
          </a:xfrm>
          <a:solidFill>
            <a:srgbClr val="00806E"/>
          </a:solidFill>
        </p:grpSpPr>
        <p:sp>
          <p:nvSpPr>
            <p:cNvPr id="48" name="Freeform 109">
              <a:extLst>
                <a:ext uri="{FF2B5EF4-FFF2-40B4-BE49-F238E27FC236}">
                  <a16:creationId xmlns:a16="http://schemas.microsoft.com/office/drawing/2014/main" id="{CA587D16-3C31-47FA-B232-349C0D42B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6513" y="1004888"/>
              <a:ext cx="250825" cy="266699"/>
            </a:xfrm>
            <a:custGeom>
              <a:avLst/>
              <a:gdLst>
                <a:gd name="T0" fmla="*/ 62 w 64"/>
                <a:gd name="T1" fmla="*/ 4 h 68"/>
                <a:gd name="T2" fmla="*/ 44 w 64"/>
                <a:gd name="T3" fmla="*/ 4 h 68"/>
                <a:gd name="T4" fmla="*/ 44 w 64"/>
                <a:gd name="T5" fmla="*/ 0 h 68"/>
                <a:gd name="T6" fmla="*/ 40 w 64"/>
                <a:gd name="T7" fmla="*/ 0 h 68"/>
                <a:gd name="T8" fmla="*/ 40 w 64"/>
                <a:gd name="T9" fmla="*/ 16 h 68"/>
                <a:gd name="T10" fmla="*/ 44 w 64"/>
                <a:gd name="T11" fmla="*/ 16 h 68"/>
                <a:gd name="T12" fmla="*/ 44 w 64"/>
                <a:gd name="T13" fmla="*/ 8 h 68"/>
                <a:gd name="T14" fmla="*/ 60 w 64"/>
                <a:gd name="T15" fmla="*/ 8 h 68"/>
                <a:gd name="T16" fmla="*/ 60 w 64"/>
                <a:gd name="T17" fmla="*/ 64 h 68"/>
                <a:gd name="T18" fmla="*/ 4 w 64"/>
                <a:gd name="T19" fmla="*/ 64 h 68"/>
                <a:gd name="T20" fmla="*/ 4 w 64"/>
                <a:gd name="T21" fmla="*/ 8 h 68"/>
                <a:gd name="T22" fmla="*/ 12 w 64"/>
                <a:gd name="T23" fmla="*/ 8 h 68"/>
                <a:gd name="T24" fmla="*/ 12 w 64"/>
                <a:gd name="T25" fmla="*/ 4 h 68"/>
                <a:gd name="T26" fmla="*/ 2 w 64"/>
                <a:gd name="T27" fmla="*/ 4 h 68"/>
                <a:gd name="T28" fmla="*/ 0 w 64"/>
                <a:gd name="T29" fmla="*/ 6 h 68"/>
                <a:gd name="T30" fmla="*/ 0 w 64"/>
                <a:gd name="T31" fmla="*/ 66 h 68"/>
                <a:gd name="T32" fmla="*/ 2 w 64"/>
                <a:gd name="T33" fmla="*/ 68 h 68"/>
                <a:gd name="T34" fmla="*/ 62 w 64"/>
                <a:gd name="T35" fmla="*/ 68 h 68"/>
                <a:gd name="T36" fmla="*/ 64 w 64"/>
                <a:gd name="T37" fmla="*/ 66 h 68"/>
                <a:gd name="T38" fmla="*/ 64 w 64"/>
                <a:gd name="T39" fmla="*/ 6 h 68"/>
                <a:gd name="T40" fmla="*/ 62 w 64"/>
                <a:gd name="T41" fmla="*/ 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8">
                  <a:moveTo>
                    <a:pt x="62" y="4"/>
                  </a:moveTo>
                  <a:cubicBezTo>
                    <a:pt x="44" y="4"/>
                    <a:pt x="44" y="4"/>
                    <a:pt x="4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7"/>
                    <a:pt x="1" y="68"/>
                    <a:pt x="2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3" y="68"/>
                    <a:pt x="64" y="67"/>
                    <a:pt x="64" y="6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5"/>
                    <a:pt x="63" y="4"/>
                    <a:pt x="6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49" name="Freeform 110">
              <a:extLst>
                <a:ext uri="{FF2B5EF4-FFF2-40B4-BE49-F238E27FC236}">
                  <a16:creationId xmlns:a16="http://schemas.microsoft.com/office/drawing/2014/main" id="{7D6C21A9-535D-078F-4EF2-3B75AED288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300" y="1004888"/>
              <a:ext cx="47625" cy="61912"/>
            </a:xfrm>
            <a:custGeom>
              <a:avLst/>
              <a:gdLst>
                <a:gd name="T0" fmla="*/ 30 w 30"/>
                <a:gd name="T1" fmla="*/ 9 h 39"/>
                <a:gd name="T2" fmla="*/ 10 w 30"/>
                <a:gd name="T3" fmla="*/ 9 h 39"/>
                <a:gd name="T4" fmla="*/ 10 w 30"/>
                <a:gd name="T5" fmla="*/ 0 h 39"/>
                <a:gd name="T6" fmla="*/ 0 w 30"/>
                <a:gd name="T7" fmla="*/ 0 h 39"/>
                <a:gd name="T8" fmla="*/ 0 w 30"/>
                <a:gd name="T9" fmla="*/ 39 h 39"/>
                <a:gd name="T10" fmla="*/ 10 w 30"/>
                <a:gd name="T11" fmla="*/ 39 h 39"/>
                <a:gd name="T12" fmla="*/ 10 w 30"/>
                <a:gd name="T13" fmla="*/ 19 h 39"/>
                <a:gd name="T14" fmla="*/ 30 w 30"/>
                <a:gd name="T15" fmla="*/ 19 h 39"/>
                <a:gd name="T16" fmla="*/ 30 w 30"/>
                <a:gd name="T17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9">
                  <a:moveTo>
                    <a:pt x="30" y="9"/>
                  </a:move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9"/>
                  </a:lnTo>
                  <a:lnTo>
                    <a:pt x="10" y="39"/>
                  </a:lnTo>
                  <a:lnTo>
                    <a:pt x="10" y="19"/>
                  </a:lnTo>
                  <a:lnTo>
                    <a:pt x="30" y="19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0" name="Freeform 111">
              <a:extLst>
                <a:ext uri="{FF2B5EF4-FFF2-40B4-BE49-F238E27FC236}">
                  <a16:creationId xmlns:a16="http://schemas.microsoft.com/office/drawing/2014/main" id="{FF01B5B2-CA28-1A97-9F96-F38D3BCCCA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4613" y="1093788"/>
              <a:ext cx="76200" cy="130175"/>
            </a:xfrm>
            <a:custGeom>
              <a:avLst/>
              <a:gdLst>
                <a:gd name="T0" fmla="*/ 7 w 19"/>
                <a:gd name="T1" fmla="*/ 30 h 33"/>
                <a:gd name="T2" fmla="*/ 0 w 19"/>
                <a:gd name="T3" fmla="*/ 29 h 33"/>
                <a:gd name="T4" fmla="*/ 0 w 19"/>
                <a:gd name="T5" fmla="*/ 33 h 33"/>
                <a:gd name="T6" fmla="*/ 3 w 19"/>
                <a:gd name="T7" fmla="*/ 33 h 33"/>
                <a:gd name="T8" fmla="*/ 7 w 19"/>
                <a:gd name="T9" fmla="*/ 33 h 33"/>
                <a:gd name="T10" fmla="*/ 12 w 19"/>
                <a:gd name="T11" fmla="*/ 33 h 33"/>
                <a:gd name="T12" fmla="*/ 16 w 19"/>
                <a:gd name="T13" fmla="*/ 31 h 33"/>
                <a:gd name="T14" fmla="*/ 18 w 19"/>
                <a:gd name="T15" fmla="*/ 27 h 33"/>
                <a:gd name="T16" fmla="*/ 19 w 19"/>
                <a:gd name="T17" fmla="*/ 23 h 33"/>
                <a:gd name="T18" fmla="*/ 19 w 19"/>
                <a:gd name="T19" fmla="*/ 20 h 33"/>
                <a:gd name="T20" fmla="*/ 17 w 19"/>
                <a:gd name="T21" fmla="*/ 18 h 33"/>
                <a:gd name="T22" fmla="*/ 15 w 19"/>
                <a:gd name="T23" fmla="*/ 16 h 33"/>
                <a:gd name="T24" fmla="*/ 12 w 19"/>
                <a:gd name="T25" fmla="*/ 15 h 33"/>
                <a:gd name="T26" fmla="*/ 12 w 19"/>
                <a:gd name="T27" fmla="*/ 15 h 33"/>
                <a:gd name="T28" fmla="*/ 17 w 19"/>
                <a:gd name="T29" fmla="*/ 13 h 33"/>
                <a:gd name="T30" fmla="*/ 18 w 19"/>
                <a:gd name="T31" fmla="*/ 8 h 33"/>
                <a:gd name="T32" fmla="*/ 16 w 19"/>
                <a:gd name="T33" fmla="*/ 2 h 33"/>
                <a:gd name="T34" fmla="*/ 9 w 19"/>
                <a:gd name="T35" fmla="*/ 0 h 33"/>
                <a:gd name="T36" fmla="*/ 5 w 19"/>
                <a:gd name="T37" fmla="*/ 1 h 33"/>
                <a:gd name="T38" fmla="*/ 1 w 19"/>
                <a:gd name="T39" fmla="*/ 2 h 33"/>
                <a:gd name="T40" fmla="*/ 1 w 19"/>
                <a:gd name="T41" fmla="*/ 6 h 33"/>
                <a:gd name="T42" fmla="*/ 4 w 19"/>
                <a:gd name="T43" fmla="*/ 4 h 33"/>
                <a:gd name="T44" fmla="*/ 8 w 19"/>
                <a:gd name="T45" fmla="*/ 4 h 33"/>
                <a:gd name="T46" fmla="*/ 12 w 19"/>
                <a:gd name="T47" fmla="*/ 5 h 33"/>
                <a:gd name="T48" fmla="*/ 14 w 19"/>
                <a:gd name="T49" fmla="*/ 8 h 33"/>
                <a:gd name="T50" fmla="*/ 11 w 19"/>
                <a:gd name="T51" fmla="*/ 13 h 33"/>
                <a:gd name="T52" fmla="*/ 3 w 19"/>
                <a:gd name="T53" fmla="*/ 14 h 33"/>
                <a:gd name="T54" fmla="*/ 2 w 19"/>
                <a:gd name="T55" fmla="*/ 14 h 33"/>
                <a:gd name="T56" fmla="*/ 2 w 19"/>
                <a:gd name="T57" fmla="*/ 18 h 33"/>
                <a:gd name="T58" fmla="*/ 4 w 19"/>
                <a:gd name="T59" fmla="*/ 18 h 33"/>
                <a:gd name="T60" fmla="*/ 7 w 19"/>
                <a:gd name="T61" fmla="*/ 18 h 33"/>
                <a:gd name="T62" fmla="*/ 12 w 19"/>
                <a:gd name="T63" fmla="*/ 19 h 33"/>
                <a:gd name="T64" fmla="*/ 14 w 19"/>
                <a:gd name="T65" fmla="*/ 24 h 33"/>
                <a:gd name="T66" fmla="*/ 13 w 19"/>
                <a:gd name="T67" fmla="*/ 28 h 33"/>
                <a:gd name="T68" fmla="*/ 7 w 19"/>
                <a:gd name="T69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" h="33">
                  <a:moveTo>
                    <a:pt x="7" y="30"/>
                  </a:moveTo>
                  <a:cubicBezTo>
                    <a:pt x="5" y="30"/>
                    <a:pt x="3" y="29"/>
                    <a:pt x="0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3"/>
                    <a:pt x="2" y="33"/>
                    <a:pt x="3" y="33"/>
                  </a:cubicBezTo>
                  <a:cubicBezTo>
                    <a:pt x="4" y="33"/>
                    <a:pt x="5" y="33"/>
                    <a:pt x="7" y="33"/>
                  </a:cubicBezTo>
                  <a:cubicBezTo>
                    <a:pt x="9" y="33"/>
                    <a:pt x="10" y="33"/>
                    <a:pt x="12" y="33"/>
                  </a:cubicBezTo>
                  <a:cubicBezTo>
                    <a:pt x="13" y="32"/>
                    <a:pt x="15" y="31"/>
                    <a:pt x="16" y="31"/>
                  </a:cubicBezTo>
                  <a:cubicBezTo>
                    <a:pt x="17" y="30"/>
                    <a:pt x="18" y="29"/>
                    <a:pt x="18" y="27"/>
                  </a:cubicBezTo>
                  <a:cubicBezTo>
                    <a:pt x="19" y="26"/>
                    <a:pt x="19" y="25"/>
                    <a:pt x="19" y="23"/>
                  </a:cubicBezTo>
                  <a:cubicBezTo>
                    <a:pt x="19" y="22"/>
                    <a:pt x="19" y="21"/>
                    <a:pt x="19" y="20"/>
                  </a:cubicBezTo>
                  <a:cubicBezTo>
                    <a:pt x="18" y="19"/>
                    <a:pt x="18" y="19"/>
                    <a:pt x="17" y="18"/>
                  </a:cubicBezTo>
                  <a:cubicBezTo>
                    <a:pt x="17" y="17"/>
                    <a:pt x="16" y="17"/>
                    <a:pt x="15" y="16"/>
                  </a:cubicBezTo>
                  <a:cubicBezTo>
                    <a:pt x="14" y="16"/>
                    <a:pt x="13" y="16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4" y="15"/>
                    <a:pt x="16" y="14"/>
                    <a:pt x="17" y="13"/>
                  </a:cubicBezTo>
                  <a:cubicBezTo>
                    <a:pt x="18" y="11"/>
                    <a:pt x="18" y="10"/>
                    <a:pt x="18" y="8"/>
                  </a:cubicBezTo>
                  <a:cubicBezTo>
                    <a:pt x="18" y="5"/>
                    <a:pt x="18" y="4"/>
                    <a:pt x="16" y="2"/>
                  </a:cubicBezTo>
                  <a:cubicBezTo>
                    <a:pt x="14" y="1"/>
                    <a:pt x="12" y="0"/>
                    <a:pt x="9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5"/>
                    <a:pt x="4" y="4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4"/>
                    <a:pt x="12" y="5"/>
                  </a:cubicBezTo>
                  <a:cubicBezTo>
                    <a:pt x="13" y="6"/>
                    <a:pt x="14" y="7"/>
                    <a:pt x="14" y="8"/>
                  </a:cubicBezTo>
                  <a:cubicBezTo>
                    <a:pt x="14" y="10"/>
                    <a:pt x="13" y="12"/>
                    <a:pt x="11" y="13"/>
                  </a:cubicBezTo>
                  <a:cubicBezTo>
                    <a:pt x="9" y="14"/>
                    <a:pt x="7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8"/>
                    <a:pt x="3" y="18"/>
                    <a:pt x="4" y="18"/>
                  </a:cubicBezTo>
                  <a:cubicBezTo>
                    <a:pt x="5" y="18"/>
                    <a:pt x="6" y="18"/>
                    <a:pt x="7" y="18"/>
                  </a:cubicBezTo>
                  <a:cubicBezTo>
                    <a:pt x="9" y="18"/>
                    <a:pt x="11" y="18"/>
                    <a:pt x="12" y="19"/>
                  </a:cubicBezTo>
                  <a:cubicBezTo>
                    <a:pt x="14" y="20"/>
                    <a:pt x="14" y="22"/>
                    <a:pt x="14" y="24"/>
                  </a:cubicBezTo>
                  <a:cubicBezTo>
                    <a:pt x="14" y="26"/>
                    <a:pt x="14" y="27"/>
                    <a:pt x="13" y="28"/>
                  </a:cubicBezTo>
                  <a:cubicBezTo>
                    <a:pt x="11" y="29"/>
                    <a:pt x="9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1" name="Freeform 112">
              <a:extLst>
                <a:ext uri="{FF2B5EF4-FFF2-40B4-BE49-F238E27FC236}">
                  <a16:creationId xmlns:a16="http://schemas.microsoft.com/office/drawing/2014/main" id="{36AFF85B-0B49-C6E4-FA35-2AE94EE7D9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9863" y="1098550"/>
              <a:ext cx="82550" cy="125412"/>
            </a:xfrm>
            <a:custGeom>
              <a:avLst/>
              <a:gdLst>
                <a:gd name="T0" fmla="*/ 25 w 52"/>
                <a:gd name="T1" fmla="*/ 0 h 79"/>
                <a:gd name="T2" fmla="*/ 2 w 52"/>
                <a:gd name="T3" fmla="*/ 7 h 79"/>
                <a:gd name="T4" fmla="*/ 2 w 52"/>
                <a:gd name="T5" fmla="*/ 17 h 79"/>
                <a:gd name="T6" fmla="*/ 22 w 52"/>
                <a:gd name="T7" fmla="*/ 10 h 79"/>
                <a:gd name="T8" fmla="*/ 22 w 52"/>
                <a:gd name="T9" fmla="*/ 69 h 79"/>
                <a:gd name="T10" fmla="*/ 0 w 52"/>
                <a:gd name="T11" fmla="*/ 69 h 79"/>
                <a:gd name="T12" fmla="*/ 0 w 52"/>
                <a:gd name="T13" fmla="*/ 79 h 79"/>
                <a:gd name="T14" fmla="*/ 52 w 52"/>
                <a:gd name="T15" fmla="*/ 79 h 79"/>
                <a:gd name="T16" fmla="*/ 52 w 52"/>
                <a:gd name="T17" fmla="*/ 69 h 79"/>
                <a:gd name="T18" fmla="*/ 32 w 52"/>
                <a:gd name="T19" fmla="*/ 69 h 79"/>
                <a:gd name="T20" fmla="*/ 32 w 52"/>
                <a:gd name="T21" fmla="*/ 0 h 79"/>
                <a:gd name="T22" fmla="*/ 25 w 52"/>
                <a:gd name="T2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79">
                  <a:moveTo>
                    <a:pt x="25" y="0"/>
                  </a:moveTo>
                  <a:lnTo>
                    <a:pt x="2" y="7"/>
                  </a:lnTo>
                  <a:lnTo>
                    <a:pt x="2" y="17"/>
                  </a:lnTo>
                  <a:lnTo>
                    <a:pt x="22" y="10"/>
                  </a:lnTo>
                  <a:lnTo>
                    <a:pt x="22" y="69"/>
                  </a:lnTo>
                  <a:lnTo>
                    <a:pt x="0" y="69"/>
                  </a:lnTo>
                  <a:lnTo>
                    <a:pt x="0" y="79"/>
                  </a:lnTo>
                  <a:lnTo>
                    <a:pt x="52" y="79"/>
                  </a:lnTo>
                  <a:lnTo>
                    <a:pt x="52" y="69"/>
                  </a:lnTo>
                  <a:lnTo>
                    <a:pt x="32" y="69"/>
                  </a:lnTo>
                  <a:lnTo>
                    <a:pt x="32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</p:grpSp>
      <p:sp>
        <p:nvSpPr>
          <p:cNvPr id="53" name="Textfeld 52">
            <a:extLst>
              <a:ext uri="{FF2B5EF4-FFF2-40B4-BE49-F238E27FC236}">
                <a16:creationId xmlns:a16="http://schemas.microsoft.com/office/drawing/2014/main" id="{0921FBF7-D0CD-3299-8E4C-4E56B5C2B80B}"/>
              </a:ext>
            </a:extLst>
          </p:cNvPr>
          <p:cNvSpPr txBox="1"/>
          <p:nvPr/>
        </p:nvSpPr>
        <p:spPr>
          <a:xfrm>
            <a:off x="7729421" y="5046343"/>
            <a:ext cx="9286270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Lieblingsessen</a:t>
            </a:r>
            <a:r>
              <a:rPr lang="de-DE" sz="2400">
                <a:latin typeface="The Group TEXT"/>
                <a:cs typeface="Dubai Medium"/>
              </a:rPr>
              <a:t>: Alles mit Kartoffeln 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Lieblingsfilm/-serie</a:t>
            </a:r>
            <a:r>
              <a:rPr lang="de-DE" sz="2400">
                <a:latin typeface="The Group TEXT"/>
                <a:cs typeface="Dubai Medium"/>
              </a:rPr>
              <a:t>: Hunter x Hunter, </a:t>
            </a:r>
            <a:r>
              <a:rPr lang="de-DE" sz="2400" err="1">
                <a:latin typeface="The Group TEXT"/>
                <a:cs typeface="Dubai Medium"/>
              </a:rPr>
              <a:t>Hazebin</a:t>
            </a:r>
            <a:r>
              <a:rPr lang="de-DE" sz="2400">
                <a:latin typeface="The Group TEXT"/>
                <a:cs typeface="Dubai Medium"/>
              </a:rPr>
              <a:t> Hotel</a:t>
            </a: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Hobbies</a:t>
            </a:r>
            <a:r>
              <a:rPr lang="de-DE" sz="2400">
                <a:latin typeface="The Group TEXT"/>
                <a:cs typeface="Dubai Medium"/>
              </a:rPr>
              <a:t>:  Gitarre spielen, Musik, Zoologie, Auto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>
                <a:latin typeface="The Group TEXT"/>
                <a:cs typeface="Dubai Medium"/>
              </a:rPr>
              <a:t>fahren, Motorrad fahren, schrauben, Lesen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solidFill>
                <a:srgbClr val="000000"/>
              </a:solidFill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Lieblingssport</a:t>
            </a:r>
            <a:r>
              <a:rPr lang="de-DE" sz="2400">
                <a:latin typeface="The Group TEXT"/>
                <a:cs typeface="Dubai Medium"/>
              </a:rPr>
              <a:t>: Kampfsport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</p:txBody>
      </p:sp>
      <p:grpSp>
        <p:nvGrpSpPr>
          <p:cNvPr id="54" name="Google Shape;9271;p60">
            <a:extLst>
              <a:ext uri="{FF2B5EF4-FFF2-40B4-BE49-F238E27FC236}">
                <a16:creationId xmlns:a16="http://schemas.microsoft.com/office/drawing/2014/main" id="{B040F79E-B921-E0EE-3741-E97268697E50}"/>
              </a:ext>
            </a:extLst>
          </p:cNvPr>
          <p:cNvGrpSpPr/>
          <p:nvPr/>
        </p:nvGrpSpPr>
        <p:grpSpPr>
          <a:xfrm>
            <a:off x="7241658" y="5057580"/>
            <a:ext cx="410335" cy="355243"/>
            <a:chOff x="3564243" y="2289904"/>
            <a:chExt cx="422342" cy="355243"/>
          </a:xfrm>
          <a:solidFill>
            <a:srgbClr val="00806E"/>
          </a:solidFill>
        </p:grpSpPr>
        <p:sp>
          <p:nvSpPr>
            <p:cNvPr id="1047" name="Google Shape;9272;p60">
              <a:extLst>
                <a:ext uri="{FF2B5EF4-FFF2-40B4-BE49-F238E27FC236}">
                  <a16:creationId xmlns:a16="http://schemas.microsoft.com/office/drawing/2014/main" id="{D0CA037E-F381-45FE-148D-9B1116DBB6EC}"/>
                </a:ext>
              </a:extLst>
            </p:cNvPr>
            <p:cNvSpPr/>
            <p:nvPr/>
          </p:nvSpPr>
          <p:spPr>
            <a:xfrm>
              <a:off x="3564243" y="2291587"/>
              <a:ext cx="66177" cy="351655"/>
            </a:xfrm>
            <a:custGeom>
              <a:avLst/>
              <a:gdLst/>
              <a:ahLst/>
              <a:cxnLst/>
              <a:rect l="l" t="t" r="r" b="b"/>
              <a:pathLst>
                <a:path w="2084" h="11074" extrusionOk="0">
                  <a:moveTo>
                    <a:pt x="1703" y="1918"/>
                  </a:moveTo>
                  <a:lnTo>
                    <a:pt x="1703" y="2727"/>
                  </a:lnTo>
                  <a:cubicBezTo>
                    <a:pt x="1703" y="2823"/>
                    <a:pt x="1667" y="2930"/>
                    <a:pt x="1608" y="2966"/>
                  </a:cubicBezTo>
                  <a:cubicBezTo>
                    <a:pt x="1453" y="3085"/>
                    <a:pt x="1298" y="3287"/>
                    <a:pt x="1239" y="3501"/>
                  </a:cubicBezTo>
                  <a:lnTo>
                    <a:pt x="834" y="3501"/>
                  </a:lnTo>
                  <a:cubicBezTo>
                    <a:pt x="798" y="3299"/>
                    <a:pt x="667" y="3085"/>
                    <a:pt x="524" y="2989"/>
                  </a:cubicBezTo>
                  <a:cubicBezTo>
                    <a:pt x="453" y="2942"/>
                    <a:pt x="393" y="2823"/>
                    <a:pt x="393" y="2727"/>
                  </a:cubicBezTo>
                  <a:lnTo>
                    <a:pt x="393" y="1918"/>
                  </a:lnTo>
                  <a:close/>
                  <a:moveTo>
                    <a:pt x="1227" y="3882"/>
                  </a:moveTo>
                  <a:lnTo>
                    <a:pt x="1227" y="5144"/>
                  </a:lnTo>
                  <a:cubicBezTo>
                    <a:pt x="1227" y="6359"/>
                    <a:pt x="1239" y="7549"/>
                    <a:pt x="1369" y="8752"/>
                  </a:cubicBezTo>
                  <a:cubicBezTo>
                    <a:pt x="1453" y="9478"/>
                    <a:pt x="1489" y="10085"/>
                    <a:pt x="1489" y="10205"/>
                  </a:cubicBezTo>
                  <a:cubicBezTo>
                    <a:pt x="1477" y="10478"/>
                    <a:pt x="1298" y="10681"/>
                    <a:pt x="1048" y="10681"/>
                  </a:cubicBezTo>
                  <a:cubicBezTo>
                    <a:pt x="798" y="10681"/>
                    <a:pt x="619" y="10490"/>
                    <a:pt x="619" y="10228"/>
                  </a:cubicBezTo>
                  <a:cubicBezTo>
                    <a:pt x="619" y="10097"/>
                    <a:pt x="655" y="9490"/>
                    <a:pt x="738" y="8764"/>
                  </a:cubicBezTo>
                  <a:cubicBezTo>
                    <a:pt x="869" y="7561"/>
                    <a:pt x="881" y="6371"/>
                    <a:pt x="881" y="5168"/>
                  </a:cubicBezTo>
                  <a:lnTo>
                    <a:pt x="881" y="3882"/>
                  </a:lnTo>
                  <a:close/>
                  <a:moveTo>
                    <a:pt x="203" y="1"/>
                  </a:moveTo>
                  <a:cubicBezTo>
                    <a:pt x="96" y="1"/>
                    <a:pt x="0" y="84"/>
                    <a:pt x="0" y="191"/>
                  </a:cubicBezTo>
                  <a:lnTo>
                    <a:pt x="0" y="2727"/>
                  </a:lnTo>
                  <a:cubicBezTo>
                    <a:pt x="0" y="2966"/>
                    <a:pt x="143" y="3216"/>
                    <a:pt x="334" y="3335"/>
                  </a:cubicBezTo>
                  <a:cubicBezTo>
                    <a:pt x="393" y="3358"/>
                    <a:pt x="477" y="3573"/>
                    <a:pt x="477" y="3692"/>
                  </a:cubicBezTo>
                  <a:lnTo>
                    <a:pt x="477" y="5144"/>
                  </a:lnTo>
                  <a:cubicBezTo>
                    <a:pt x="477" y="6359"/>
                    <a:pt x="465" y="7526"/>
                    <a:pt x="346" y="8716"/>
                  </a:cubicBezTo>
                  <a:cubicBezTo>
                    <a:pt x="274" y="9454"/>
                    <a:pt x="226" y="10074"/>
                    <a:pt x="226" y="10228"/>
                  </a:cubicBezTo>
                  <a:cubicBezTo>
                    <a:pt x="226" y="10705"/>
                    <a:pt x="584" y="11074"/>
                    <a:pt x="1048" y="11074"/>
                  </a:cubicBezTo>
                  <a:cubicBezTo>
                    <a:pt x="1512" y="11074"/>
                    <a:pt x="1870" y="10705"/>
                    <a:pt x="1870" y="10228"/>
                  </a:cubicBezTo>
                  <a:cubicBezTo>
                    <a:pt x="1870" y="10074"/>
                    <a:pt x="1822" y="9454"/>
                    <a:pt x="1750" y="8716"/>
                  </a:cubicBezTo>
                  <a:cubicBezTo>
                    <a:pt x="1608" y="7526"/>
                    <a:pt x="1608" y="6359"/>
                    <a:pt x="1608" y="5144"/>
                  </a:cubicBezTo>
                  <a:lnTo>
                    <a:pt x="1608" y="3692"/>
                  </a:lnTo>
                  <a:cubicBezTo>
                    <a:pt x="1608" y="3561"/>
                    <a:pt x="1715" y="3358"/>
                    <a:pt x="1834" y="3275"/>
                  </a:cubicBezTo>
                  <a:cubicBezTo>
                    <a:pt x="2024" y="3144"/>
                    <a:pt x="2084" y="2906"/>
                    <a:pt x="2084" y="2704"/>
                  </a:cubicBezTo>
                  <a:lnTo>
                    <a:pt x="2084" y="251"/>
                  </a:lnTo>
                  <a:cubicBezTo>
                    <a:pt x="2084" y="168"/>
                    <a:pt x="2001" y="72"/>
                    <a:pt x="1893" y="72"/>
                  </a:cubicBezTo>
                  <a:cubicBezTo>
                    <a:pt x="1786" y="72"/>
                    <a:pt x="1703" y="168"/>
                    <a:pt x="1703" y="263"/>
                  </a:cubicBezTo>
                  <a:lnTo>
                    <a:pt x="1703" y="1537"/>
                  </a:lnTo>
                  <a:lnTo>
                    <a:pt x="1239" y="1537"/>
                  </a:lnTo>
                  <a:lnTo>
                    <a:pt x="1239" y="191"/>
                  </a:lnTo>
                  <a:cubicBezTo>
                    <a:pt x="1239" y="84"/>
                    <a:pt x="1155" y="1"/>
                    <a:pt x="1048" y="1"/>
                  </a:cubicBezTo>
                  <a:cubicBezTo>
                    <a:pt x="941" y="1"/>
                    <a:pt x="858" y="84"/>
                    <a:pt x="858" y="191"/>
                  </a:cubicBezTo>
                  <a:lnTo>
                    <a:pt x="858" y="1537"/>
                  </a:lnTo>
                  <a:lnTo>
                    <a:pt x="393" y="1537"/>
                  </a:lnTo>
                  <a:lnTo>
                    <a:pt x="393" y="191"/>
                  </a:lnTo>
                  <a:cubicBezTo>
                    <a:pt x="393" y="84"/>
                    <a:pt x="298" y="1"/>
                    <a:pt x="2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8" name="Google Shape;9273;p60">
              <a:extLst>
                <a:ext uri="{FF2B5EF4-FFF2-40B4-BE49-F238E27FC236}">
                  <a16:creationId xmlns:a16="http://schemas.microsoft.com/office/drawing/2014/main" id="{99155707-06BF-F488-071E-EBA881541F33}"/>
                </a:ext>
              </a:extLst>
            </p:cNvPr>
            <p:cNvSpPr/>
            <p:nvPr/>
          </p:nvSpPr>
          <p:spPr>
            <a:xfrm>
              <a:off x="3636835" y="2373674"/>
              <a:ext cx="236702" cy="236289"/>
            </a:xfrm>
            <a:custGeom>
              <a:avLst/>
              <a:gdLst/>
              <a:ahLst/>
              <a:cxnLst/>
              <a:rect l="l" t="t" r="r" b="b"/>
              <a:pathLst>
                <a:path w="7454" h="7441" extrusionOk="0">
                  <a:moveTo>
                    <a:pt x="1175" y="0"/>
                  </a:moveTo>
                  <a:cubicBezTo>
                    <a:pt x="1121" y="0"/>
                    <a:pt x="1069" y="25"/>
                    <a:pt x="1036" y="71"/>
                  </a:cubicBezTo>
                  <a:cubicBezTo>
                    <a:pt x="369" y="881"/>
                    <a:pt x="0" y="1905"/>
                    <a:pt x="0" y="2952"/>
                  </a:cubicBezTo>
                  <a:cubicBezTo>
                    <a:pt x="0" y="5429"/>
                    <a:pt x="2024" y="7441"/>
                    <a:pt x="4489" y="7441"/>
                  </a:cubicBezTo>
                  <a:cubicBezTo>
                    <a:pt x="5537" y="7441"/>
                    <a:pt x="6561" y="7072"/>
                    <a:pt x="7358" y="6405"/>
                  </a:cubicBezTo>
                  <a:cubicBezTo>
                    <a:pt x="7454" y="6322"/>
                    <a:pt x="7454" y="6203"/>
                    <a:pt x="7394" y="6131"/>
                  </a:cubicBezTo>
                  <a:cubicBezTo>
                    <a:pt x="7352" y="6083"/>
                    <a:pt x="7286" y="6058"/>
                    <a:pt x="7224" y="6058"/>
                  </a:cubicBezTo>
                  <a:cubicBezTo>
                    <a:pt x="7180" y="6058"/>
                    <a:pt x="7138" y="6071"/>
                    <a:pt x="7108" y="6096"/>
                  </a:cubicBezTo>
                  <a:cubicBezTo>
                    <a:pt x="6382" y="6703"/>
                    <a:pt x="5441" y="7048"/>
                    <a:pt x="4489" y="7048"/>
                  </a:cubicBezTo>
                  <a:cubicBezTo>
                    <a:pt x="2227" y="7048"/>
                    <a:pt x="381" y="5203"/>
                    <a:pt x="381" y="2928"/>
                  </a:cubicBezTo>
                  <a:cubicBezTo>
                    <a:pt x="381" y="1988"/>
                    <a:pt x="727" y="1047"/>
                    <a:pt x="1334" y="309"/>
                  </a:cubicBezTo>
                  <a:cubicBezTo>
                    <a:pt x="1405" y="226"/>
                    <a:pt x="1393" y="107"/>
                    <a:pt x="1298" y="47"/>
                  </a:cubicBezTo>
                  <a:cubicBezTo>
                    <a:pt x="1261" y="16"/>
                    <a:pt x="1217" y="0"/>
                    <a:pt x="11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9" name="Google Shape;9274;p60">
              <a:extLst>
                <a:ext uri="{FF2B5EF4-FFF2-40B4-BE49-F238E27FC236}">
                  <a16:creationId xmlns:a16="http://schemas.microsoft.com/office/drawing/2014/main" id="{8E8B3720-0366-D3DC-B053-D640D247FA65}"/>
                </a:ext>
              </a:extLst>
            </p:cNvPr>
            <p:cNvSpPr/>
            <p:nvPr/>
          </p:nvSpPr>
          <p:spPr>
            <a:xfrm>
              <a:off x="3685230" y="2324104"/>
              <a:ext cx="237083" cy="235971"/>
            </a:xfrm>
            <a:custGeom>
              <a:avLst/>
              <a:gdLst/>
              <a:ahLst/>
              <a:cxnLst/>
              <a:rect l="l" t="t" r="r" b="b"/>
              <a:pathLst>
                <a:path w="7466" h="7431" extrusionOk="0">
                  <a:moveTo>
                    <a:pt x="2953" y="1"/>
                  </a:moveTo>
                  <a:cubicBezTo>
                    <a:pt x="1905" y="1"/>
                    <a:pt x="893" y="358"/>
                    <a:pt x="96" y="1025"/>
                  </a:cubicBezTo>
                  <a:cubicBezTo>
                    <a:pt x="0" y="1108"/>
                    <a:pt x="0" y="1227"/>
                    <a:pt x="60" y="1299"/>
                  </a:cubicBezTo>
                  <a:cubicBezTo>
                    <a:pt x="99" y="1344"/>
                    <a:pt x="151" y="1364"/>
                    <a:pt x="205" y="1364"/>
                  </a:cubicBezTo>
                  <a:cubicBezTo>
                    <a:pt x="250" y="1364"/>
                    <a:pt x="295" y="1350"/>
                    <a:pt x="334" y="1322"/>
                  </a:cubicBezTo>
                  <a:cubicBezTo>
                    <a:pt x="1060" y="715"/>
                    <a:pt x="2001" y="394"/>
                    <a:pt x="2953" y="394"/>
                  </a:cubicBezTo>
                  <a:cubicBezTo>
                    <a:pt x="5215" y="394"/>
                    <a:pt x="7061" y="2227"/>
                    <a:pt x="7061" y="4501"/>
                  </a:cubicBezTo>
                  <a:cubicBezTo>
                    <a:pt x="7061" y="5454"/>
                    <a:pt x="6727" y="6371"/>
                    <a:pt x="6120" y="7121"/>
                  </a:cubicBezTo>
                  <a:cubicBezTo>
                    <a:pt x="6049" y="7204"/>
                    <a:pt x="6061" y="7323"/>
                    <a:pt x="6156" y="7383"/>
                  </a:cubicBezTo>
                  <a:cubicBezTo>
                    <a:pt x="6180" y="7418"/>
                    <a:pt x="6227" y="7430"/>
                    <a:pt x="6275" y="7430"/>
                  </a:cubicBezTo>
                  <a:cubicBezTo>
                    <a:pt x="6322" y="7430"/>
                    <a:pt x="6382" y="7395"/>
                    <a:pt x="6418" y="7359"/>
                  </a:cubicBezTo>
                  <a:cubicBezTo>
                    <a:pt x="7084" y="6549"/>
                    <a:pt x="7442" y="5537"/>
                    <a:pt x="7442" y="4501"/>
                  </a:cubicBezTo>
                  <a:cubicBezTo>
                    <a:pt x="7465" y="2013"/>
                    <a:pt x="5441" y="1"/>
                    <a:pt x="2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0" name="Google Shape;9275;p60">
              <a:extLst>
                <a:ext uri="{FF2B5EF4-FFF2-40B4-BE49-F238E27FC236}">
                  <a16:creationId xmlns:a16="http://schemas.microsoft.com/office/drawing/2014/main" id="{95C3B380-BFC1-08AD-F2F0-A0510E47168D}"/>
                </a:ext>
              </a:extLst>
            </p:cNvPr>
            <p:cNvSpPr/>
            <p:nvPr/>
          </p:nvSpPr>
          <p:spPr>
            <a:xfrm>
              <a:off x="3663668" y="2351699"/>
              <a:ext cx="230668" cy="230668"/>
            </a:xfrm>
            <a:custGeom>
              <a:avLst/>
              <a:gdLst/>
              <a:ahLst/>
              <a:cxnLst/>
              <a:rect l="l" t="t" r="r" b="b"/>
              <a:pathLst>
                <a:path w="7264" h="7264" extrusionOk="0">
                  <a:moveTo>
                    <a:pt x="3632" y="382"/>
                  </a:moveTo>
                  <a:cubicBezTo>
                    <a:pt x="5418" y="382"/>
                    <a:pt x="6871" y="1846"/>
                    <a:pt x="6871" y="3632"/>
                  </a:cubicBezTo>
                  <a:cubicBezTo>
                    <a:pt x="6871" y="5418"/>
                    <a:pt x="5418" y="6871"/>
                    <a:pt x="3632" y="6871"/>
                  </a:cubicBezTo>
                  <a:cubicBezTo>
                    <a:pt x="1846" y="6871"/>
                    <a:pt x="382" y="5418"/>
                    <a:pt x="382" y="3632"/>
                  </a:cubicBezTo>
                  <a:cubicBezTo>
                    <a:pt x="382" y="1846"/>
                    <a:pt x="1846" y="382"/>
                    <a:pt x="3632" y="382"/>
                  </a:cubicBezTo>
                  <a:close/>
                  <a:moveTo>
                    <a:pt x="3632" y="1"/>
                  </a:moveTo>
                  <a:cubicBezTo>
                    <a:pt x="1632" y="1"/>
                    <a:pt x="1" y="1632"/>
                    <a:pt x="1" y="3632"/>
                  </a:cubicBezTo>
                  <a:cubicBezTo>
                    <a:pt x="1" y="5633"/>
                    <a:pt x="1632" y="7264"/>
                    <a:pt x="3632" y="7264"/>
                  </a:cubicBezTo>
                  <a:cubicBezTo>
                    <a:pt x="5644" y="7264"/>
                    <a:pt x="7263" y="5621"/>
                    <a:pt x="7263" y="3632"/>
                  </a:cubicBezTo>
                  <a:cubicBezTo>
                    <a:pt x="7263" y="1620"/>
                    <a:pt x="5620" y="1"/>
                    <a:pt x="3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1" name="Google Shape;9276;p60">
              <a:extLst>
                <a:ext uri="{FF2B5EF4-FFF2-40B4-BE49-F238E27FC236}">
                  <a16:creationId xmlns:a16="http://schemas.microsoft.com/office/drawing/2014/main" id="{87C5515F-F1AC-5037-1F7C-DEE3DB59D35D}"/>
                </a:ext>
              </a:extLst>
            </p:cNvPr>
            <p:cNvSpPr/>
            <p:nvPr/>
          </p:nvSpPr>
          <p:spPr>
            <a:xfrm>
              <a:off x="3933998" y="2289904"/>
              <a:ext cx="52586" cy="355243"/>
            </a:xfrm>
            <a:custGeom>
              <a:avLst/>
              <a:gdLst/>
              <a:ahLst/>
              <a:cxnLst/>
              <a:rect l="l" t="t" r="r" b="b"/>
              <a:pathLst>
                <a:path w="1656" h="11187" extrusionOk="0">
                  <a:moveTo>
                    <a:pt x="1251" y="554"/>
                  </a:moveTo>
                  <a:lnTo>
                    <a:pt x="1251" y="5555"/>
                  </a:lnTo>
                  <a:lnTo>
                    <a:pt x="715" y="5578"/>
                  </a:lnTo>
                  <a:lnTo>
                    <a:pt x="703" y="5578"/>
                  </a:lnTo>
                  <a:cubicBezTo>
                    <a:pt x="693" y="5580"/>
                    <a:pt x="683" y="5580"/>
                    <a:pt x="673" y="5580"/>
                  </a:cubicBezTo>
                  <a:cubicBezTo>
                    <a:pt x="583" y="5580"/>
                    <a:pt x="481" y="5536"/>
                    <a:pt x="417" y="5483"/>
                  </a:cubicBezTo>
                  <a:cubicBezTo>
                    <a:pt x="382" y="5436"/>
                    <a:pt x="370" y="5412"/>
                    <a:pt x="370" y="5412"/>
                  </a:cubicBezTo>
                  <a:lnTo>
                    <a:pt x="370" y="2411"/>
                  </a:lnTo>
                  <a:cubicBezTo>
                    <a:pt x="370" y="1697"/>
                    <a:pt x="703" y="1006"/>
                    <a:pt x="1251" y="554"/>
                  </a:cubicBezTo>
                  <a:close/>
                  <a:moveTo>
                    <a:pt x="1263" y="5959"/>
                  </a:moveTo>
                  <a:cubicBezTo>
                    <a:pt x="1263" y="9448"/>
                    <a:pt x="1275" y="10258"/>
                    <a:pt x="1275" y="10281"/>
                  </a:cubicBezTo>
                  <a:cubicBezTo>
                    <a:pt x="1263" y="10496"/>
                    <a:pt x="1203" y="10769"/>
                    <a:pt x="941" y="10769"/>
                  </a:cubicBezTo>
                  <a:cubicBezTo>
                    <a:pt x="858" y="10769"/>
                    <a:pt x="620" y="10769"/>
                    <a:pt x="620" y="10258"/>
                  </a:cubicBezTo>
                  <a:cubicBezTo>
                    <a:pt x="620" y="10115"/>
                    <a:pt x="667" y="9710"/>
                    <a:pt x="727" y="9246"/>
                  </a:cubicBezTo>
                  <a:cubicBezTo>
                    <a:pt x="822" y="8472"/>
                    <a:pt x="941" y="7400"/>
                    <a:pt x="941" y="6686"/>
                  </a:cubicBezTo>
                  <a:lnTo>
                    <a:pt x="941" y="5959"/>
                  </a:lnTo>
                  <a:close/>
                  <a:moveTo>
                    <a:pt x="1453" y="0"/>
                  </a:moveTo>
                  <a:cubicBezTo>
                    <a:pt x="1420" y="0"/>
                    <a:pt x="1388" y="6"/>
                    <a:pt x="1358" y="18"/>
                  </a:cubicBezTo>
                  <a:cubicBezTo>
                    <a:pt x="524" y="530"/>
                    <a:pt x="1" y="1447"/>
                    <a:pt x="1" y="2435"/>
                  </a:cubicBezTo>
                  <a:lnTo>
                    <a:pt x="1" y="5424"/>
                  </a:lnTo>
                  <a:cubicBezTo>
                    <a:pt x="1" y="5555"/>
                    <a:pt x="60" y="5674"/>
                    <a:pt x="179" y="5781"/>
                  </a:cubicBezTo>
                  <a:cubicBezTo>
                    <a:pt x="286" y="5876"/>
                    <a:pt x="417" y="5936"/>
                    <a:pt x="548" y="5959"/>
                  </a:cubicBezTo>
                  <a:lnTo>
                    <a:pt x="548" y="6709"/>
                  </a:lnTo>
                  <a:cubicBezTo>
                    <a:pt x="548" y="7400"/>
                    <a:pt x="429" y="8460"/>
                    <a:pt x="346" y="9222"/>
                  </a:cubicBezTo>
                  <a:cubicBezTo>
                    <a:pt x="286" y="9710"/>
                    <a:pt x="239" y="10091"/>
                    <a:pt x="239" y="10281"/>
                  </a:cubicBezTo>
                  <a:cubicBezTo>
                    <a:pt x="239" y="11115"/>
                    <a:pt x="774" y="11186"/>
                    <a:pt x="941" y="11186"/>
                  </a:cubicBezTo>
                  <a:cubicBezTo>
                    <a:pt x="1275" y="11186"/>
                    <a:pt x="1656" y="10948"/>
                    <a:pt x="1656" y="10281"/>
                  </a:cubicBezTo>
                  <a:lnTo>
                    <a:pt x="1656" y="185"/>
                  </a:lnTo>
                  <a:cubicBezTo>
                    <a:pt x="1656" y="113"/>
                    <a:pt x="1608" y="54"/>
                    <a:pt x="1548" y="18"/>
                  </a:cubicBezTo>
                  <a:cubicBezTo>
                    <a:pt x="1519" y="6"/>
                    <a:pt x="1486" y="0"/>
                    <a:pt x="14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5" name="Google Shape;9932;p61">
            <a:extLst>
              <a:ext uri="{FF2B5EF4-FFF2-40B4-BE49-F238E27FC236}">
                <a16:creationId xmlns:a16="http://schemas.microsoft.com/office/drawing/2014/main" id="{0B4CD094-EB08-5D9E-A71F-C1B94BDE99A9}"/>
              </a:ext>
            </a:extLst>
          </p:cNvPr>
          <p:cNvGrpSpPr/>
          <p:nvPr/>
        </p:nvGrpSpPr>
        <p:grpSpPr>
          <a:xfrm>
            <a:off x="7268608" y="5812384"/>
            <a:ext cx="411535" cy="315587"/>
            <a:chOff x="3042703" y="1529137"/>
            <a:chExt cx="411535" cy="315587"/>
          </a:xfrm>
          <a:solidFill>
            <a:srgbClr val="00806E"/>
          </a:solidFill>
        </p:grpSpPr>
        <p:sp>
          <p:nvSpPr>
            <p:cNvPr id="1037" name="Google Shape;9933;p61">
              <a:extLst>
                <a:ext uri="{FF2B5EF4-FFF2-40B4-BE49-F238E27FC236}">
                  <a16:creationId xmlns:a16="http://schemas.microsoft.com/office/drawing/2014/main" id="{7F06D868-1EAC-C4C8-F607-ADEC1CC960FE}"/>
                </a:ext>
              </a:extLst>
            </p:cNvPr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8" name="Google Shape;9934;p61">
              <a:extLst>
                <a:ext uri="{FF2B5EF4-FFF2-40B4-BE49-F238E27FC236}">
                  <a16:creationId xmlns:a16="http://schemas.microsoft.com/office/drawing/2014/main" id="{45E4D6F0-204D-F9EB-8757-4A548133FDA9}"/>
                </a:ext>
              </a:extLst>
            </p:cNvPr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9" name="Google Shape;9935;p61">
              <a:extLst>
                <a:ext uri="{FF2B5EF4-FFF2-40B4-BE49-F238E27FC236}">
                  <a16:creationId xmlns:a16="http://schemas.microsoft.com/office/drawing/2014/main" id="{7C1390E0-F29E-85ED-7FE1-63ADB32545CF}"/>
                </a:ext>
              </a:extLst>
            </p:cNvPr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0" name="Google Shape;9936;p61">
              <a:extLst>
                <a:ext uri="{FF2B5EF4-FFF2-40B4-BE49-F238E27FC236}">
                  <a16:creationId xmlns:a16="http://schemas.microsoft.com/office/drawing/2014/main" id="{5E98E9B1-AC3A-ED68-0811-02484BA2DE11}"/>
                </a:ext>
              </a:extLst>
            </p:cNvPr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1" name="Google Shape;9937;p61">
              <a:extLst>
                <a:ext uri="{FF2B5EF4-FFF2-40B4-BE49-F238E27FC236}">
                  <a16:creationId xmlns:a16="http://schemas.microsoft.com/office/drawing/2014/main" id="{31F5275A-494E-EA72-F187-981570DA585E}"/>
                </a:ext>
              </a:extLst>
            </p:cNvPr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2" name="Google Shape;9938;p61">
              <a:extLst>
                <a:ext uri="{FF2B5EF4-FFF2-40B4-BE49-F238E27FC236}">
                  <a16:creationId xmlns:a16="http://schemas.microsoft.com/office/drawing/2014/main" id="{B7412DFD-7ACA-60FD-D163-787A0E5C8498}"/>
                </a:ext>
              </a:extLst>
            </p:cNvPr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3" name="Google Shape;9939;p61">
              <a:extLst>
                <a:ext uri="{FF2B5EF4-FFF2-40B4-BE49-F238E27FC236}">
                  <a16:creationId xmlns:a16="http://schemas.microsoft.com/office/drawing/2014/main" id="{953225A8-EC84-FD93-8699-DD77D950A7FF}"/>
                </a:ext>
              </a:extLst>
            </p:cNvPr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4" name="Google Shape;9940;p61">
              <a:extLst>
                <a:ext uri="{FF2B5EF4-FFF2-40B4-BE49-F238E27FC236}">
                  <a16:creationId xmlns:a16="http://schemas.microsoft.com/office/drawing/2014/main" id="{238361DC-6DFA-FADD-2C68-8E2790AFB768}"/>
                </a:ext>
              </a:extLst>
            </p:cNvPr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5" name="Google Shape;9941;p61">
              <a:extLst>
                <a:ext uri="{FF2B5EF4-FFF2-40B4-BE49-F238E27FC236}">
                  <a16:creationId xmlns:a16="http://schemas.microsoft.com/office/drawing/2014/main" id="{D3A87F3E-3CDD-92CE-9E7B-C2DC6A4371C1}"/>
                </a:ext>
              </a:extLst>
            </p:cNvPr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6" name="Google Shape;9942;p61">
              <a:extLst>
                <a:ext uri="{FF2B5EF4-FFF2-40B4-BE49-F238E27FC236}">
                  <a16:creationId xmlns:a16="http://schemas.microsoft.com/office/drawing/2014/main" id="{C81B121E-C84A-E0AB-2F51-96C5572DD54E}"/>
                </a:ext>
              </a:extLst>
            </p:cNvPr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6" name="Google Shape;11962;p64">
            <a:extLst>
              <a:ext uri="{FF2B5EF4-FFF2-40B4-BE49-F238E27FC236}">
                <a16:creationId xmlns:a16="http://schemas.microsoft.com/office/drawing/2014/main" id="{F980BA50-EF4F-1A0F-94AC-520ED7B5E065}"/>
              </a:ext>
            </a:extLst>
          </p:cNvPr>
          <p:cNvGrpSpPr/>
          <p:nvPr/>
        </p:nvGrpSpPr>
        <p:grpSpPr>
          <a:xfrm>
            <a:off x="7204951" y="6578563"/>
            <a:ext cx="352209" cy="334938"/>
            <a:chOff x="7066548" y="2912594"/>
            <a:chExt cx="352209" cy="334938"/>
          </a:xfrm>
          <a:solidFill>
            <a:srgbClr val="00806E"/>
          </a:solidFill>
        </p:grpSpPr>
        <p:sp>
          <p:nvSpPr>
            <p:cNvPr id="60" name="Google Shape;11963;p64">
              <a:extLst>
                <a:ext uri="{FF2B5EF4-FFF2-40B4-BE49-F238E27FC236}">
                  <a16:creationId xmlns:a16="http://schemas.microsoft.com/office/drawing/2014/main" id="{2624DD7C-B186-8075-6072-EB04E66098C2}"/>
                </a:ext>
              </a:extLst>
            </p:cNvPr>
            <p:cNvSpPr/>
            <p:nvPr/>
          </p:nvSpPr>
          <p:spPr>
            <a:xfrm>
              <a:off x="7066548" y="2912594"/>
              <a:ext cx="219264" cy="266399"/>
            </a:xfrm>
            <a:custGeom>
              <a:avLst/>
              <a:gdLst/>
              <a:ahLst/>
              <a:cxnLst/>
              <a:rect l="l" t="t" r="r" b="b"/>
              <a:pathLst>
                <a:path w="6894" h="8376" extrusionOk="0">
                  <a:moveTo>
                    <a:pt x="6584" y="363"/>
                  </a:moveTo>
                  <a:lnTo>
                    <a:pt x="6584" y="1839"/>
                  </a:lnTo>
                  <a:lnTo>
                    <a:pt x="1774" y="2911"/>
                  </a:lnTo>
                  <a:lnTo>
                    <a:pt x="1774" y="1434"/>
                  </a:lnTo>
                  <a:lnTo>
                    <a:pt x="6584" y="363"/>
                  </a:lnTo>
                  <a:close/>
                  <a:moveTo>
                    <a:pt x="6584" y="2137"/>
                  </a:moveTo>
                  <a:lnTo>
                    <a:pt x="6584" y="6078"/>
                  </a:lnTo>
                  <a:cubicBezTo>
                    <a:pt x="6584" y="6209"/>
                    <a:pt x="6525" y="6423"/>
                    <a:pt x="6346" y="6578"/>
                  </a:cubicBezTo>
                  <a:cubicBezTo>
                    <a:pt x="6203" y="6721"/>
                    <a:pt x="5989" y="6863"/>
                    <a:pt x="5596" y="6863"/>
                  </a:cubicBezTo>
                  <a:cubicBezTo>
                    <a:pt x="5191" y="6863"/>
                    <a:pt x="4882" y="6625"/>
                    <a:pt x="4882" y="6328"/>
                  </a:cubicBezTo>
                  <a:cubicBezTo>
                    <a:pt x="4882" y="6030"/>
                    <a:pt x="5215" y="5792"/>
                    <a:pt x="5596" y="5792"/>
                  </a:cubicBezTo>
                  <a:cubicBezTo>
                    <a:pt x="5751" y="5792"/>
                    <a:pt x="5906" y="5840"/>
                    <a:pt x="6084" y="5899"/>
                  </a:cubicBezTo>
                  <a:cubicBezTo>
                    <a:pt x="6104" y="5904"/>
                    <a:pt x="6126" y="5907"/>
                    <a:pt x="6148" y="5907"/>
                  </a:cubicBezTo>
                  <a:cubicBezTo>
                    <a:pt x="6179" y="5907"/>
                    <a:pt x="6211" y="5901"/>
                    <a:pt x="6239" y="5887"/>
                  </a:cubicBezTo>
                  <a:cubicBezTo>
                    <a:pt x="6287" y="5851"/>
                    <a:pt x="6311" y="5804"/>
                    <a:pt x="6311" y="5744"/>
                  </a:cubicBezTo>
                  <a:lnTo>
                    <a:pt x="6311" y="2196"/>
                  </a:lnTo>
                  <a:lnTo>
                    <a:pt x="6584" y="2137"/>
                  </a:lnTo>
                  <a:close/>
                  <a:moveTo>
                    <a:pt x="6735" y="1"/>
                  </a:moveTo>
                  <a:cubicBezTo>
                    <a:pt x="6724" y="1"/>
                    <a:pt x="6713" y="2"/>
                    <a:pt x="6704" y="5"/>
                  </a:cubicBezTo>
                  <a:lnTo>
                    <a:pt x="1560" y="1137"/>
                  </a:lnTo>
                  <a:cubicBezTo>
                    <a:pt x="1489" y="1148"/>
                    <a:pt x="1429" y="1220"/>
                    <a:pt x="1429" y="1303"/>
                  </a:cubicBezTo>
                  <a:lnTo>
                    <a:pt x="1429" y="3101"/>
                  </a:lnTo>
                  <a:lnTo>
                    <a:pt x="1429" y="4030"/>
                  </a:lnTo>
                  <a:cubicBezTo>
                    <a:pt x="1429" y="4113"/>
                    <a:pt x="1500" y="4185"/>
                    <a:pt x="1596" y="4185"/>
                  </a:cubicBezTo>
                  <a:cubicBezTo>
                    <a:pt x="1679" y="4185"/>
                    <a:pt x="1751" y="4113"/>
                    <a:pt x="1751" y="4030"/>
                  </a:cubicBezTo>
                  <a:lnTo>
                    <a:pt x="1751" y="3232"/>
                  </a:lnTo>
                  <a:lnTo>
                    <a:pt x="2024" y="3173"/>
                  </a:lnTo>
                  <a:lnTo>
                    <a:pt x="2024" y="7304"/>
                  </a:lnTo>
                  <a:cubicBezTo>
                    <a:pt x="2024" y="7459"/>
                    <a:pt x="1858" y="8078"/>
                    <a:pt x="1036" y="8078"/>
                  </a:cubicBezTo>
                  <a:cubicBezTo>
                    <a:pt x="643" y="8078"/>
                    <a:pt x="322" y="7840"/>
                    <a:pt x="322" y="7542"/>
                  </a:cubicBezTo>
                  <a:cubicBezTo>
                    <a:pt x="322" y="7244"/>
                    <a:pt x="655" y="7006"/>
                    <a:pt x="1036" y="7006"/>
                  </a:cubicBezTo>
                  <a:cubicBezTo>
                    <a:pt x="1191" y="7006"/>
                    <a:pt x="1358" y="7042"/>
                    <a:pt x="1536" y="7102"/>
                  </a:cubicBezTo>
                  <a:cubicBezTo>
                    <a:pt x="1552" y="7112"/>
                    <a:pt x="1573" y="7118"/>
                    <a:pt x="1596" y="7118"/>
                  </a:cubicBezTo>
                  <a:cubicBezTo>
                    <a:pt x="1623" y="7118"/>
                    <a:pt x="1653" y="7109"/>
                    <a:pt x="1679" y="7090"/>
                  </a:cubicBezTo>
                  <a:cubicBezTo>
                    <a:pt x="1727" y="7066"/>
                    <a:pt x="1751" y="7018"/>
                    <a:pt x="1751" y="6959"/>
                  </a:cubicBezTo>
                  <a:lnTo>
                    <a:pt x="1751" y="4744"/>
                  </a:lnTo>
                  <a:cubicBezTo>
                    <a:pt x="1751" y="4649"/>
                    <a:pt x="1679" y="4577"/>
                    <a:pt x="1596" y="4577"/>
                  </a:cubicBezTo>
                  <a:cubicBezTo>
                    <a:pt x="1500" y="4577"/>
                    <a:pt x="1429" y="4649"/>
                    <a:pt x="1429" y="4744"/>
                  </a:cubicBezTo>
                  <a:lnTo>
                    <a:pt x="1429" y="6732"/>
                  </a:lnTo>
                  <a:cubicBezTo>
                    <a:pt x="1298" y="6709"/>
                    <a:pt x="1167" y="6673"/>
                    <a:pt x="1048" y="6673"/>
                  </a:cubicBezTo>
                  <a:cubicBezTo>
                    <a:pt x="465" y="6673"/>
                    <a:pt x="0" y="7066"/>
                    <a:pt x="0" y="7518"/>
                  </a:cubicBezTo>
                  <a:cubicBezTo>
                    <a:pt x="0" y="7995"/>
                    <a:pt x="465" y="8376"/>
                    <a:pt x="1048" y="8376"/>
                  </a:cubicBezTo>
                  <a:cubicBezTo>
                    <a:pt x="1596" y="8376"/>
                    <a:pt x="1905" y="8137"/>
                    <a:pt x="2072" y="7935"/>
                  </a:cubicBezTo>
                  <a:cubicBezTo>
                    <a:pt x="2274" y="7697"/>
                    <a:pt x="2358" y="7435"/>
                    <a:pt x="2358" y="7268"/>
                  </a:cubicBezTo>
                  <a:lnTo>
                    <a:pt x="2358" y="3089"/>
                  </a:lnTo>
                  <a:lnTo>
                    <a:pt x="5965" y="2280"/>
                  </a:lnTo>
                  <a:lnTo>
                    <a:pt x="5965" y="5542"/>
                  </a:lnTo>
                  <a:cubicBezTo>
                    <a:pt x="5834" y="5518"/>
                    <a:pt x="5703" y="5482"/>
                    <a:pt x="5584" y="5482"/>
                  </a:cubicBezTo>
                  <a:cubicBezTo>
                    <a:pt x="5001" y="5482"/>
                    <a:pt x="4537" y="5875"/>
                    <a:pt x="4537" y="6328"/>
                  </a:cubicBezTo>
                  <a:cubicBezTo>
                    <a:pt x="4537" y="6804"/>
                    <a:pt x="5001" y="7185"/>
                    <a:pt x="5584" y="7185"/>
                  </a:cubicBezTo>
                  <a:cubicBezTo>
                    <a:pt x="6477" y="7185"/>
                    <a:pt x="6894" y="6506"/>
                    <a:pt x="6894" y="6054"/>
                  </a:cubicBezTo>
                  <a:lnTo>
                    <a:pt x="6894" y="1922"/>
                  </a:lnTo>
                  <a:lnTo>
                    <a:pt x="6894" y="125"/>
                  </a:lnTo>
                  <a:cubicBezTo>
                    <a:pt x="6894" y="113"/>
                    <a:pt x="6882" y="65"/>
                    <a:pt x="6834" y="29"/>
                  </a:cubicBezTo>
                  <a:cubicBezTo>
                    <a:pt x="6800" y="12"/>
                    <a:pt x="6765" y="1"/>
                    <a:pt x="67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2" name="Google Shape;11964;p64">
              <a:extLst>
                <a:ext uri="{FF2B5EF4-FFF2-40B4-BE49-F238E27FC236}">
                  <a16:creationId xmlns:a16="http://schemas.microsoft.com/office/drawing/2014/main" id="{492C20C1-2EDA-3CF1-F9D1-2FADF58E2E88}"/>
                </a:ext>
              </a:extLst>
            </p:cNvPr>
            <p:cNvSpPr/>
            <p:nvPr/>
          </p:nvSpPr>
          <p:spPr>
            <a:xfrm>
              <a:off x="7262690" y="2968571"/>
              <a:ext cx="156067" cy="278962"/>
            </a:xfrm>
            <a:custGeom>
              <a:avLst/>
              <a:gdLst/>
              <a:ahLst/>
              <a:cxnLst/>
              <a:rect l="l" t="t" r="r" b="b"/>
              <a:pathLst>
                <a:path w="4907" h="8771" extrusionOk="0">
                  <a:moveTo>
                    <a:pt x="1928" y="0"/>
                  </a:moveTo>
                  <a:cubicBezTo>
                    <a:pt x="1909" y="0"/>
                    <a:pt x="1889" y="3"/>
                    <a:pt x="1870" y="8"/>
                  </a:cubicBezTo>
                  <a:cubicBezTo>
                    <a:pt x="1787" y="31"/>
                    <a:pt x="1727" y="103"/>
                    <a:pt x="1727" y="210"/>
                  </a:cubicBezTo>
                  <a:lnTo>
                    <a:pt x="1727" y="3746"/>
                  </a:lnTo>
                  <a:cubicBezTo>
                    <a:pt x="1727" y="3841"/>
                    <a:pt x="1799" y="3913"/>
                    <a:pt x="1882" y="3913"/>
                  </a:cubicBezTo>
                  <a:cubicBezTo>
                    <a:pt x="1977" y="3913"/>
                    <a:pt x="2049" y="3841"/>
                    <a:pt x="2049" y="3746"/>
                  </a:cubicBezTo>
                  <a:lnTo>
                    <a:pt x="2049" y="627"/>
                  </a:lnTo>
                  <a:cubicBezTo>
                    <a:pt x="2108" y="734"/>
                    <a:pt x="2180" y="853"/>
                    <a:pt x="2275" y="972"/>
                  </a:cubicBezTo>
                  <a:lnTo>
                    <a:pt x="2287" y="984"/>
                  </a:lnTo>
                  <a:lnTo>
                    <a:pt x="2322" y="1008"/>
                  </a:lnTo>
                  <a:lnTo>
                    <a:pt x="2334" y="1032"/>
                  </a:lnTo>
                  <a:cubicBezTo>
                    <a:pt x="2858" y="1770"/>
                    <a:pt x="3346" y="2246"/>
                    <a:pt x="3787" y="2425"/>
                  </a:cubicBezTo>
                  <a:cubicBezTo>
                    <a:pt x="4180" y="2591"/>
                    <a:pt x="4370" y="3091"/>
                    <a:pt x="4466" y="3508"/>
                  </a:cubicBezTo>
                  <a:cubicBezTo>
                    <a:pt x="4525" y="3782"/>
                    <a:pt x="4549" y="4068"/>
                    <a:pt x="4573" y="4306"/>
                  </a:cubicBezTo>
                  <a:cubicBezTo>
                    <a:pt x="4216" y="3853"/>
                    <a:pt x="3573" y="3175"/>
                    <a:pt x="2561" y="2794"/>
                  </a:cubicBezTo>
                  <a:cubicBezTo>
                    <a:pt x="2543" y="2789"/>
                    <a:pt x="2524" y="2787"/>
                    <a:pt x="2505" y="2787"/>
                  </a:cubicBezTo>
                  <a:cubicBezTo>
                    <a:pt x="2471" y="2787"/>
                    <a:pt x="2436" y="2795"/>
                    <a:pt x="2406" y="2817"/>
                  </a:cubicBezTo>
                  <a:cubicBezTo>
                    <a:pt x="2358" y="2841"/>
                    <a:pt x="2334" y="2889"/>
                    <a:pt x="2334" y="2948"/>
                  </a:cubicBezTo>
                  <a:lnTo>
                    <a:pt x="2334" y="7366"/>
                  </a:lnTo>
                  <a:cubicBezTo>
                    <a:pt x="2334" y="7735"/>
                    <a:pt x="1894" y="8437"/>
                    <a:pt x="1191" y="8437"/>
                  </a:cubicBezTo>
                  <a:cubicBezTo>
                    <a:pt x="727" y="8437"/>
                    <a:pt x="334" y="8151"/>
                    <a:pt x="334" y="7818"/>
                  </a:cubicBezTo>
                  <a:cubicBezTo>
                    <a:pt x="334" y="7473"/>
                    <a:pt x="727" y="7187"/>
                    <a:pt x="1191" y="7187"/>
                  </a:cubicBezTo>
                  <a:cubicBezTo>
                    <a:pt x="1382" y="7187"/>
                    <a:pt x="1620" y="7247"/>
                    <a:pt x="1822" y="7354"/>
                  </a:cubicBezTo>
                  <a:cubicBezTo>
                    <a:pt x="1841" y="7363"/>
                    <a:pt x="1861" y="7367"/>
                    <a:pt x="1881" y="7367"/>
                  </a:cubicBezTo>
                  <a:cubicBezTo>
                    <a:pt x="1914" y="7367"/>
                    <a:pt x="1948" y="7357"/>
                    <a:pt x="1977" y="7342"/>
                  </a:cubicBezTo>
                  <a:cubicBezTo>
                    <a:pt x="2013" y="7306"/>
                    <a:pt x="2049" y="7258"/>
                    <a:pt x="2049" y="7199"/>
                  </a:cubicBezTo>
                  <a:lnTo>
                    <a:pt x="2049" y="4520"/>
                  </a:lnTo>
                  <a:cubicBezTo>
                    <a:pt x="2049" y="4437"/>
                    <a:pt x="1977" y="4365"/>
                    <a:pt x="1882" y="4365"/>
                  </a:cubicBezTo>
                  <a:cubicBezTo>
                    <a:pt x="1799" y="4365"/>
                    <a:pt x="1727" y="4437"/>
                    <a:pt x="1727" y="4520"/>
                  </a:cubicBezTo>
                  <a:lnTo>
                    <a:pt x="1727" y="6961"/>
                  </a:lnTo>
                  <a:cubicBezTo>
                    <a:pt x="1525" y="6901"/>
                    <a:pt x="1334" y="6866"/>
                    <a:pt x="1168" y="6866"/>
                  </a:cubicBezTo>
                  <a:cubicBezTo>
                    <a:pt x="537" y="6866"/>
                    <a:pt x="1" y="7294"/>
                    <a:pt x="1" y="7818"/>
                  </a:cubicBezTo>
                  <a:cubicBezTo>
                    <a:pt x="1" y="8330"/>
                    <a:pt x="513" y="8771"/>
                    <a:pt x="1168" y="8771"/>
                  </a:cubicBezTo>
                  <a:cubicBezTo>
                    <a:pt x="1584" y="8771"/>
                    <a:pt x="1977" y="8592"/>
                    <a:pt x="2263" y="8259"/>
                  </a:cubicBezTo>
                  <a:cubicBezTo>
                    <a:pt x="2489" y="7997"/>
                    <a:pt x="2644" y="7651"/>
                    <a:pt x="2644" y="7366"/>
                  </a:cubicBezTo>
                  <a:lnTo>
                    <a:pt x="2644" y="3187"/>
                  </a:lnTo>
                  <a:cubicBezTo>
                    <a:pt x="3775" y="3675"/>
                    <a:pt x="4382" y="4568"/>
                    <a:pt x="4549" y="4842"/>
                  </a:cubicBezTo>
                  <a:cubicBezTo>
                    <a:pt x="4589" y="4901"/>
                    <a:pt x="4654" y="4928"/>
                    <a:pt x="4723" y="4928"/>
                  </a:cubicBezTo>
                  <a:cubicBezTo>
                    <a:pt x="4736" y="4928"/>
                    <a:pt x="4750" y="4927"/>
                    <a:pt x="4763" y="4925"/>
                  </a:cubicBezTo>
                  <a:cubicBezTo>
                    <a:pt x="4847" y="4901"/>
                    <a:pt x="4894" y="4818"/>
                    <a:pt x="4894" y="4746"/>
                  </a:cubicBezTo>
                  <a:cubicBezTo>
                    <a:pt x="4906" y="4544"/>
                    <a:pt x="4894" y="3996"/>
                    <a:pt x="4763" y="3460"/>
                  </a:cubicBezTo>
                  <a:cubicBezTo>
                    <a:pt x="4597" y="2758"/>
                    <a:pt x="4311" y="2329"/>
                    <a:pt x="3894" y="2151"/>
                  </a:cubicBezTo>
                  <a:cubicBezTo>
                    <a:pt x="3513" y="1984"/>
                    <a:pt x="3061" y="1555"/>
                    <a:pt x="2584" y="865"/>
                  </a:cubicBezTo>
                  <a:cubicBezTo>
                    <a:pt x="2572" y="841"/>
                    <a:pt x="2561" y="805"/>
                    <a:pt x="2525" y="781"/>
                  </a:cubicBezTo>
                  <a:cubicBezTo>
                    <a:pt x="2346" y="508"/>
                    <a:pt x="2203" y="270"/>
                    <a:pt x="2108" y="103"/>
                  </a:cubicBezTo>
                  <a:cubicBezTo>
                    <a:pt x="2070" y="36"/>
                    <a:pt x="2002" y="0"/>
                    <a:pt x="1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3" name="Google Shape;11965;p64">
              <a:extLst>
                <a:ext uri="{FF2B5EF4-FFF2-40B4-BE49-F238E27FC236}">
                  <a16:creationId xmlns:a16="http://schemas.microsoft.com/office/drawing/2014/main" id="{C978B555-3CFF-1EEB-9225-9DA0A643AA8A}"/>
                </a:ext>
              </a:extLst>
            </p:cNvPr>
            <p:cNvSpPr/>
            <p:nvPr/>
          </p:nvSpPr>
          <p:spPr>
            <a:xfrm>
              <a:off x="7356610" y="3200843"/>
              <a:ext cx="58362" cy="24363"/>
            </a:xfrm>
            <a:custGeom>
              <a:avLst/>
              <a:gdLst/>
              <a:ahLst/>
              <a:cxnLst/>
              <a:rect l="l" t="t" r="r" b="b"/>
              <a:pathLst>
                <a:path w="1835" h="766" extrusionOk="0">
                  <a:moveTo>
                    <a:pt x="1669" y="1"/>
                  </a:moveTo>
                  <a:cubicBezTo>
                    <a:pt x="1636" y="1"/>
                    <a:pt x="1603" y="13"/>
                    <a:pt x="1572" y="39"/>
                  </a:cubicBezTo>
                  <a:cubicBezTo>
                    <a:pt x="1572" y="39"/>
                    <a:pt x="1120" y="348"/>
                    <a:pt x="155" y="444"/>
                  </a:cubicBezTo>
                  <a:cubicBezTo>
                    <a:pt x="60" y="456"/>
                    <a:pt x="0" y="527"/>
                    <a:pt x="0" y="622"/>
                  </a:cubicBezTo>
                  <a:cubicBezTo>
                    <a:pt x="24" y="706"/>
                    <a:pt x="84" y="765"/>
                    <a:pt x="167" y="765"/>
                  </a:cubicBezTo>
                  <a:lnTo>
                    <a:pt x="179" y="765"/>
                  </a:lnTo>
                  <a:cubicBezTo>
                    <a:pt x="1263" y="658"/>
                    <a:pt x="1739" y="325"/>
                    <a:pt x="1763" y="301"/>
                  </a:cubicBezTo>
                  <a:cubicBezTo>
                    <a:pt x="1822" y="229"/>
                    <a:pt x="1834" y="146"/>
                    <a:pt x="1786" y="63"/>
                  </a:cubicBezTo>
                  <a:cubicBezTo>
                    <a:pt x="1753" y="22"/>
                    <a:pt x="1711" y="1"/>
                    <a:pt x="1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4" name="Google Shape;11966;p64">
              <a:extLst>
                <a:ext uri="{FF2B5EF4-FFF2-40B4-BE49-F238E27FC236}">
                  <a16:creationId xmlns:a16="http://schemas.microsoft.com/office/drawing/2014/main" id="{A9A96372-1B3E-9ECC-FD65-5C7707D4750C}"/>
                </a:ext>
              </a:extLst>
            </p:cNvPr>
            <p:cNvSpPr/>
            <p:nvPr/>
          </p:nvSpPr>
          <p:spPr>
            <a:xfrm>
              <a:off x="7068806" y="3188821"/>
              <a:ext cx="179539" cy="24617"/>
            </a:xfrm>
            <a:custGeom>
              <a:avLst/>
              <a:gdLst/>
              <a:ahLst/>
              <a:cxnLst/>
              <a:rect l="l" t="t" r="r" b="b"/>
              <a:pathLst>
                <a:path w="5645" h="774" extrusionOk="0">
                  <a:moveTo>
                    <a:pt x="1675" y="1"/>
                  </a:moveTo>
                  <a:cubicBezTo>
                    <a:pt x="1452" y="1"/>
                    <a:pt x="1243" y="9"/>
                    <a:pt x="1048" y="24"/>
                  </a:cubicBezTo>
                  <a:cubicBezTo>
                    <a:pt x="632" y="60"/>
                    <a:pt x="322" y="131"/>
                    <a:pt x="144" y="202"/>
                  </a:cubicBezTo>
                  <a:cubicBezTo>
                    <a:pt x="36" y="250"/>
                    <a:pt x="1" y="369"/>
                    <a:pt x="84" y="464"/>
                  </a:cubicBezTo>
                  <a:cubicBezTo>
                    <a:pt x="106" y="502"/>
                    <a:pt x="147" y="520"/>
                    <a:pt x="189" y="520"/>
                  </a:cubicBezTo>
                  <a:cubicBezTo>
                    <a:pt x="215" y="520"/>
                    <a:pt x="240" y="514"/>
                    <a:pt x="263" y="500"/>
                  </a:cubicBezTo>
                  <a:cubicBezTo>
                    <a:pt x="394" y="441"/>
                    <a:pt x="656" y="369"/>
                    <a:pt x="1168" y="345"/>
                  </a:cubicBezTo>
                  <a:cubicBezTo>
                    <a:pt x="1340" y="332"/>
                    <a:pt x="1521" y="327"/>
                    <a:pt x="1709" y="327"/>
                  </a:cubicBezTo>
                  <a:cubicBezTo>
                    <a:pt x="2909" y="327"/>
                    <a:pt x="4373" y="568"/>
                    <a:pt x="5454" y="774"/>
                  </a:cubicBezTo>
                  <a:lnTo>
                    <a:pt x="5478" y="774"/>
                  </a:lnTo>
                  <a:cubicBezTo>
                    <a:pt x="5561" y="774"/>
                    <a:pt x="5632" y="714"/>
                    <a:pt x="5644" y="643"/>
                  </a:cubicBezTo>
                  <a:cubicBezTo>
                    <a:pt x="5644" y="560"/>
                    <a:pt x="5585" y="488"/>
                    <a:pt x="5513" y="464"/>
                  </a:cubicBezTo>
                  <a:cubicBezTo>
                    <a:pt x="3958" y="153"/>
                    <a:pt x="2672" y="1"/>
                    <a:pt x="16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5" name="Google Shape;11967;p64">
              <a:extLst>
                <a:ext uri="{FF2B5EF4-FFF2-40B4-BE49-F238E27FC236}">
                  <a16:creationId xmlns:a16="http://schemas.microsoft.com/office/drawing/2014/main" id="{9F3AEA39-9A05-73F2-E9F1-164E6A8B8898}"/>
                </a:ext>
              </a:extLst>
            </p:cNvPr>
            <p:cNvSpPr/>
            <p:nvPr/>
          </p:nvSpPr>
          <p:spPr>
            <a:xfrm>
              <a:off x="7361158" y="3154726"/>
              <a:ext cx="49997" cy="20482"/>
            </a:xfrm>
            <a:custGeom>
              <a:avLst/>
              <a:gdLst/>
              <a:ahLst/>
              <a:cxnLst/>
              <a:rect l="l" t="t" r="r" b="b"/>
              <a:pathLst>
                <a:path w="1572" h="644" extrusionOk="0">
                  <a:moveTo>
                    <a:pt x="1375" y="1"/>
                  </a:moveTo>
                  <a:cubicBezTo>
                    <a:pt x="1352" y="1"/>
                    <a:pt x="1330" y="5"/>
                    <a:pt x="1310" y="12"/>
                  </a:cubicBezTo>
                  <a:cubicBezTo>
                    <a:pt x="1131" y="120"/>
                    <a:pt x="750" y="251"/>
                    <a:pt x="143" y="310"/>
                  </a:cubicBezTo>
                  <a:cubicBezTo>
                    <a:pt x="60" y="322"/>
                    <a:pt x="0" y="382"/>
                    <a:pt x="0" y="477"/>
                  </a:cubicBezTo>
                  <a:cubicBezTo>
                    <a:pt x="0" y="560"/>
                    <a:pt x="72" y="643"/>
                    <a:pt x="155" y="643"/>
                  </a:cubicBezTo>
                  <a:lnTo>
                    <a:pt x="179" y="643"/>
                  </a:lnTo>
                  <a:cubicBezTo>
                    <a:pt x="881" y="584"/>
                    <a:pt x="1274" y="417"/>
                    <a:pt x="1465" y="310"/>
                  </a:cubicBezTo>
                  <a:cubicBezTo>
                    <a:pt x="1560" y="251"/>
                    <a:pt x="1572" y="120"/>
                    <a:pt x="1501" y="48"/>
                  </a:cubicBezTo>
                  <a:cubicBezTo>
                    <a:pt x="1469" y="16"/>
                    <a:pt x="1421" y="1"/>
                    <a:pt x="13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6" name="Google Shape;11968;p64">
              <a:extLst>
                <a:ext uri="{FF2B5EF4-FFF2-40B4-BE49-F238E27FC236}">
                  <a16:creationId xmlns:a16="http://schemas.microsoft.com/office/drawing/2014/main" id="{3B4AFE79-C2D5-1FB9-249F-3C169335120C}"/>
                </a:ext>
              </a:extLst>
            </p:cNvPr>
            <p:cNvSpPr/>
            <p:nvPr/>
          </p:nvSpPr>
          <p:spPr>
            <a:xfrm>
              <a:off x="7155920" y="3139523"/>
              <a:ext cx="148084" cy="33045"/>
            </a:xfrm>
            <a:custGeom>
              <a:avLst/>
              <a:gdLst/>
              <a:ahLst/>
              <a:cxnLst/>
              <a:rect l="l" t="t" r="r" b="b"/>
              <a:pathLst>
                <a:path w="4656" h="1039" extrusionOk="0">
                  <a:moveTo>
                    <a:pt x="172" y="1"/>
                  </a:moveTo>
                  <a:cubicBezTo>
                    <a:pt x="97" y="1"/>
                    <a:pt x="34" y="68"/>
                    <a:pt x="12" y="145"/>
                  </a:cubicBezTo>
                  <a:cubicBezTo>
                    <a:pt x="0" y="240"/>
                    <a:pt x="84" y="312"/>
                    <a:pt x="167" y="324"/>
                  </a:cubicBezTo>
                  <a:cubicBezTo>
                    <a:pt x="726" y="383"/>
                    <a:pt x="1536" y="526"/>
                    <a:pt x="2489" y="705"/>
                  </a:cubicBezTo>
                  <a:cubicBezTo>
                    <a:pt x="3382" y="883"/>
                    <a:pt x="4001" y="979"/>
                    <a:pt x="4477" y="1038"/>
                  </a:cubicBezTo>
                  <a:lnTo>
                    <a:pt x="4501" y="1038"/>
                  </a:lnTo>
                  <a:cubicBezTo>
                    <a:pt x="4572" y="1038"/>
                    <a:pt x="4644" y="979"/>
                    <a:pt x="4656" y="895"/>
                  </a:cubicBezTo>
                  <a:cubicBezTo>
                    <a:pt x="4644" y="824"/>
                    <a:pt x="4584" y="740"/>
                    <a:pt x="4501" y="729"/>
                  </a:cubicBezTo>
                  <a:cubicBezTo>
                    <a:pt x="4036" y="669"/>
                    <a:pt x="3417" y="562"/>
                    <a:pt x="2536" y="383"/>
                  </a:cubicBezTo>
                  <a:cubicBezTo>
                    <a:pt x="1584" y="193"/>
                    <a:pt x="762" y="62"/>
                    <a:pt x="191" y="2"/>
                  </a:cubicBezTo>
                  <a:cubicBezTo>
                    <a:pt x="185" y="1"/>
                    <a:pt x="178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7" name="Google Shape;9735;p61">
            <a:extLst>
              <a:ext uri="{FF2B5EF4-FFF2-40B4-BE49-F238E27FC236}">
                <a16:creationId xmlns:a16="http://schemas.microsoft.com/office/drawing/2014/main" id="{6C822D60-1C83-6E9B-C9F8-C9A3909EB7B7}"/>
              </a:ext>
            </a:extLst>
          </p:cNvPr>
          <p:cNvGrpSpPr/>
          <p:nvPr/>
        </p:nvGrpSpPr>
        <p:grpSpPr>
          <a:xfrm>
            <a:off x="7316008" y="7614524"/>
            <a:ext cx="364135" cy="359930"/>
            <a:chOff x="2174559" y="3356116"/>
            <a:chExt cx="364135" cy="359930"/>
          </a:xfrm>
          <a:solidFill>
            <a:srgbClr val="00806E"/>
          </a:solidFill>
        </p:grpSpPr>
        <p:sp>
          <p:nvSpPr>
            <p:cNvPr id="58" name="Google Shape;9736;p61">
              <a:extLst>
                <a:ext uri="{FF2B5EF4-FFF2-40B4-BE49-F238E27FC236}">
                  <a16:creationId xmlns:a16="http://schemas.microsoft.com/office/drawing/2014/main" id="{B729ED74-A0D3-1B04-29B1-43A5861F4FA7}"/>
                </a:ext>
              </a:extLst>
            </p:cNvPr>
            <p:cNvSpPr/>
            <p:nvPr/>
          </p:nvSpPr>
          <p:spPr>
            <a:xfrm>
              <a:off x="2273915" y="3452414"/>
              <a:ext cx="166920" cy="166920"/>
            </a:xfrm>
            <a:custGeom>
              <a:avLst/>
              <a:gdLst/>
              <a:ahLst/>
              <a:cxnLst/>
              <a:rect l="l" t="t" r="r" b="b"/>
              <a:pathLst>
                <a:path w="5240" h="5240" extrusionOk="0">
                  <a:moveTo>
                    <a:pt x="4715" y="358"/>
                  </a:moveTo>
                  <a:cubicBezTo>
                    <a:pt x="4763" y="358"/>
                    <a:pt x="4787" y="370"/>
                    <a:pt x="4811" y="406"/>
                  </a:cubicBezTo>
                  <a:cubicBezTo>
                    <a:pt x="4846" y="429"/>
                    <a:pt x="4858" y="477"/>
                    <a:pt x="4858" y="513"/>
                  </a:cubicBezTo>
                  <a:cubicBezTo>
                    <a:pt x="4858" y="548"/>
                    <a:pt x="4846" y="584"/>
                    <a:pt x="4811" y="608"/>
                  </a:cubicBezTo>
                  <a:lnTo>
                    <a:pt x="4418" y="1013"/>
                  </a:lnTo>
                  <a:lnTo>
                    <a:pt x="4192" y="787"/>
                  </a:lnTo>
                  <a:lnTo>
                    <a:pt x="4608" y="406"/>
                  </a:lnTo>
                  <a:cubicBezTo>
                    <a:pt x="4644" y="370"/>
                    <a:pt x="4680" y="358"/>
                    <a:pt x="4715" y="358"/>
                  </a:cubicBezTo>
                  <a:close/>
                  <a:moveTo>
                    <a:pt x="3965" y="1048"/>
                  </a:moveTo>
                  <a:lnTo>
                    <a:pt x="4192" y="1263"/>
                  </a:lnTo>
                  <a:lnTo>
                    <a:pt x="3358" y="2084"/>
                  </a:lnTo>
                  <a:lnTo>
                    <a:pt x="3132" y="1858"/>
                  </a:lnTo>
                  <a:lnTo>
                    <a:pt x="3965" y="1048"/>
                  </a:lnTo>
                  <a:close/>
                  <a:moveTo>
                    <a:pt x="2894" y="2096"/>
                  </a:moveTo>
                  <a:lnTo>
                    <a:pt x="3120" y="2322"/>
                  </a:lnTo>
                  <a:lnTo>
                    <a:pt x="2287" y="3156"/>
                  </a:lnTo>
                  <a:lnTo>
                    <a:pt x="2060" y="2930"/>
                  </a:lnTo>
                  <a:lnTo>
                    <a:pt x="2894" y="2096"/>
                  </a:lnTo>
                  <a:close/>
                  <a:moveTo>
                    <a:pt x="1846" y="3168"/>
                  </a:moveTo>
                  <a:lnTo>
                    <a:pt x="2060" y="3394"/>
                  </a:lnTo>
                  <a:lnTo>
                    <a:pt x="1227" y="4227"/>
                  </a:lnTo>
                  <a:lnTo>
                    <a:pt x="1013" y="4001"/>
                  </a:lnTo>
                  <a:lnTo>
                    <a:pt x="1846" y="3168"/>
                  </a:lnTo>
                  <a:close/>
                  <a:moveTo>
                    <a:pt x="774" y="4227"/>
                  </a:moveTo>
                  <a:lnTo>
                    <a:pt x="989" y="4454"/>
                  </a:lnTo>
                  <a:lnTo>
                    <a:pt x="596" y="4858"/>
                  </a:lnTo>
                  <a:cubicBezTo>
                    <a:pt x="560" y="4882"/>
                    <a:pt x="513" y="4894"/>
                    <a:pt x="489" y="4894"/>
                  </a:cubicBezTo>
                  <a:cubicBezTo>
                    <a:pt x="441" y="4894"/>
                    <a:pt x="417" y="4882"/>
                    <a:pt x="382" y="4858"/>
                  </a:cubicBezTo>
                  <a:cubicBezTo>
                    <a:pt x="358" y="4823"/>
                    <a:pt x="334" y="4775"/>
                    <a:pt x="334" y="4751"/>
                  </a:cubicBezTo>
                  <a:cubicBezTo>
                    <a:pt x="322" y="4704"/>
                    <a:pt x="334" y="4656"/>
                    <a:pt x="370" y="4632"/>
                  </a:cubicBezTo>
                  <a:lnTo>
                    <a:pt x="774" y="4227"/>
                  </a:lnTo>
                  <a:close/>
                  <a:moveTo>
                    <a:pt x="4739" y="1"/>
                  </a:moveTo>
                  <a:cubicBezTo>
                    <a:pt x="4608" y="1"/>
                    <a:pt x="4489" y="48"/>
                    <a:pt x="4406" y="144"/>
                  </a:cubicBezTo>
                  <a:lnTo>
                    <a:pt x="4001" y="548"/>
                  </a:lnTo>
                  <a:lnTo>
                    <a:pt x="3846" y="406"/>
                  </a:lnTo>
                  <a:cubicBezTo>
                    <a:pt x="3816" y="376"/>
                    <a:pt x="3772" y="361"/>
                    <a:pt x="3727" y="361"/>
                  </a:cubicBezTo>
                  <a:cubicBezTo>
                    <a:pt x="3683" y="361"/>
                    <a:pt x="3638" y="376"/>
                    <a:pt x="3608" y="406"/>
                  </a:cubicBezTo>
                  <a:cubicBezTo>
                    <a:pt x="3549" y="465"/>
                    <a:pt x="3549" y="584"/>
                    <a:pt x="3608" y="644"/>
                  </a:cubicBezTo>
                  <a:lnTo>
                    <a:pt x="3763" y="787"/>
                  </a:lnTo>
                  <a:lnTo>
                    <a:pt x="2929" y="1620"/>
                  </a:lnTo>
                  <a:lnTo>
                    <a:pt x="2775" y="1477"/>
                  </a:lnTo>
                  <a:cubicBezTo>
                    <a:pt x="2745" y="1447"/>
                    <a:pt x="2700" y="1432"/>
                    <a:pt x="2656" y="1432"/>
                  </a:cubicBezTo>
                  <a:cubicBezTo>
                    <a:pt x="2611" y="1432"/>
                    <a:pt x="2566" y="1447"/>
                    <a:pt x="2537" y="1477"/>
                  </a:cubicBezTo>
                  <a:cubicBezTo>
                    <a:pt x="2477" y="1537"/>
                    <a:pt x="2477" y="1656"/>
                    <a:pt x="2537" y="1715"/>
                  </a:cubicBezTo>
                  <a:lnTo>
                    <a:pt x="2691" y="1858"/>
                  </a:lnTo>
                  <a:lnTo>
                    <a:pt x="1858" y="2692"/>
                  </a:lnTo>
                  <a:lnTo>
                    <a:pt x="1703" y="2549"/>
                  </a:lnTo>
                  <a:cubicBezTo>
                    <a:pt x="1673" y="2519"/>
                    <a:pt x="1629" y="2504"/>
                    <a:pt x="1584" y="2504"/>
                  </a:cubicBezTo>
                  <a:cubicBezTo>
                    <a:pt x="1539" y="2504"/>
                    <a:pt x="1495" y="2519"/>
                    <a:pt x="1465" y="2549"/>
                  </a:cubicBezTo>
                  <a:cubicBezTo>
                    <a:pt x="1405" y="2608"/>
                    <a:pt x="1405" y="2727"/>
                    <a:pt x="1465" y="2787"/>
                  </a:cubicBezTo>
                  <a:lnTo>
                    <a:pt x="1620" y="2930"/>
                  </a:lnTo>
                  <a:lnTo>
                    <a:pt x="786" y="3763"/>
                  </a:lnTo>
                  <a:lnTo>
                    <a:pt x="632" y="3620"/>
                  </a:lnTo>
                  <a:cubicBezTo>
                    <a:pt x="602" y="3590"/>
                    <a:pt x="557" y="3576"/>
                    <a:pt x="513" y="3576"/>
                  </a:cubicBezTo>
                  <a:cubicBezTo>
                    <a:pt x="468" y="3576"/>
                    <a:pt x="423" y="3590"/>
                    <a:pt x="393" y="3620"/>
                  </a:cubicBezTo>
                  <a:cubicBezTo>
                    <a:pt x="334" y="3680"/>
                    <a:pt x="334" y="3799"/>
                    <a:pt x="393" y="3858"/>
                  </a:cubicBezTo>
                  <a:lnTo>
                    <a:pt x="548" y="4001"/>
                  </a:lnTo>
                  <a:lnTo>
                    <a:pt x="143" y="4406"/>
                  </a:lnTo>
                  <a:cubicBezTo>
                    <a:pt x="36" y="4477"/>
                    <a:pt x="1" y="4620"/>
                    <a:pt x="1" y="4751"/>
                  </a:cubicBezTo>
                  <a:cubicBezTo>
                    <a:pt x="1" y="4882"/>
                    <a:pt x="36" y="5001"/>
                    <a:pt x="143" y="5097"/>
                  </a:cubicBezTo>
                  <a:cubicBezTo>
                    <a:pt x="239" y="5180"/>
                    <a:pt x="370" y="5239"/>
                    <a:pt x="489" y="5239"/>
                  </a:cubicBezTo>
                  <a:cubicBezTo>
                    <a:pt x="620" y="5239"/>
                    <a:pt x="739" y="5192"/>
                    <a:pt x="834" y="5097"/>
                  </a:cubicBezTo>
                  <a:lnTo>
                    <a:pt x="1227" y="4692"/>
                  </a:lnTo>
                  <a:lnTo>
                    <a:pt x="1382" y="4835"/>
                  </a:lnTo>
                  <a:cubicBezTo>
                    <a:pt x="1405" y="4870"/>
                    <a:pt x="1453" y="4882"/>
                    <a:pt x="1501" y="4882"/>
                  </a:cubicBezTo>
                  <a:cubicBezTo>
                    <a:pt x="1548" y="4882"/>
                    <a:pt x="1584" y="4870"/>
                    <a:pt x="1620" y="4835"/>
                  </a:cubicBezTo>
                  <a:cubicBezTo>
                    <a:pt x="1679" y="4775"/>
                    <a:pt x="1679" y="4656"/>
                    <a:pt x="1620" y="4597"/>
                  </a:cubicBezTo>
                  <a:lnTo>
                    <a:pt x="1465" y="4454"/>
                  </a:lnTo>
                  <a:lnTo>
                    <a:pt x="2298" y="3620"/>
                  </a:lnTo>
                  <a:lnTo>
                    <a:pt x="2453" y="3763"/>
                  </a:lnTo>
                  <a:cubicBezTo>
                    <a:pt x="2477" y="3799"/>
                    <a:pt x="2525" y="3811"/>
                    <a:pt x="2572" y="3811"/>
                  </a:cubicBezTo>
                  <a:cubicBezTo>
                    <a:pt x="2620" y="3811"/>
                    <a:pt x="2656" y="3799"/>
                    <a:pt x="2691" y="3763"/>
                  </a:cubicBezTo>
                  <a:cubicBezTo>
                    <a:pt x="2751" y="3704"/>
                    <a:pt x="2751" y="3584"/>
                    <a:pt x="2691" y="3525"/>
                  </a:cubicBezTo>
                  <a:lnTo>
                    <a:pt x="2537" y="3382"/>
                  </a:lnTo>
                  <a:lnTo>
                    <a:pt x="3370" y="2549"/>
                  </a:lnTo>
                  <a:lnTo>
                    <a:pt x="3525" y="2692"/>
                  </a:lnTo>
                  <a:cubicBezTo>
                    <a:pt x="3549" y="2727"/>
                    <a:pt x="3596" y="2739"/>
                    <a:pt x="3644" y="2739"/>
                  </a:cubicBezTo>
                  <a:cubicBezTo>
                    <a:pt x="3691" y="2739"/>
                    <a:pt x="3727" y="2727"/>
                    <a:pt x="3763" y="2692"/>
                  </a:cubicBezTo>
                  <a:cubicBezTo>
                    <a:pt x="3822" y="2632"/>
                    <a:pt x="3822" y="2513"/>
                    <a:pt x="3763" y="2453"/>
                  </a:cubicBezTo>
                  <a:lnTo>
                    <a:pt x="3608" y="2311"/>
                  </a:lnTo>
                  <a:lnTo>
                    <a:pt x="4442" y="1477"/>
                  </a:lnTo>
                  <a:lnTo>
                    <a:pt x="4596" y="1620"/>
                  </a:lnTo>
                  <a:cubicBezTo>
                    <a:pt x="4620" y="1656"/>
                    <a:pt x="4668" y="1668"/>
                    <a:pt x="4715" y="1668"/>
                  </a:cubicBezTo>
                  <a:cubicBezTo>
                    <a:pt x="4763" y="1668"/>
                    <a:pt x="4799" y="1656"/>
                    <a:pt x="4834" y="1620"/>
                  </a:cubicBezTo>
                  <a:cubicBezTo>
                    <a:pt x="4894" y="1560"/>
                    <a:pt x="4894" y="1441"/>
                    <a:pt x="4834" y="1382"/>
                  </a:cubicBezTo>
                  <a:lnTo>
                    <a:pt x="4680" y="1239"/>
                  </a:lnTo>
                  <a:lnTo>
                    <a:pt x="5085" y="834"/>
                  </a:lnTo>
                  <a:cubicBezTo>
                    <a:pt x="5180" y="739"/>
                    <a:pt x="5239" y="608"/>
                    <a:pt x="5239" y="489"/>
                  </a:cubicBezTo>
                  <a:cubicBezTo>
                    <a:pt x="5239" y="358"/>
                    <a:pt x="5192" y="239"/>
                    <a:pt x="5085" y="144"/>
                  </a:cubicBezTo>
                  <a:cubicBezTo>
                    <a:pt x="5001" y="60"/>
                    <a:pt x="4858" y="1"/>
                    <a:pt x="4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59" name="Google Shape;9737;p61">
              <a:extLst>
                <a:ext uri="{FF2B5EF4-FFF2-40B4-BE49-F238E27FC236}">
                  <a16:creationId xmlns:a16="http://schemas.microsoft.com/office/drawing/2014/main" id="{CFB267EB-FB78-583C-7960-9BFFC9D30363}"/>
                </a:ext>
              </a:extLst>
            </p:cNvPr>
            <p:cNvSpPr/>
            <p:nvPr/>
          </p:nvSpPr>
          <p:spPr>
            <a:xfrm>
              <a:off x="2174559" y="3356116"/>
              <a:ext cx="364135" cy="359930"/>
            </a:xfrm>
            <a:custGeom>
              <a:avLst/>
              <a:gdLst/>
              <a:ahLst/>
              <a:cxnLst/>
              <a:rect l="l" t="t" r="r" b="b"/>
              <a:pathLst>
                <a:path w="11431" h="11299" extrusionOk="0">
                  <a:moveTo>
                    <a:pt x="8142" y="339"/>
                  </a:moveTo>
                  <a:cubicBezTo>
                    <a:pt x="8988" y="339"/>
                    <a:pt x="9829" y="482"/>
                    <a:pt x="10632" y="750"/>
                  </a:cubicBezTo>
                  <a:cubicBezTo>
                    <a:pt x="10930" y="1631"/>
                    <a:pt x="11061" y="2583"/>
                    <a:pt x="11037" y="3500"/>
                  </a:cubicBezTo>
                  <a:lnTo>
                    <a:pt x="7858" y="345"/>
                  </a:lnTo>
                  <a:cubicBezTo>
                    <a:pt x="7953" y="341"/>
                    <a:pt x="8048" y="339"/>
                    <a:pt x="8142" y="339"/>
                  </a:cubicBezTo>
                  <a:close/>
                  <a:moveTo>
                    <a:pt x="572" y="6453"/>
                  </a:moveTo>
                  <a:lnTo>
                    <a:pt x="4917" y="10798"/>
                  </a:lnTo>
                  <a:cubicBezTo>
                    <a:pt x="4620" y="10858"/>
                    <a:pt x="4322" y="10894"/>
                    <a:pt x="4001" y="10929"/>
                  </a:cubicBezTo>
                  <a:lnTo>
                    <a:pt x="441" y="7358"/>
                  </a:lnTo>
                  <a:cubicBezTo>
                    <a:pt x="464" y="7060"/>
                    <a:pt x="512" y="6750"/>
                    <a:pt x="572" y="6453"/>
                  </a:cubicBezTo>
                  <a:close/>
                  <a:moveTo>
                    <a:pt x="405" y="7798"/>
                  </a:moveTo>
                  <a:lnTo>
                    <a:pt x="3560" y="10953"/>
                  </a:lnTo>
                  <a:cubicBezTo>
                    <a:pt x="3462" y="10957"/>
                    <a:pt x="3363" y="10959"/>
                    <a:pt x="3264" y="10959"/>
                  </a:cubicBezTo>
                  <a:cubicBezTo>
                    <a:pt x="2440" y="10959"/>
                    <a:pt x="1596" y="10826"/>
                    <a:pt x="810" y="10560"/>
                  </a:cubicBezTo>
                  <a:cubicBezTo>
                    <a:pt x="512" y="9679"/>
                    <a:pt x="381" y="8727"/>
                    <a:pt x="405" y="7798"/>
                  </a:cubicBezTo>
                  <a:close/>
                  <a:moveTo>
                    <a:pt x="8188" y="1"/>
                  </a:moveTo>
                  <a:cubicBezTo>
                    <a:pt x="7942" y="1"/>
                    <a:pt x="7697" y="12"/>
                    <a:pt x="7453" y="35"/>
                  </a:cubicBezTo>
                  <a:cubicBezTo>
                    <a:pt x="7013" y="71"/>
                    <a:pt x="6560" y="154"/>
                    <a:pt x="6132" y="261"/>
                  </a:cubicBezTo>
                  <a:cubicBezTo>
                    <a:pt x="4739" y="607"/>
                    <a:pt x="3453" y="1345"/>
                    <a:pt x="2429" y="2369"/>
                  </a:cubicBezTo>
                  <a:cubicBezTo>
                    <a:pt x="1893" y="2905"/>
                    <a:pt x="1429" y="3512"/>
                    <a:pt x="1072" y="4167"/>
                  </a:cubicBezTo>
                  <a:cubicBezTo>
                    <a:pt x="1024" y="4250"/>
                    <a:pt x="1060" y="4345"/>
                    <a:pt x="1131" y="4393"/>
                  </a:cubicBezTo>
                  <a:cubicBezTo>
                    <a:pt x="1154" y="4408"/>
                    <a:pt x="1180" y="4415"/>
                    <a:pt x="1206" y="4415"/>
                  </a:cubicBezTo>
                  <a:cubicBezTo>
                    <a:pt x="1264" y="4415"/>
                    <a:pt x="1325" y="4382"/>
                    <a:pt x="1357" y="4333"/>
                  </a:cubicBezTo>
                  <a:cubicBezTo>
                    <a:pt x="1703" y="3714"/>
                    <a:pt x="2143" y="3131"/>
                    <a:pt x="2655" y="2607"/>
                  </a:cubicBezTo>
                  <a:cubicBezTo>
                    <a:pt x="3620" y="1643"/>
                    <a:pt x="4810" y="952"/>
                    <a:pt x="6108" y="595"/>
                  </a:cubicBezTo>
                  <a:lnTo>
                    <a:pt x="9156" y="3655"/>
                  </a:lnTo>
                  <a:cubicBezTo>
                    <a:pt x="9180" y="3679"/>
                    <a:pt x="9227" y="3690"/>
                    <a:pt x="9275" y="3690"/>
                  </a:cubicBezTo>
                  <a:cubicBezTo>
                    <a:pt x="9323" y="3690"/>
                    <a:pt x="9358" y="3679"/>
                    <a:pt x="9394" y="3655"/>
                  </a:cubicBezTo>
                  <a:cubicBezTo>
                    <a:pt x="9454" y="3595"/>
                    <a:pt x="9454" y="3476"/>
                    <a:pt x="9394" y="3417"/>
                  </a:cubicBezTo>
                  <a:lnTo>
                    <a:pt x="6489" y="511"/>
                  </a:lnTo>
                  <a:cubicBezTo>
                    <a:pt x="6787" y="452"/>
                    <a:pt x="7084" y="404"/>
                    <a:pt x="7394" y="381"/>
                  </a:cubicBezTo>
                  <a:lnTo>
                    <a:pt x="10966" y="3952"/>
                  </a:lnTo>
                  <a:cubicBezTo>
                    <a:pt x="10942" y="4250"/>
                    <a:pt x="10894" y="4560"/>
                    <a:pt x="10835" y="4857"/>
                  </a:cubicBezTo>
                  <a:lnTo>
                    <a:pt x="9954" y="3976"/>
                  </a:lnTo>
                  <a:cubicBezTo>
                    <a:pt x="9924" y="3946"/>
                    <a:pt x="9879" y="3932"/>
                    <a:pt x="9835" y="3932"/>
                  </a:cubicBezTo>
                  <a:cubicBezTo>
                    <a:pt x="9790" y="3932"/>
                    <a:pt x="9745" y="3946"/>
                    <a:pt x="9716" y="3976"/>
                  </a:cubicBezTo>
                  <a:cubicBezTo>
                    <a:pt x="9656" y="4036"/>
                    <a:pt x="9656" y="4155"/>
                    <a:pt x="9716" y="4214"/>
                  </a:cubicBezTo>
                  <a:lnTo>
                    <a:pt x="10751" y="5238"/>
                  </a:lnTo>
                  <a:cubicBezTo>
                    <a:pt x="10394" y="6548"/>
                    <a:pt x="9704" y="7739"/>
                    <a:pt x="8751" y="8691"/>
                  </a:cubicBezTo>
                  <a:cubicBezTo>
                    <a:pt x="7787" y="9667"/>
                    <a:pt x="6596" y="10346"/>
                    <a:pt x="5298" y="10703"/>
                  </a:cubicBezTo>
                  <a:lnTo>
                    <a:pt x="679" y="6060"/>
                  </a:lnTo>
                  <a:cubicBezTo>
                    <a:pt x="762" y="5715"/>
                    <a:pt x="881" y="5381"/>
                    <a:pt x="1012" y="5048"/>
                  </a:cubicBezTo>
                  <a:cubicBezTo>
                    <a:pt x="1048" y="4964"/>
                    <a:pt x="1012" y="4869"/>
                    <a:pt x="929" y="4822"/>
                  </a:cubicBezTo>
                  <a:cubicBezTo>
                    <a:pt x="906" y="4816"/>
                    <a:pt x="884" y="4813"/>
                    <a:pt x="864" y="4813"/>
                  </a:cubicBezTo>
                  <a:cubicBezTo>
                    <a:pt x="796" y="4813"/>
                    <a:pt x="739" y="4844"/>
                    <a:pt x="703" y="4917"/>
                  </a:cubicBezTo>
                  <a:cubicBezTo>
                    <a:pt x="536" y="5286"/>
                    <a:pt x="417" y="5679"/>
                    <a:pt x="322" y="6072"/>
                  </a:cubicBezTo>
                  <a:cubicBezTo>
                    <a:pt x="214" y="6512"/>
                    <a:pt x="143" y="6953"/>
                    <a:pt x="95" y="7405"/>
                  </a:cubicBezTo>
                  <a:cubicBezTo>
                    <a:pt x="0" y="8548"/>
                    <a:pt x="143" y="9667"/>
                    <a:pt x="512" y="10751"/>
                  </a:cubicBezTo>
                  <a:cubicBezTo>
                    <a:pt x="524" y="10798"/>
                    <a:pt x="572" y="10834"/>
                    <a:pt x="619" y="10858"/>
                  </a:cubicBezTo>
                  <a:cubicBezTo>
                    <a:pt x="1465" y="11156"/>
                    <a:pt x="2381" y="11299"/>
                    <a:pt x="3298" y="11299"/>
                  </a:cubicBezTo>
                  <a:cubicBezTo>
                    <a:pt x="3512" y="11299"/>
                    <a:pt x="3739" y="11287"/>
                    <a:pt x="3965" y="11275"/>
                  </a:cubicBezTo>
                  <a:cubicBezTo>
                    <a:pt x="4405" y="11227"/>
                    <a:pt x="4858" y="11156"/>
                    <a:pt x="5286" y="11049"/>
                  </a:cubicBezTo>
                  <a:cubicBezTo>
                    <a:pt x="6680" y="10691"/>
                    <a:pt x="7965" y="9965"/>
                    <a:pt x="8989" y="8929"/>
                  </a:cubicBezTo>
                  <a:cubicBezTo>
                    <a:pt x="10013" y="7905"/>
                    <a:pt x="10751" y="6631"/>
                    <a:pt x="11109" y="5226"/>
                  </a:cubicBezTo>
                  <a:cubicBezTo>
                    <a:pt x="11204" y="4798"/>
                    <a:pt x="11287" y="4345"/>
                    <a:pt x="11323" y="3905"/>
                  </a:cubicBezTo>
                  <a:cubicBezTo>
                    <a:pt x="11430" y="2774"/>
                    <a:pt x="11287" y="1631"/>
                    <a:pt x="10906" y="559"/>
                  </a:cubicBezTo>
                  <a:cubicBezTo>
                    <a:pt x="10894" y="511"/>
                    <a:pt x="10859" y="464"/>
                    <a:pt x="10811" y="452"/>
                  </a:cubicBezTo>
                  <a:cubicBezTo>
                    <a:pt x="9980" y="153"/>
                    <a:pt x="9082" y="1"/>
                    <a:pt x="81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245DE4E8-38F7-C3B2-DC29-4748D65FA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20000">
            <a:off x="10672308" y="582310"/>
            <a:ext cx="2241915" cy="3899024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FFFFFF">
              <a:shade val="85000"/>
            </a:srgbClr>
          </a:solidFill>
          <a:ln w="88900" cap="sq">
            <a:solidFill>
              <a:srgbClr val="C2FE06"/>
            </a:solidFill>
            <a:miter lim="800000"/>
          </a:ln>
          <a:effectLst>
            <a:outerShdw blurRad="50800" dist="114300" dir="2700000" algn="tl" rotWithShape="0">
              <a:prstClr val="black">
                <a:alpha val="5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85810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2A8F7E61-7473-DFFF-D6B3-39D1EFAA3A42}"/>
              </a:ext>
            </a:extLst>
          </p:cNvPr>
          <p:cNvSpPr/>
          <p:nvPr/>
        </p:nvSpPr>
        <p:spPr>
          <a:xfrm>
            <a:off x="-3891" y="-1"/>
            <a:ext cx="15123241" cy="1080000"/>
          </a:xfrm>
          <a:prstGeom prst="rect">
            <a:avLst/>
          </a:prstGeom>
          <a:gradFill flip="none" rotWithShape="1">
            <a:gsLst>
              <a:gs pos="21000">
                <a:srgbClr val="002733"/>
              </a:gs>
              <a:gs pos="84000">
                <a:srgbClr val="080B3E"/>
              </a:gs>
              <a:gs pos="57000">
                <a:srgbClr val="00206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75000"/>
                  <a:lumOff val="25000"/>
                </a:schemeClr>
              </a:solidFill>
              <a:latin typeface="The Group TEXT" panose="00000500000000000000" pitchFamily="2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9DFCBF66-53C1-FF94-E3B6-43A2B0FCAF0C}"/>
              </a:ext>
            </a:extLst>
          </p:cNvPr>
          <p:cNvSpPr txBox="1"/>
          <p:nvPr/>
        </p:nvSpPr>
        <p:spPr>
          <a:xfrm>
            <a:off x="754639" y="1982147"/>
            <a:ext cx="617621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Name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Martin Just</a:t>
            </a:r>
          </a:p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Fachrichtung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Anwendungsentwickelung</a:t>
            </a:r>
            <a:b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</a:br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Eintrittsdatum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02.09.2025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ED1E6ACE-1D10-47D0-EDF9-2F12CB398A7F}"/>
              </a:ext>
            </a:extLst>
          </p:cNvPr>
          <p:cNvGrpSpPr/>
          <p:nvPr/>
        </p:nvGrpSpPr>
        <p:grpSpPr>
          <a:xfrm>
            <a:off x="-3891" y="8945283"/>
            <a:ext cx="15123241" cy="1080000"/>
            <a:chOff x="-3890" y="5597379"/>
            <a:chExt cx="12195889" cy="786063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57BC3B2D-74B0-02C6-39DA-94B351BE29EF}"/>
                </a:ext>
              </a:extLst>
            </p:cNvPr>
            <p:cNvSpPr/>
            <p:nvPr/>
          </p:nvSpPr>
          <p:spPr>
            <a:xfrm>
              <a:off x="-3890" y="5597379"/>
              <a:ext cx="12195889" cy="786063"/>
            </a:xfrm>
            <a:prstGeom prst="rect">
              <a:avLst/>
            </a:prstGeom>
            <a:gradFill flip="none" rotWithShape="1">
              <a:gsLst>
                <a:gs pos="21000">
                  <a:srgbClr val="002733"/>
                </a:gs>
                <a:gs pos="84000">
                  <a:srgbClr val="080B3E"/>
                </a:gs>
                <a:gs pos="57000">
                  <a:srgbClr val="002060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  <a:latin typeface="The Group TEXT" panose="00000500000000000000" pitchFamily="2" charset="0"/>
              </a:endParaRP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9047824A-1586-EC49-A83A-1003FA52130F}"/>
                </a:ext>
              </a:extLst>
            </p:cNvPr>
            <p:cNvSpPr txBox="1"/>
            <p:nvPr/>
          </p:nvSpPr>
          <p:spPr>
            <a:xfrm>
              <a:off x="169417" y="5823706"/>
              <a:ext cx="11874078" cy="33601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„ Freestyle </a:t>
              </a:r>
              <a:r>
                <a:rPr lang="de-DE" sz="2400" err="1">
                  <a:solidFill>
                    <a:schemeClr val="bg1"/>
                  </a:solidFill>
                  <a:latin typeface="The Group TEXT"/>
                </a:rPr>
                <a:t>bro</a:t>
              </a:r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"</a:t>
              </a:r>
              <a:endParaRPr lang="de-DE" sz="2400">
                <a:solidFill>
                  <a:schemeClr val="bg1"/>
                </a:solidFill>
                <a:latin typeface="The Group TEXT" panose="00000500000000000000" pitchFamily="2" charset="0"/>
              </a:endParaRPr>
            </a:p>
          </p:txBody>
        </p:sp>
      </p:grpSp>
      <p:sp>
        <p:nvSpPr>
          <p:cNvPr id="26" name="Textfeld 25">
            <a:extLst>
              <a:ext uri="{FF2B5EF4-FFF2-40B4-BE49-F238E27FC236}">
                <a16:creationId xmlns:a16="http://schemas.microsoft.com/office/drawing/2014/main" id="{29E8ABB9-6C92-4332-A2B5-575B1396A1ED}"/>
              </a:ext>
            </a:extLst>
          </p:cNvPr>
          <p:cNvSpPr txBox="1"/>
          <p:nvPr/>
        </p:nvSpPr>
        <p:spPr>
          <a:xfrm>
            <a:off x="1221140" y="5016442"/>
            <a:ext cx="577971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Geburtsdatum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31.10.2008</a:t>
            </a: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Wohnort/Heimat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Ingolstadt</a:t>
            </a: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Lieblingsspiel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Minecraft/</a:t>
            </a:r>
            <a:r>
              <a:rPr lang="de-DE" sz="2400" err="1">
                <a:latin typeface="The Group TEXT" panose="00000500000000000000" pitchFamily="2" charset="0"/>
                <a:cs typeface="Dubai Medium" panose="020B0603030403030204" pitchFamily="34" charset="-78"/>
              </a:rPr>
              <a:t>Satisfactory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Traumauto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Nissan Skyline</a:t>
            </a:r>
          </a:p>
        </p:txBody>
      </p:sp>
      <p:sp>
        <p:nvSpPr>
          <p:cNvPr id="33" name="Freeform 418">
            <a:extLst>
              <a:ext uri="{FF2B5EF4-FFF2-40B4-BE49-F238E27FC236}">
                <a16:creationId xmlns:a16="http://schemas.microsoft.com/office/drawing/2014/main" id="{BBC91F77-B7E8-AFC4-45D7-55C43FC12BAF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2812" y="5768304"/>
            <a:ext cx="338260" cy="334004"/>
          </a:xfrm>
          <a:custGeom>
            <a:avLst/>
            <a:gdLst>
              <a:gd name="T0" fmla="*/ 63 w 64"/>
              <a:gd name="T1" fmla="*/ 28 h 63"/>
              <a:gd name="T2" fmla="*/ 33 w 64"/>
              <a:gd name="T3" fmla="*/ 1 h 63"/>
              <a:gd name="T4" fmla="*/ 31 w 64"/>
              <a:gd name="T5" fmla="*/ 1 h 63"/>
              <a:gd name="T6" fmla="*/ 1 w 64"/>
              <a:gd name="T7" fmla="*/ 28 h 63"/>
              <a:gd name="T8" fmla="*/ 0 w 64"/>
              <a:gd name="T9" fmla="*/ 29 h 63"/>
              <a:gd name="T10" fmla="*/ 0 w 64"/>
              <a:gd name="T11" fmla="*/ 61 h 63"/>
              <a:gd name="T12" fmla="*/ 2 w 64"/>
              <a:gd name="T13" fmla="*/ 63 h 63"/>
              <a:gd name="T14" fmla="*/ 62 w 64"/>
              <a:gd name="T15" fmla="*/ 63 h 63"/>
              <a:gd name="T16" fmla="*/ 64 w 64"/>
              <a:gd name="T17" fmla="*/ 61 h 63"/>
              <a:gd name="T18" fmla="*/ 64 w 64"/>
              <a:gd name="T19" fmla="*/ 29 h 63"/>
              <a:gd name="T20" fmla="*/ 63 w 64"/>
              <a:gd name="T21" fmla="*/ 28 h 63"/>
              <a:gd name="T22" fmla="*/ 60 w 64"/>
              <a:gd name="T23" fmla="*/ 59 h 63"/>
              <a:gd name="T24" fmla="*/ 28 w 64"/>
              <a:gd name="T25" fmla="*/ 59 h 63"/>
              <a:gd name="T26" fmla="*/ 28 w 64"/>
              <a:gd name="T27" fmla="*/ 43 h 63"/>
              <a:gd name="T28" fmla="*/ 36 w 64"/>
              <a:gd name="T29" fmla="*/ 43 h 63"/>
              <a:gd name="T30" fmla="*/ 36 w 64"/>
              <a:gd name="T31" fmla="*/ 51 h 63"/>
              <a:gd name="T32" fmla="*/ 40 w 64"/>
              <a:gd name="T33" fmla="*/ 51 h 63"/>
              <a:gd name="T34" fmla="*/ 40 w 64"/>
              <a:gd name="T35" fmla="*/ 41 h 63"/>
              <a:gd name="T36" fmla="*/ 38 w 64"/>
              <a:gd name="T37" fmla="*/ 39 h 63"/>
              <a:gd name="T38" fmla="*/ 26 w 64"/>
              <a:gd name="T39" fmla="*/ 39 h 63"/>
              <a:gd name="T40" fmla="*/ 24 w 64"/>
              <a:gd name="T41" fmla="*/ 41 h 63"/>
              <a:gd name="T42" fmla="*/ 24 w 64"/>
              <a:gd name="T43" fmla="*/ 59 h 63"/>
              <a:gd name="T44" fmla="*/ 4 w 64"/>
              <a:gd name="T45" fmla="*/ 59 h 63"/>
              <a:gd name="T46" fmla="*/ 4 w 64"/>
              <a:gd name="T47" fmla="*/ 30 h 63"/>
              <a:gd name="T48" fmla="*/ 32 w 64"/>
              <a:gd name="T49" fmla="*/ 5 h 63"/>
              <a:gd name="T50" fmla="*/ 60 w 64"/>
              <a:gd name="T51" fmla="*/ 30 h 63"/>
              <a:gd name="T52" fmla="*/ 60 w 64"/>
              <a:gd name="T53" fmla="*/ 5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4" h="63">
                <a:moveTo>
                  <a:pt x="63" y="28"/>
                </a:move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1" y="0"/>
                  <a:pt x="31" y="1"/>
                </a:cubicBezTo>
                <a:cubicBezTo>
                  <a:pt x="1" y="28"/>
                  <a:pt x="1" y="28"/>
                  <a:pt x="1" y="28"/>
                </a:cubicBezTo>
                <a:cubicBezTo>
                  <a:pt x="0" y="28"/>
                  <a:pt x="0" y="28"/>
                  <a:pt x="0" y="29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2"/>
                  <a:pt x="1" y="63"/>
                  <a:pt x="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3" y="63"/>
                  <a:pt x="64" y="62"/>
                  <a:pt x="64" y="61"/>
                </a:cubicBezTo>
                <a:cubicBezTo>
                  <a:pt x="64" y="29"/>
                  <a:pt x="64" y="29"/>
                  <a:pt x="64" y="29"/>
                </a:cubicBezTo>
                <a:cubicBezTo>
                  <a:pt x="64" y="28"/>
                  <a:pt x="64" y="28"/>
                  <a:pt x="63" y="28"/>
                </a:cubicBezTo>
                <a:close/>
                <a:moveTo>
                  <a:pt x="60" y="59"/>
                </a:moveTo>
                <a:cubicBezTo>
                  <a:pt x="28" y="59"/>
                  <a:pt x="28" y="59"/>
                  <a:pt x="28" y="59"/>
                </a:cubicBezTo>
                <a:cubicBezTo>
                  <a:pt x="28" y="43"/>
                  <a:pt x="28" y="43"/>
                  <a:pt x="28" y="4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51"/>
                  <a:pt x="36" y="51"/>
                  <a:pt x="36" y="51"/>
                </a:cubicBezTo>
                <a:cubicBezTo>
                  <a:pt x="40" y="51"/>
                  <a:pt x="40" y="51"/>
                  <a:pt x="40" y="51"/>
                </a:cubicBezTo>
                <a:cubicBezTo>
                  <a:pt x="40" y="41"/>
                  <a:pt x="40" y="41"/>
                  <a:pt x="40" y="41"/>
                </a:cubicBezTo>
                <a:cubicBezTo>
                  <a:pt x="40" y="40"/>
                  <a:pt x="39" y="39"/>
                  <a:pt x="38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5" y="39"/>
                  <a:pt x="24" y="40"/>
                  <a:pt x="24" y="41"/>
                </a:cubicBezTo>
                <a:cubicBezTo>
                  <a:pt x="24" y="59"/>
                  <a:pt x="24" y="59"/>
                  <a:pt x="24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4" y="30"/>
                  <a:pt x="4" y="30"/>
                  <a:pt x="4" y="30"/>
                </a:cubicBezTo>
                <a:cubicBezTo>
                  <a:pt x="32" y="5"/>
                  <a:pt x="32" y="5"/>
                  <a:pt x="32" y="5"/>
                </a:cubicBezTo>
                <a:cubicBezTo>
                  <a:pt x="60" y="30"/>
                  <a:pt x="60" y="30"/>
                  <a:pt x="60" y="30"/>
                </a:cubicBezTo>
                <a:lnTo>
                  <a:pt x="60" y="59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0" name="Freeform 293">
            <a:extLst>
              <a:ext uri="{FF2B5EF4-FFF2-40B4-BE49-F238E27FC236}">
                <a16:creationId xmlns:a16="http://schemas.microsoft.com/office/drawing/2014/main" id="{175708E0-1632-1E07-6709-C3A76643A985}"/>
              </a:ext>
            </a:extLst>
          </p:cNvPr>
          <p:cNvSpPr>
            <a:spLocks noChangeAspect="1"/>
          </p:cNvSpPr>
          <p:nvPr/>
        </p:nvSpPr>
        <p:spPr bwMode="auto">
          <a:xfrm>
            <a:off x="769576" y="7307997"/>
            <a:ext cx="439149" cy="228630"/>
          </a:xfrm>
          <a:custGeom>
            <a:avLst/>
            <a:gdLst>
              <a:gd name="T0" fmla="*/ 78 w 79"/>
              <a:gd name="T1" fmla="*/ 20 h 40"/>
              <a:gd name="T2" fmla="*/ 74 w 79"/>
              <a:gd name="T3" fmla="*/ 17 h 40"/>
              <a:gd name="T4" fmla="*/ 62 w 79"/>
              <a:gd name="T5" fmla="*/ 15 h 40"/>
              <a:gd name="T6" fmla="*/ 56 w 79"/>
              <a:gd name="T7" fmla="*/ 12 h 40"/>
              <a:gd name="T8" fmla="*/ 46 w 79"/>
              <a:gd name="T9" fmla="*/ 3 h 40"/>
              <a:gd name="T10" fmla="*/ 38 w 79"/>
              <a:gd name="T11" fmla="*/ 0 h 40"/>
              <a:gd name="T12" fmla="*/ 18 w 79"/>
              <a:gd name="T13" fmla="*/ 0 h 40"/>
              <a:gd name="T14" fmla="*/ 10 w 79"/>
              <a:gd name="T15" fmla="*/ 4 h 40"/>
              <a:gd name="T16" fmla="*/ 3 w 79"/>
              <a:gd name="T17" fmla="*/ 14 h 40"/>
              <a:gd name="T18" fmla="*/ 0 w 79"/>
              <a:gd name="T19" fmla="*/ 22 h 40"/>
              <a:gd name="T20" fmla="*/ 0 w 79"/>
              <a:gd name="T21" fmla="*/ 34 h 40"/>
              <a:gd name="T22" fmla="*/ 6 w 79"/>
              <a:gd name="T23" fmla="*/ 40 h 40"/>
              <a:gd name="T24" fmla="*/ 12 w 79"/>
              <a:gd name="T25" fmla="*/ 40 h 40"/>
              <a:gd name="T26" fmla="*/ 12 w 79"/>
              <a:gd name="T27" fmla="*/ 37 h 40"/>
              <a:gd name="T28" fmla="*/ 18 w 79"/>
              <a:gd name="T29" fmla="*/ 32 h 40"/>
              <a:gd name="T30" fmla="*/ 24 w 79"/>
              <a:gd name="T31" fmla="*/ 38 h 40"/>
              <a:gd name="T32" fmla="*/ 28 w 79"/>
              <a:gd name="T33" fmla="*/ 38 h 40"/>
              <a:gd name="T34" fmla="*/ 18 w 79"/>
              <a:gd name="T35" fmla="*/ 28 h 40"/>
              <a:gd name="T36" fmla="*/ 8 w 79"/>
              <a:gd name="T37" fmla="*/ 36 h 40"/>
              <a:gd name="T38" fmla="*/ 6 w 79"/>
              <a:gd name="T39" fmla="*/ 36 h 40"/>
              <a:gd name="T40" fmla="*/ 4 w 79"/>
              <a:gd name="T41" fmla="*/ 34 h 40"/>
              <a:gd name="T42" fmla="*/ 4 w 79"/>
              <a:gd name="T43" fmla="*/ 22 h 40"/>
              <a:gd name="T44" fmla="*/ 6 w 79"/>
              <a:gd name="T45" fmla="*/ 16 h 40"/>
              <a:gd name="T46" fmla="*/ 13 w 79"/>
              <a:gd name="T47" fmla="*/ 6 h 40"/>
              <a:gd name="T48" fmla="*/ 18 w 79"/>
              <a:gd name="T49" fmla="*/ 4 h 40"/>
              <a:gd name="T50" fmla="*/ 38 w 79"/>
              <a:gd name="T51" fmla="*/ 4 h 40"/>
              <a:gd name="T52" fmla="*/ 44 w 79"/>
              <a:gd name="T53" fmla="*/ 6 h 40"/>
              <a:gd name="T54" fmla="*/ 54 w 79"/>
              <a:gd name="T55" fmla="*/ 15 h 40"/>
              <a:gd name="T56" fmla="*/ 62 w 79"/>
              <a:gd name="T57" fmla="*/ 19 h 40"/>
              <a:gd name="T58" fmla="*/ 74 w 79"/>
              <a:gd name="T59" fmla="*/ 21 h 40"/>
              <a:gd name="T60" fmla="*/ 75 w 79"/>
              <a:gd name="T61" fmla="*/ 22 h 40"/>
              <a:gd name="T62" fmla="*/ 75 w 79"/>
              <a:gd name="T63" fmla="*/ 23 h 40"/>
              <a:gd name="T64" fmla="*/ 73 w 79"/>
              <a:gd name="T65" fmla="*/ 34 h 40"/>
              <a:gd name="T66" fmla="*/ 70 w 79"/>
              <a:gd name="T67" fmla="*/ 36 h 40"/>
              <a:gd name="T68" fmla="*/ 68 w 79"/>
              <a:gd name="T69" fmla="*/ 36 h 40"/>
              <a:gd name="T70" fmla="*/ 58 w 79"/>
              <a:gd name="T71" fmla="*/ 28 h 40"/>
              <a:gd name="T72" fmla="*/ 48 w 79"/>
              <a:gd name="T73" fmla="*/ 36 h 40"/>
              <a:gd name="T74" fmla="*/ 36 w 79"/>
              <a:gd name="T75" fmla="*/ 36 h 40"/>
              <a:gd name="T76" fmla="*/ 36 w 79"/>
              <a:gd name="T77" fmla="*/ 40 h 40"/>
              <a:gd name="T78" fmla="*/ 52 w 79"/>
              <a:gd name="T79" fmla="*/ 40 h 40"/>
              <a:gd name="T80" fmla="*/ 52 w 79"/>
              <a:gd name="T81" fmla="*/ 37 h 40"/>
              <a:gd name="T82" fmla="*/ 58 w 79"/>
              <a:gd name="T83" fmla="*/ 32 h 40"/>
              <a:gd name="T84" fmla="*/ 64 w 79"/>
              <a:gd name="T85" fmla="*/ 38 h 40"/>
              <a:gd name="T86" fmla="*/ 64 w 79"/>
              <a:gd name="T87" fmla="*/ 38 h 40"/>
              <a:gd name="T88" fmla="*/ 64 w 79"/>
              <a:gd name="T89" fmla="*/ 40 h 40"/>
              <a:gd name="T90" fmla="*/ 70 w 79"/>
              <a:gd name="T91" fmla="*/ 40 h 40"/>
              <a:gd name="T92" fmla="*/ 77 w 79"/>
              <a:gd name="T93" fmla="*/ 35 h 40"/>
              <a:gd name="T94" fmla="*/ 79 w 79"/>
              <a:gd name="T95" fmla="*/ 24 h 40"/>
              <a:gd name="T96" fmla="*/ 78 w 79"/>
              <a:gd name="T97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9" h="40">
                <a:moveTo>
                  <a:pt x="78" y="20"/>
                </a:moveTo>
                <a:cubicBezTo>
                  <a:pt x="77" y="18"/>
                  <a:pt x="76" y="18"/>
                  <a:pt x="74" y="17"/>
                </a:cubicBezTo>
                <a:cubicBezTo>
                  <a:pt x="62" y="15"/>
                  <a:pt x="62" y="15"/>
                  <a:pt x="62" y="15"/>
                </a:cubicBezTo>
                <a:cubicBezTo>
                  <a:pt x="61" y="15"/>
                  <a:pt x="58" y="13"/>
                  <a:pt x="56" y="12"/>
                </a:cubicBezTo>
                <a:cubicBezTo>
                  <a:pt x="46" y="3"/>
                  <a:pt x="46" y="3"/>
                  <a:pt x="46" y="3"/>
                </a:cubicBezTo>
                <a:cubicBezTo>
                  <a:pt x="44" y="1"/>
                  <a:pt x="41" y="0"/>
                  <a:pt x="38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0"/>
                  <a:pt x="12" y="2"/>
                  <a:pt x="10" y="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6"/>
                  <a:pt x="0" y="19"/>
                  <a:pt x="0" y="2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7"/>
                  <a:pt x="3" y="40"/>
                  <a:pt x="6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37"/>
                  <a:pt x="12" y="37"/>
                  <a:pt x="12" y="37"/>
                </a:cubicBezTo>
                <a:cubicBezTo>
                  <a:pt x="12" y="34"/>
                  <a:pt x="15" y="32"/>
                  <a:pt x="18" y="32"/>
                </a:cubicBezTo>
                <a:cubicBezTo>
                  <a:pt x="21" y="32"/>
                  <a:pt x="24" y="35"/>
                  <a:pt x="24" y="38"/>
                </a:cubicBezTo>
                <a:cubicBezTo>
                  <a:pt x="28" y="38"/>
                  <a:pt x="28" y="38"/>
                  <a:pt x="28" y="38"/>
                </a:cubicBezTo>
                <a:cubicBezTo>
                  <a:pt x="28" y="32"/>
                  <a:pt x="24" y="28"/>
                  <a:pt x="18" y="28"/>
                </a:cubicBezTo>
                <a:cubicBezTo>
                  <a:pt x="13" y="28"/>
                  <a:pt x="9" y="31"/>
                  <a:pt x="8" y="36"/>
                </a:cubicBezTo>
                <a:cubicBezTo>
                  <a:pt x="6" y="36"/>
                  <a:pt x="6" y="36"/>
                  <a:pt x="6" y="36"/>
                </a:cubicBezTo>
                <a:cubicBezTo>
                  <a:pt x="5" y="36"/>
                  <a:pt x="4" y="35"/>
                  <a:pt x="4" y="34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0"/>
                  <a:pt x="5" y="18"/>
                  <a:pt x="6" y="16"/>
                </a:cubicBezTo>
                <a:cubicBezTo>
                  <a:pt x="13" y="6"/>
                  <a:pt x="13" y="6"/>
                  <a:pt x="13" y="6"/>
                </a:cubicBezTo>
                <a:cubicBezTo>
                  <a:pt x="14" y="5"/>
                  <a:pt x="16" y="4"/>
                  <a:pt x="1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40" y="4"/>
                  <a:pt x="42" y="5"/>
                  <a:pt x="44" y="6"/>
                </a:cubicBezTo>
                <a:cubicBezTo>
                  <a:pt x="54" y="15"/>
                  <a:pt x="54" y="15"/>
                  <a:pt x="54" y="15"/>
                </a:cubicBezTo>
                <a:cubicBezTo>
                  <a:pt x="56" y="17"/>
                  <a:pt x="59" y="18"/>
                  <a:pt x="62" y="19"/>
                </a:cubicBezTo>
                <a:cubicBezTo>
                  <a:pt x="74" y="21"/>
                  <a:pt x="74" y="21"/>
                  <a:pt x="74" y="21"/>
                </a:cubicBezTo>
                <a:cubicBezTo>
                  <a:pt x="74" y="21"/>
                  <a:pt x="75" y="22"/>
                  <a:pt x="75" y="22"/>
                </a:cubicBezTo>
                <a:cubicBezTo>
                  <a:pt x="75" y="22"/>
                  <a:pt x="75" y="23"/>
                  <a:pt x="75" y="23"/>
                </a:cubicBezTo>
                <a:cubicBezTo>
                  <a:pt x="73" y="34"/>
                  <a:pt x="73" y="34"/>
                  <a:pt x="73" y="34"/>
                </a:cubicBezTo>
                <a:cubicBezTo>
                  <a:pt x="73" y="35"/>
                  <a:pt x="71" y="36"/>
                  <a:pt x="70" y="36"/>
                </a:cubicBezTo>
                <a:cubicBezTo>
                  <a:pt x="68" y="36"/>
                  <a:pt x="68" y="36"/>
                  <a:pt x="68" y="36"/>
                </a:cubicBezTo>
                <a:cubicBezTo>
                  <a:pt x="67" y="31"/>
                  <a:pt x="63" y="28"/>
                  <a:pt x="58" y="28"/>
                </a:cubicBezTo>
                <a:cubicBezTo>
                  <a:pt x="53" y="28"/>
                  <a:pt x="49" y="31"/>
                  <a:pt x="48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40"/>
                  <a:pt x="36" y="40"/>
                  <a:pt x="36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37"/>
                  <a:pt x="52" y="37"/>
                  <a:pt x="52" y="37"/>
                </a:cubicBezTo>
                <a:cubicBezTo>
                  <a:pt x="53" y="34"/>
                  <a:pt x="55" y="32"/>
                  <a:pt x="58" y="32"/>
                </a:cubicBezTo>
                <a:cubicBezTo>
                  <a:pt x="61" y="32"/>
                  <a:pt x="64" y="35"/>
                  <a:pt x="64" y="38"/>
                </a:cubicBezTo>
                <a:cubicBezTo>
                  <a:pt x="64" y="38"/>
                  <a:pt x="64" y="38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70" y="40"/>
                  <a:pt x="70" y="40"/>
                  <a:pt x="70" y="40"/>
                </a:cubicBezTo>
                <a:cubicBezTo>
                  <a:pt x="73" y="40"/>
                  <a:pt x="76" y="38"/>
                  <a:pt x="77" y="35"/>
                </a:cubicBezTo>
                <a:cubicBezTo>
                  <a:pt x="79" y="24"/>
                  <a:pt x="79" y="24"/>
                  <a:pt x="79" y="24"/>
                </a:cubicBezTo>
                <a:cubicBezTo>
                  <a:pt x="79" y="23"/>
                  <a:pt x="79" y="21"/>
                  <a:pt x="78" y="20"/>
                </a:cubicBez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5" name="Freeform 422">
            <a:extLst>
              <a:ext uri="{FF2B5EF4-FFF2-40B4-BE49-F238E27FC236}">
                <a16:creationId xmlns:a16="http://schemas.microsoft.com/office/drawing/2014/main" id="{24385495-0596-31D8-2810-6E2B52EB81B7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0021" y="6554172"/>
            <a:ext cx="338260" cy="340402"/>
          </a:xfrm>
          <a:custGeom>
            <a:avLst/>
            <a:gdLst>
              <a:gd name="T0" fmla="*/ 54 w 64"/>
              <a:gd name="T1" fmla="*/ 64 h 64"/>
              <a:gd name="T2" fmla="*/ 44 w 64"/>
              <a:gd name="T3" fmla="*/ 59 h 64"/>
              <a:gd name="T4" fmla="*/ 44 w 64"/>
              <a:gd name="T5" fmla="*/ 58 h 64"/>
              <a:gd name="T6" fmla="*/ 44 w 64"/>
              <a:gd name="T7" fmla="*/ 42 h 64"/>
              <a:gd name="T8" fmla="*/ 44 w 64"/>
              <a:gd name="T9" fmla="*/ 41 h 64"/>
              <a:gd name="T10" fmla="*/ 54 w 64"/>
              <a:gd name="T11" fmla="*/ 36 h 64"/>
              <a:gd name="T12" fmla="*/ 60 w 64"/>
              <a:gd name="T13" fmla="*/ 38 h 64"/>
              <a:gd name="T14" fmla="*/ 60 w 64"/>
              <a:gd name="T15" fmla="*/ 22 h 64"/>
              <a:gd name="T16" fmla="*/ 32 w 64"/>
              <a:gd name="T17" fmla="*/ 4 h 64"/>
              <a:gd name="T18" fmla="*/ 32 w 64"/>
              <a:gd name="T19" fmla="*/ 4 h 64"/>
              <a:gd name="T20" fmla="*/ 4 w 64"/>
              <a:gd name="T21" fmla="*/ 22 h 64"/>
              <a:gd name="T22" fmla="*/ 4 w 64"/>
              <a:gd name="T23" fmla="*/ 38 h 64"/>
              <a:gd name="T24" fmla="*/ 10 w 64"/>
              <a:gd name="T25" fmla="*/ 36 h 64"/>
              <a:gd name="T26" fmla="*/ 20 w 64"/>
              <a:gd name="T27" fmla="*/ 41 h 64"/>
              <a:gd name="T28" fmla="*/ 20 w 64"/>
              <a:gd name="T29" fmla="*/ 42 h 64"/>
              <a:gd name="T30" fmla="*/ 20 w 64"/>
              <a:gd name="T31" fmla="*/ 58 h 64"/>
              <a:gd name="T32" fmla="*/ 20 w 64"/>
              <a:gd name="T33" fmla="*/ 59 h 64"/>
              <a:gd name="T34" fmla="*/ 10 w 64"/>
              <a:gd name="T35" fmla="*/ 64 h 64"/>
              <a:gd name="T36" fmla="*/ 0 w 64"/>
              <a:gd name="T37" fmla="*/ 59 h 64"/>
              <a:gd name="T38" fmla="*/ 0 w 64"/>
              <a:gd name="T39" fmla="*/ 58 h 64"/>
              <a:gd name="T40" fmla="*/ 0 w 64"/>
              <a:gd name="T41" fmla="*/ 42 h 64"/>
              <a:gd name="T42" fmla="*/ 0 w 64"/>
              <a:gd name="T43" fmla="*/ 42 h 64"/>
              <a:gd name="T44" fmla="*/ 0 w 64"/>
              <a:gd name="T45" fmla="*/ 22 h 64"/>
              <a:gd name="T46" fmla="*/ 32 w 64"/>
              <a:gd name="T47" fmla="*/ 0 h 64"/>
              <a:gd name="T48" fmla="*/ 32 w 64"/>
              <a:gd name="T49" fmla="*/ 0 h 64"/>
              <a:gd name="T50" fmla="*/ 64 w 64"/>
              <a:gd name="T51" fmla="*/ 22 h 64"/>
              <a:gd name="T52" fmla="*/ 64 w 64"/>
              <a:gd name="T53" fmla="*/ 42 h 64"/>
              <a:gd name="T54" fmla="*/ 64 w 64"/>
              <a:gd name="T55" fmla="*/ 42 h 64"/>
              <a:gd name="T56" fmla="*/ 64 w 64"/>
              <a:gd name="T57" fmla="*/ 58 h 64"/>
              <a:gd name="T58" fmla="*/ 64 w 64"/>
              <a:gd name="T59" fmla="*/ 59 h 64"/>
              <a:gd name="T60" fmla="*/ 54 w 64"/>
              <a:gd name="T61" fmla="*/ 64 h 64"/>
              <a:gd name="T62" fmla="*/ 48 w 64"/>
              <a:gd name="T63" fmla="*/ 57 h 64"/>
              <a:gd name="T64" fmla="*/ 54 w 64"/>
              <a:gd name="T65" fmla="*/ 60 h 64"/>
              <a:gd name="T66" fmla="*/ 60 w 64"/>
              <a:gd name="T67" fmla="*/ 57 h 64"/>
              <a:gd name="T68" fmla="*/ 60 w 64"/>
              <a:gd name="T69" fmla="*/ 43 h 64"/>
              <a:gd name="T70" fmla="*/ 54 w 64"/>
              <a:gd name="T71" fmla="*/ 40 h 64"/>
              <a:gd name="T72" fmla="*/ 48 w 64"/>
              <a:gd name="T73" fmla="*/ 43 h 64"/>
              <a:gd name="T74" fmla="*/ 48 w 64"/>
              <a:gd name="T75" fmla="*/ 57 h 64"/>
              <a:gd name="T76" fmla="*/ 4 w 64"/>
              <a:gd name="T77" fmla="*/ 57 h 64"/>
              <a:gd name="T78" fmla="*/ 10 w 64"/>
              <a:gd name="T79" fmla="*/ 60 h 64"/>
              <a:gd name="T80" fmla="*/ 16 w 64"/>
              <a:gd name="T81" fmla="*/ 57 h 64"/>
              <a:gd name="T82" fmla="*/ 16 w 64"/>
              <a:gd name="T83" fmla="*/ 43 h 64"/>
              <a:gd name="T84" fmla="*/ 10 w 64"/>
              <a:gd name="T85" fmla="*/ 40 h 64"/>
              <a:gd name="T86" fmla="*/ 4 w 64"/>
              <a:gd name="T87" fmla="*/ 43 h 64"/>
              <a:gd name="T88" fmla="*/ 4 w 64"/>
              <a:gd name="T89" fmla="*/ 57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4" h="64">
                <a:moveTo>
                  <a:pt x="54" y="64"/>
                </a:moveTo>
                <a:cubicBezTo>
                  <a:pt x="53" y="64"/>
                  <a:pt x="48" y="64"/>
                  <a:pt x="44" y="59"/>
                </a:cubicBezTo>
                <a:cubicBezTo>
                  <a:pt x="44" y="59"/>
                  <a:pt x="44" y="58"/>
                  <a:pt x="44" y="58"/>
                </a:cubicBezTo>
                <a:cubicBezTo>
                  <a:pt x="44" y="42"/>
                  <a:pt x="44" y="42"/>
                  <a:pt x="44" y="42"/>
                </a:cubicBezTo>
                <a:cubicBezTo>
                  <a:pt x="44" y="42"/>
                  <a:pt x="44" y="41"/>
                  <a:pt x="44" y="41"/>
                </a:cubicBezTo>
                <a:cubicBezTo>
                  <a:pt x="45" y="40"/>
                  <a:pt x="48" y="36"/>
                  <a:pt x="54" y="36"/>
                </a:cubicBezTo>
                <a:cubicBezTo>
                  <a:pt x="55" y="36"/>
                  <a:pt x="57" y="36"/>
                  <a:pt x="60" y="38"/>
                </a:cubicBezTo>
                <a:cubicBezTo>
                  <a:pt x="60" y="22"/>
                  <a:pt x="60" y="22"/>
                  <a:pt x="60" y="22"/>
                </a:cubicBezTo>
                <a:cubicBezTo>
                  <a:pt x="60" y="20"/>
                  <a:pt x="55" y="4"/>
                  <a:pt x="32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8" y="4"/>
                  <a:pt x="4" y="22"/>
                  <a:pt x="4" y="22"/>
                </a:cubicBezTo>
                <a:cubicBezTo>
                  <a:pt x="4" y="38"/>
                  <a:pt x="4" y="38"/>
                  <a:pt x="4" y="38"/>
                </a:cubicBezTo>
                <a:cubicBezTo>
                  <a:pt x="6" y="37"/>
                  <a:pt x="8" y="36"/>
                  <a:pt x="10" y="36"/>
                </a:cubicBezTo>
                <a:cubicBezTo>
                  <a:pt x="11" y="36"/>
                  <a:pt x="16" y="36"/>
                  <a:pt x="20" y="41"/>
                </a:cubicBezTo>
                <a:cubicBezTo>
                  <a:pt x="20" y="41"/>
                  <a:pt x="20" y="42"/>
                  <a:pt x="20" y="42"/>
                </a:cubicBezTo>
                <a:cubicBezTo>
                  <a:pt x="20" y="58"/>
                  <a:pt x="20" y="58"/>
                  <a:pt x="20" y="58"/>
                </a:cubicBezTo>
                <a:cubicBezTo>
                  <a:pt x="20" y="58"/>
                  <a:pt x="20" y="59"/>
                  <a:pt x="20" y="59"/>
                </a:cubicBezTo>
                <a:cubicBezTo>
                  <a:pt x="19" y="60"/>
                  <a:pt x="16" y="64"/>
                  <a:pt x="10" y="64"/>
                </a:cubicBezTo>
                <a:cubicBezTo>
                  <a:pt x="9" y="64"/>
                  <a:pt x="4" y="64"/>
                  <a:pt x="0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5" y="0"/>
                  <a:pt x="32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59" y="0"/>
                  <a:pt x="64" y="21"/>
                  <a:pt x="64" y="2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58"/>
                  <a:pt x="64" y="58"/>
                  <a:pt x="64" y="58"/>
                </a:cubicBezTo>
                <a:cubicBezTo>
                  <a:pt x="64" y="58"/>
                  <a:pt x="64" y="59"/>
                  <a:pt x="64" y="59"/>
                </a:cubicBezTo>
                <a:cubicBezTo>
                  <a:pt x="63" y="60"/>
                  <a:pt x="60" y="64"/>
                  <a:pt x="54" y="64"/>
                </a:cubicBezTo>
                <a:close/>
                <a:moveTo>
                  <a:pt x="48" y="57"/>
                </a:moveTo>
                <a:cubicBezTo>
                  <a:pt x="50" y="60"/>
                  <a:pt x="54" y="60"/>
                  <a:pt x="54" y="60"/>
                </a:cubicBezTo>
                <a:cubicBezTo>
                  <a:pt x="57" y="60"/>
                  <a:pt x="59" y="58"/>
                  <a:pt x="60" y="57"/>
                </a:cubicBezTo>
                <a:cubicBezTo>
                  <a:pt x="60" y="43"/>
                  <a:pt x="60" y="43"/>
                  <a:pt x="60" y="43"/>
                </a:cubicBezTo>
                <a:cubicBezTo>
                  <a:pt x="58" y="40"/>
                  <a:pt x="54" y="40"/>
                  <a:pt x="54" y="40"/>
                </a:cubicBezTo>
                <a:cubicBezTo>
                  <a:pt x="51" y="40"/>
                  <a:pt x="49" y="42"/>
                  <a:pt x="48" y="43"/>
                </a:cubicBezTo>
                <a:lnTo>
                  <a:pt x="48" y="57"/>
                </a:lnTo>
                <a:close/>
                <a:moveTo>
                  <a:pt x="4" y="57"/>
                </a:moveTo>
                <a:cubicBezTo>
                  <a:pt x="6" y="60"/>
                  <a:pt x="10" y="60"/>
                  <a:pt x="10" y="60"/>
                </a:cubicBezTo>
                <a:cubicBezTo>
                  <a:pt x="13" y="60"/>
                  <a:pt x="15" y="58"/>
                  <a:pt x="16" y="57"/>
                </a:cubicBezTo>
                <a:cubicBezTo>
                  <a:pt x="16" y="43"/>
                  <a:pt x="16" y="43"/>
                  <a:pt x="16" y="43"/>
                </a:cubicBezTo>
                <a:cubicBezTo>
                  <a:pt x="14" y="40"/>
                  <a:pt x="10" y="40"/>
                  <a:pt x="10" y="40"/>
                </a:cubicBezTo>
                <a:cubicBezTo>
                  <a:pt x="7" y="40"/>
                  <a:pt x="5" y="42"/>
                  <a:pt x="4" y="43"/>
                </a:cubicBezTo>
                <a:lnTo>
                  <a:pt x="4" y="57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035BA71F-3810-7B93-8ACC-0CE33EE34AF0}"/>
              </a:ext>
            </a:extLst>
          </p:cNvPr>
          <p:cNvGrpSpPr>
            <a:grpSpLocks noChangeAspect="1"/>
          </p:cNvGrpSpPr>
          <p:nvPr/>
        </p:nvGrpSpPr>
        <p:grpSpPr>
          <a:xfrm>
            <a:off x="823833" y="5101121"/>
            <a:ext cx="348546" cy="370604"/>
            <a:chOff x="11466513" y="1004888"/>
            <a:chExt cx="250825" cy="266699"/>
          </a:xfrm>
          <a:solidFill>
            <a:srgbClr val="00806E"/>
          </a:solidFill>
        </p:grpSpPr>
        <p:sp>
          <p:nvSpPr>
            <p:cNvPr id="48" name="Freeform 109">
              <a:extLst>
                <a:ext uri="{FF2B5EF4-FFF2-40B4-BE49-F238E27FC236}">
                  <a16:creationId xmlns:a16="http://schemas.microsoft.com/office/drawing/2014/main" id="{CA587D16-3C31-47FA-B232-349C0D42B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6513" y="1004888"/>
              <a:ext cx="250825" cy="266699"/>
            </a:xfrm>
            <a:custGeom>
              <a:avLst/>
              <a:gdLst>
                <a:gd name="T0" fmla="*/ 62 w 64"/>
                <a:gd name="T1" fmla="*/ 4 h 68"/>
                <a:gd name="T2" fmla="*/ 44 w 64"/>
                <a:gd name="T3" fmla="*/ 4 h 68"/>
                <a:gd name="T4" fmla="*/ 44 w 64"/>
                <a:gd name="T5" fmla="*/ 0 h 68"/>
                <a:gd name="T6" fmla="*/ 40 w 64"/>
                <a:gd name="T7" fmla="*/ 0 h 68"/>
                <a:gd name="T8" fmla="*/ 40 w 64"/>
                <a:gd name="T9" fmla="*/ 16 h 68"/>
                <a:gd name="T10" fmla="*/ 44 w 64"/>
                <a:gd name="T11" fmla="*/ 16 h 68"/>
                <a:gd name="T12" fmla="*/ 44 w 64"/>
                <a:gd name="T13" fmla="*/ 8 h 68"/>
                <a:gd name="T14" fmla="*/ 60 w 64"/>
                <a:gd name="T15" fmla="*/ 8 h 68"/>
                <a:gd name="T16" fmla="*/ 60 w 64"/>
                <a:gd name="T17" fmla="*/ 64 h 68"/>
                <a:gd name="T18" fmla="*/ 4 w 64"/>
                <a:gd name="T19" fmla="*/ 64 h 68"/>
                <a:gd name="T20" fmla="*/ 4 w 64"/>
                <a:gd name="T21" fmla="*/ 8 h 68"/>
                <a:gd name="T22" fmla="*/ 12 w 64"/>
                <a:gd name="T23" fmla="*/ 8 h 68"/>
                <a:gd name="T24" fmla="*/ 12 w 64"/>
                <a:gd name="T25" fmla="*/ 4 h 68"/>
                <a:gd name="T26" fmla="*/ 2 w 64"/>
                <a:gd name="T27" fmla="*/ 4 h 68"/>
                <a:gd name="T28" fmla="*/ 0 w 64"/>
                <a:gd name="T29" fmla="*/ 6 h 68"/>
                <a:gd name="T30" fmla="*/ 0 w 64"/>
                <a:gd name="T31" fmla="*/ 66 h 68"/>
                <a:gd name="T32" fmla="*/ 2 w 64"/>
                <a:gd name="T33" fmla="*/ 68 h 68"/>
                <a:gd name="T34" fmla="*/ 62 w 64"/>
                <a:gd name="T35" fmla="*/ 68 h 68"/>
                <a:gd name="T36" fmla="*/ 64 w 64"/>
                <a:gd name="T37" fmla="*/ 66 h 68"/>
                <a:gd name="T38" fmla="*/ 64 w 64"/>
                <a:gd name="T39" fmla="*/ 6 h 68"/>
                <a:gd name="T40" fmla="*/ 62 w 64"/>
                <a:gd name="T41" fmla="*/ 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8">
                  <a:moveTo>
                    <a:pt x="62" y="4"/>
                  </a:moveTo>
                  <a:cubicBezTo>
                    <a:pt x="44" y="4"/>
                    <a:pt x="44" y="4"/>
                    <a:pt x="4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7"/>
                    <a:pt x="1" y="68"/>
                    <a:pt x="2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3" y="68"/>
                    <a:pt x="64" y="67"/>
                    <a:pt x="64" y="6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5"/>
                    <a:pt x="63" y="4"/>
                    <a:pt x="6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49" name="Freeform 110">
              <a:extLst>
                <a:ext uri="{FF2B5EF4-FFF2-40B4-BE49-F238E27FC236}">
                  <a16:creationId xmlns:a16="http://schemas.microsoft.com/office/drawing/2014/main" id="{7D6C21A9-535D-078F-4EF2-3B75AED288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300" y="1004888"/>
              <a:ext cx="47625" cy="61912"/>
            </a:xfrm>
            <a:custGeom>
              <a:avLst/>
              <a:gdLst>
                <a:gd name="T0" fmla="*/ 30 w 30"/>
                <a:gd name="T1" fmla="*/ 9 h 39"/>
                <a:gd name="T2" fmla="*/ 10 w 30"/>
                <a:gd name="T3" fmla="*/ 9 h 39"/>
                <a:gd name="T4" fmla="*/ 10 w 30"/>
                <a:gd name="T5" fmla="*/ 0 h 39"/>
                <a:gd name="T6" fmla="*/ 0 w 30"/>
                <a:gd name="T7" fmla="*/ 0 h 39"/>
                <a:gd name="T8" fmla="*/ 0 w 30"/>
                <a:gd name="T9" fmla="*/ 39 h 39"/>
                <a:gd name="T10" fmla="*/ 10 w 30"/>
                <a:gd name="T11" fmla="*/ 39 h 39"/>
                <a:gd name="T12" fmla="*/ 10 w 30"/>
                <a:gd name="T13" fmla="*/ 19 h 39"/>
                <a:gd name="T14" fmla="*/ 30 w 30"/>
                <a:gd name="T15" fmla="*/ 19 h 39"/>
                <a:gd name="T16" fmla="*/ 30 w 30"/>
                <a:gd name="T17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9">
                  <a:moveTo>
                    <a:pt x="30" y="9"/>
                  </a:move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9"/>
                  </a:lnTo>
                  <a:lnTo>
                    <a:pt x="10" y="39"/>
                  </a:lnTo>
                  <a:lnTo>
                    <a:pt x="10" y="19"/>
                  </a:lnTo>
                  <a:lnTo>
                    <a:pt x="30" y="19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0" name="Freeform 111">
              <a:extLst>
                <a:ext uri="{FF2B5EF4-FFF2-40B4-BE49-F238E27FC236}">
                  <a16:creationId xmlns:a16="http://schemas.microsoft.com/office/drawing/2014/main" id="{FF01B5B2-CA28-1A97-9F96-F38D3BCCCA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4613" y="1093788"/>
              <a:ext cx="76200" cy="130175"/>
            </a:xfrm>
            <a:custGeom>
              <a:avLst/>
              <a:gdLst>
                <a:gd name="T0" fmla="*/ 7 w 19"/>
                <a:gd name="T1" fmla="*/ 30 h 33"/>
                <a:gd name="T2" fmla="*/ 0 w 19"/>
                <a:gd name="T3" fmla="*/ 29 h 33"/>
                <a:gd name="T4" fmla="*/ 0 w 19"/>
                <a:gd name="T5" fmla="*/ 33 h 33"/>
                <a:gd name="T6" fmla="*/ 3 w 19"/>
                <a:gd name="T7" fmla="*/ 33 h 33"/>
                <a:gd name="T8" fmla="*/ 7 w 19"/>
                <a:gd name="T9" fmla="*/ 33 h 33"/>
                <a:gd name="T10" fmla="*/ 12 w 19"/>
                <a:gd name="T11" fmla="*/ 33 h 33"/>
                <a:gd name="T12" fmla="*/ 16 w 19"/>
                <a:gd name="T13" fmla="*/ 31 h 33"/>
                <a:gd name="T14" fmla="*/ 18 w 19"/>
                <a:gd name="T15" fmla="*/ 27 h 33"/>
                <a:gd name="T16" fmla="*/ 19 w 19"/>
                <a:gd name="T17" fmla="*/ 23 h 33"/>
                <a:gd name="T18" fmla="*/ 19 w 19"/>
                <a:gd name="T19" fmla="*/ 20 h 33"/>
                <a:gd name="T20" fmla="*/ 17 w 19"/>
                <a:gd name="T21" fmla="*/ 18 h 33"/>
                <a:gd name="T22" fmla="*/ 15 w 19"/>
                <a:gd name="T23" fmla="*/ 16 h 33"/>
                <a:gd name="T24" fmla="*/ 12 w 19"/>
                <a:gd name="T25" fmla="*/ 15 h 33"/>
                <a:gd name="T26" fmla="*/ 12 w 19"/>
                <a:gd name="T27" fmla="*/ 15 h 33"/>
                <a:gd name="T28" fmla="*/ 17 w 19"/>
                <a:gd name="T29" fmla="*/ 13 h 33"/>
                <a:gd name="T30" fmla="*/ 18 w 19"/>
                <a:gd name="T31" fmla="*/ 8 h 33"/>
                <a:gd name="T32" fmla="*/ 16 w 19"/>
                <a:gd name="T33" fmla="*/ 2 h 33"/>
                <a:gd name="T34" fmla="*/ 9 w 19"/>
                <a:gd name="T35" fmla="*/ 0 h 33"/>
                <a:gd name="T36" fmla="*/ 5 w 19"/>
                <a:gd name="T37" fmla="*/ 1 h 33"/>
                <a:gd name="T38" fmla="*/ 1 w 19"/>
                <a:gd name="T39" fmla="*/ 2 h 33"/>
                <a:gd name="T40" fmla="*/ 1 w 19"/>
                <a:gd name="T41" fmla="*/ 6 h 33"/>
                <a:gd name="T42" fmla="*/ 4 w 19"/>
                <a:gd name="T43" fmla="*/ 4 h 33"/>
                <a:gd name="T44" fmla="*/ 8 w 19"/>
                <a:gd name="T45" fmla="*/ 4 h 33"/>
                <a:gd name="T46" fmla="*/ 12 w 19"/>
                <a:gd name="T47" fmla="*/ 5 h 33"/>
                <a:gd name="T48" fmla="*/ 14 w 19"/>
                <a:gd name="T49" fmla="*/ 8 h 33"/>
                <a:gd name="T50" fmla="*/ 11 w 19"/>
                <a:gd name="T51" fmla="*/ 13 h 33"/>
                <a:gd name="T52" fmla="*/ 3 w 19"/>
                <a:gd name="T53" fmla="*/ 14 h 33"/>
                <a:gd name="T54" fmla="*/ 2 w 19"/>
                <a:gd name="T55" fmla="*/ 14 h 33"/>
                <a:gd name="T56" fmla="*/ 2 w 19"/>
                <a:gd name="T57" fmla="*/ 18 h 33"/>
                <a:gd name="T58" fmla="*/ 4 w 19"/>
                <a:gd name="T59" fmla="*/ 18 h 33"/>
                <a:gd name="T60" fmla="*/ 7 w 19"/>
                <a:gd name="T61" fmla="*/ 18 h 33"/>
                <a:gd name="T62" fmla="*/ 12 w 19"/>
                <a:gd name="T63" fmla="*/ 19 h 33"/>
                <a:gd name="T64" fmla="*/ 14 w 19"/>
                <a:gd name="T65" fmla="*/ 24 h 33"/>
                <a:gd name="T66" fmla="*/ 13 w 19"/>
                <a:gd name="T67" fmla="*/ 28 h 33"/>
                <a:gd name="T68" fmla="*/ 7 w 19"/>
                <a:gd name="T69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" h="33">
                  <a:moveTo>
                    <a:pt x="7" y="30"/>
                  </a:moveTo>
                  <a:cubicBezTo>
                    <a:pt x="5" y="30"/>
                    <a:pt x="3" y="29"/>
                    <a:pt x="0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3"/>
                    <a:pt x="2" y="33"/>
                    <a:pt x="3" y="33"/>
                  </a:cubicBezTo>
                  <a:cubicBezTo>
                    <a:pt x="4" y="33"/>
                    <a:pt x="5" y="33"/>
                    <a:pt x="7" y="33"/>
                  </a:cubicBezTo>
                  <a:cubicBezTo>
                    <a:pt x="9" y="33"/>
                    <a:pt x="10" y="33"/>
                    <a:pt x="12" y="33"/>
                  </a:cubicBezTo>
                  <a:cubicBezTo>
                    <a:pt x="13" y="32"/>
                    <a:pt x="15" y="31"/>
                    <a:pt x="16" y="31"/>
                  </a:cubicBezTo>
                  <a:cubicBezTo>
                    <a:pt x="17" y="30"/>
                    <a:pt x="18" y="29"/>
                    <a:pt x="18" y="27"/>
                  </a:cubicBezTo>
                  <a:cubicBezTo>
                    <a:pt x="19" y="26"/>
                    <a:pt x="19" y="25"/>
                    <a:pt x="19" y="23"/>
                  </a:cubicBezTo>
                  <a:cubicBezTo>
                    <a:pt x="19" y="22"/>
                    <a:pt x="19" y="21"/>
                    <a:pt x="19" y="20"/>
                  </a:cubicBezTo>
                  <a:cubicBezTo>
                    <a:pt x="18" y="19"/>
                    <a:pt x="18" y="19"/>
                    <a:pt x="17" y="18"/>
                  </a:cubicBezTo>
                  <a:cubicBezTo>
                    <a:pt x="17" y="17"/>
                    <a:pt x="16" y="17"/>
                    <a:pt x="15" y="16"/>
                  </a:cubicBezTo>
                  <a:cubicBezTo>
                    <a:pt x="14" y="16"/>
                    <a:pt x="13" y="16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4" y="15"/>
                    <a:pt x="16" y="14"/>
                    <a:pt x="17" y="13"/>
                  </a:cubicBezTo>
                  <a:cubicBezTo>
                    <a:pt x="18" y="11"/>
                    <a:pt x="18" y="10"/>
                    <a:pt x="18" y="8"/>
                  </a:cubicBezTo>
                  <a:cubicBezTo>
                    <a:pt x="18" y="5"/>
                    <a:pt x="18" y="4"/>
                    <a:pt x="16" y="2"/>
                  </a:cubicBezTo>
                  <a:cubicBezTo>
                    <a:pt x="14" y="1"/>
                    <a:pt x="12" y="0"/>
                    <a:pt x="9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5"/>
                    <a:pt x="4" y="4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4"/>
                    <a:pt x="12" y="5"/>
                  </a:cubicBezTo>
                  <a:cubicBezTo>
                    <a:pt x="13" y="6"/>
                    <a:pt x="14" y="7"/>
                    <a:pt x="14" y="8"/>
                  </a:cubicBezTo>
                  <a:cubicBezTo>
                    <a:pt x="14" y="10"/>
                    <a:pt x="13" y="12"/>
                    <a:pt x="11" y="13"/>
                  </a:cubicBezTo>
                  <a:cubicBezTo>
                    <a:pt x="9" y="14"/>
                    <a:pt x="7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8"/>
                    <a:pt x="3" y="18"/>
                    <a:pt x="4" y="18"/>
                  </a:cubicBezTo>
                  <a:cubicBezTo>
                    <a:pt x="5" y="18"/>
                    <a:pt x="6" y="18"/>
                    <a:pt x="7" y="18"/>
                  </a:cubicBezTo>
                  <a:cubicBezTo>
                    <a:pt x="9" y="18"/>
                    <a:pt x="11" y="18"/>
                    <a:pt x="12" y="19"/>
                  </a:cubicBezTo>
                  <a:cubicBezTo>
                    <a:pt x="14" y="20"/>
                    <a:pt x="14" y="22"/>
                    <a:pt x="14" y="24"/>
                  </a:cubicBezTo>
                  <a:cubicBezTo>
                    <a:pt x="14" y="26"/>
                    <a:pt x="14" y="27"/>
                    <a:pt x="13" y="28"/>
                  </a:cubicBezTo>
                  <a:cubicBezTo>
                    <a:pt x="11" y="29"/>
                    <a:pt x="9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1" name="Freeform 112">
              <a:extLst>
                <a:ext uri="{FF2B5EF4-FFF2-40B4-BE49-F238E27FC236}">
                  <a16:creationId xmlns:a16="http://schemas.microsoft.com/office/drawing/2014/main" id="{36AFF85B-0B49-C6E4-FA35-2AE94EE7D9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9863" y="1098550"/>
              <a:ext cx="82550" cy="125412"/>
            </a:xfrm>
            <a:custGeom>
              <a:avLst/>
              <a:gdLst>
                <a:gd name="T0" fmla="*/ 25 w 52"/>
                <a:gd name="T1" fmla="*/ 0 h 79"/>
                <a:gd name="T2" fmla="*/ 2 w 52"/>
                <a:gd name="T3" fmla="*/ 7 h 79"/>
                <a:gd name="T4" fmla="*/ 2 w 52"/>
                <a:gd name="T5" fmla="*/ 17 h 79"/>
                <a:gd name="T6" fmla="*/ 22 w 52"/>
                <a:gd name="T7" fmla="*/ 10 h 79"/>
                <a:gd name="T8" fmla="*/ 22 w 52"/>
                <a:gd name="T9" fmla="*/ 69 h 79"/>
                <a:gd name="T10" fmla="*/ 0 w 52"/>
                <a:gd name="T11" fmla="*/ 69 h 79"/>
                <a:gd name="T12" fmla="*/ 0 w 52"/>
                <a:gd name="T13" fmla="*/ 79 h 79"/>
                <a:gd name="T14" fmla="*/ 52 w 52"/>
                <a:gd name="T15" fmla="*/ 79 h 79"/>
                <a:gd name="T16" fmla="*/ 52 w 52"/>
                <a:gd name="T17" fmla="*/ 69 h 79"/>
                <a:gd name="T18" fmla="*/ 32 w 52"/>
                <a:gd name="T19" fmla="*/ 69 h 79"/>
                <a:gd name="T20" fmla="*/ 32 w 52"/>
                <a:gd name="T21" fmla="*/ 0 h 79"/>
                <a:gd name="T22" fmla="*/ 25 w 52"/>
                <a:gd name="T2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79">
                  <a:moveTo>
                    <a:pt x="25" y="0"/>
                  </a:moveTo>
                  <a:lnTo>
                    <a:pt x="2" y="7"/>
                  </a:lnTo>
                  <a:lnTo>
                    <a:pt x="2" y="17"/>
                  </a:lnTo>
                  <a:lnTo>
                    <a:pt x="22" y="10"/>
                  </a:lnTo>
                  <a:lnTo>
                    <a:pt x="22" y="69"/>
                  </a:lnTo>
                  <a:lnTo>
                    <a:pt x="0" y="69"/>
                  </a:lnTo>
                  <a:lnTo>
                    <a:pt x="0" y="79"/>
                  </a:lnTo>
                  <a:lnTo>
                    <a:pt x="52" y="79"/>
                  </a:lnTo>
                  <a:lnTo>
                    <a:pt x="52" y="69"/>
                  </a:lnTo>
                  <a:lnTo>
                    <a:pt x="32" y="69"/>
                  </a:lnTo>
                  <a:lnTo>
                    <a:pt x="32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</p:grpSp>
      <p:sp>
        <p:nvSpPr>
          <p:cNvPr id="53" name="Textfeld 52">
            <a:extLst>
              <a:ext uri="{FF2B5EF4-FFF2-40B4-BE49-F238E27FC236}">
                <a16:creationId xmlns:a16="http://schemas.microsoft.com/office/drawing/2014/main" id="{0921FBF7-D0CD-3299-8E4C-4E56B5C2B80B}"/>
              </a:ext>
            </a:extLst>
          </p:cNvPr>
          <p:cNvSpPr txBox="1"/>
          <p:nvPr/>
        </p:nvSpPr>
        <p:spPr>
          <a:xfrm>
            <a:off x="7729421" y="5046343"/>
            <a:ext cx="92862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Lieblingsessen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Miso Ramen</a:t>
            </a: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Lieblingsfilm/-serie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Matrix / Tokyo Drift</a:t>
            </a: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Hobbies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 3D Druck, Tischtennis, Angeln, Zocken</a:t>
            </a: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Lieblingssport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Fußball</a:t>
            </a:r>
          </a:p>
        </p:txBody>
      </p:sp>
      <p:grpSp>
        <p:nvGrpSpPr>
          <p:cNvPr id="54" name="Google Shape;9271;p60">
            <a:extLst>
              <a:ext uri="{FF2B5EF4-FFF2-40B4-BE49-F238E27FC236}">
                <a16:creationId xmlns:a16="http://schemas.microsoft.com/office/drawing/2014/main" id="{B040F79E-B921-E0EE-3741-E97268697E50}"/>
              </a:ext>
            </a:extLst>
          </p:cNvPr>
          <p:cNvGrpSpPr/>
          <p:nvPr/>
        </p:nvGrpSpPr>
        <p:grpSpPr>
          <a:xfrm>
            <a:off x="7241658" y="5057580"/>
            <a:ext cx="410335" cy="355243"/>
            <a:chOff x="3564243" y="2289904"/>
            <a:chExt cx="422342" cy="355243"/>
          </a:xfrm>
          <a:solidFill>
            <a:srgbClr val="00806E"/>
          </a:solidFill>
        </p:grpSpPr>
        <p:sp>
          <p:nvSpPr>
            <p:cNvPr id="1047" name="Google Shape;9272;p60">
              <a:extLst>
                <a:ext uri="{FF2B5EF4-FFF2-40B4-BE49-F238E27FC236}">
                  <a16:creationId xmlns:a16="http://schemas.microsoft.com/office/drawing/2014/main" id="{D0CA037E-F381-45FE-148D-9B1116DBB6EC}"/>
                </a:ext>
              </a:extLst>
            </p:cNvPr>
            <p:cNvSpPr/>
            <p:nvPr/>
          </p:nvSpPr>
          <p:spPr>
            <a:xfrm>
              <a:off x="3564243" y="2291587"/>
              <a:ext cx="66177" cy="351655"/>
            </a:xfrm>
            <a:custGeom>
              <a:avLst/>
              <a:gdLst/>
              <a:ahLst/>
              <a:cxnLst/>
              <a:rect l="l" t="t" r="r" b="b"/>
              <a:pathLst>
                <a:path w="2084" h="11074" extrusionOk="0">
                  <a:moveTo>
                    <a:pt x="1703" y="1918"/>
                  </a:moveTo>
                  <a:lnTo>
                    <a:pt x="1703" y="2727"/>
                  </a:lnTo>
                  <a:cubicBezTo>
                    <a:pt x="1703" y="2823"/>
                    <a:pt x="1667" y="2930"/>
                    <a:pt x="1608" y="2966"/>
                  </a:cubicBezTo>
                  <a:cubicBezTo>
                    <a:pt x="1453" y="3085"/>
                    <a:pt x="1298" y="3287"/>
                    <a:pt x="1239" y="3501"/>
                  </a:cubicBezTo>
                  <a:lnTo>
                    <a:pt x="834" y="3501"/>
                  </a:lnTo>
                  <a:cubicBezTo>
                    <a:pt x="798" y="3299"/>
                    <a:pt x="667" y="3085"/>
                    <a:pt x="524" y="2989"/>
                  </a:cubicBezTo>
                  <a:cubicBezTo>
                    <a:pt x="453" y="2942"/>
                    <a:pt x="393" y="2823"/>
                    <a:pt x="393" y="2727"/>
                  </a:cubicBezTo>
                  <a:lnTo>
                    <a:pt x="393" y="1918"/>
                  </a:lnTo>
                  <a:close/>
                  <a:moveTo>
                    <a:pt x="1227" y="3882"/>
                  </a:moveTo>
                  <a:lnTo>
                    <a:pt x="1227" y="5144"/>
                  </a:lnTo>
                  <a:cubicBezTo>
                    <a:pt x="1227" y="6359"/>
                    <a:pt x="1239" y="7549"/>
                    <a:pt x="1369" y="8752"/>
                  </a:cubicBezTo>
                  <a:cubicBezTo>
                    <a:pt x="1453" y="9478"/>
                    <a:pt x="1489" y="10085"/>
                    <a:pt x="1489" y="10205"/>
                  </a:cubicBezTo>
                  <a:cubicBezTo>
                    <a:pt x="1477" y="10478"/>
                    <a:pt x="1298" y="10681"/>
                    <a:pt x="1048" y="10681"/>
                  </a:cubicBezTo>
                  <a:cubicBezTo>
                    <a:pt x="798" y="10681"/>
                    <a:pt x="619" y="10490"/>
                    <a:pt x="619" y="10228"/>
                  </a:cubicBezTo>
                  <a:cubicBezTo>
                    <a:pt x="619" y="10097"/>
                    <a:pt x="655" y="9490"/>
                    <a:pt x="738" y="8764"/>
                  </a:cubicBezTo>
                  <a:cubicBezTo>
                    <a:pt x="869" y="7561"/>
                    <a:pt x="881" y="6371"/>
                    <a:pt x="881" y="5168"/>
                  </a:cubicBezTo>
                  <a:lnTo>
                    <a:pt x="881" y="3882"/>
                  </a:lnTo>
                  <a:close/>
                  <a:moveTo>
                    <a:pt x="203" y="1"/>
                  </a:moveTo>
                  <a:cubicBezTo>
                    <a:pt x="96" y="1"/>
                    <a:pt x="0" y="84"/>
                    <a:pt x="0" y="191"/>
                  </a:cubicBezTo>
                  <a:lnTo>
                    <a:pt x="0" y="2727"/>
                  </a:lnTo>
                  <a:cubicBezTo>
                    <a:pt x="0" y="2966"/>
                    <a:pt x="143" y="3216"/>
                    <a:pt x="334" y="3335"/>
                  </a:cubicBezTo>
                  <a:cubicBezTo>
                    <a:pt x="393" y="3358"/>
                    <a:pt x="477" y="3573"/>
                    <a:pt x="477" y="3692"/>
                  </a:cubicBezTo>
                  <a:lnTo>
                    <a:pt x="477" y="5144"/>
                  </a:lnTo>
                  <a:cubicBezTo>
                    <a:pt x="477" y="6359"/>
                    <a:pt x="465" y="7526"/>
                    <a:pt x="346" y="8716"/>
                  </a:cubicBezTo>
                  <a:cubicBezTo>
                    <a:pt x="274" y="9454"/>
                    <a:pt x="226" y="10074"/>
                    <a:pt x="226" y="10228"/>
                  </a:cubicBezTo>
                  <a:cubicBezTo>
                    <a:pt x="226" y="10705"/>
                    <a:pt x="584" y="11074"/>
                    <a:pt x="1048" y="11074"/>
                  </a:cubicBezTo>
                  <a:cubicBezTo>
                    <a:pt x="1512" y="11074"/>
                    <a:pt x="1870" y="10705"/>
                    <a:pt x="1870" y="10228"/>
                  </a:cubicBezTo>
                  <a:cubicBezTo>
                    <a:pt x="1870" y="10074"/>
                    <a:pt x="1822" y="9454"/>
                    <a:pt x="1750" y="8716"/>
                  </a:cubicBezTo>
                  <a:cubicBezTo>
                    <a:pt x="1608" y="7526"/>
                    <a:pt x="1608" y="6359"/>
                    <a:pt x="1608" y="5144"/>
                  </a:cubicBezTo>
                  <a:lnTo>
                    <a:pt x="1608" y="3692"/>
                  </a:lnTo>
                  <a:cubicBezTo>
                    <a:pt x="1608" y="3561"/>
                    <a:pt x="1715" y="3358"/>
                    <a:pt x="1834" y="3275"/>
                  </a:cubicBezTo>
                  <a:cubicBezTo>
                    <a:pt x="2024" y="3144"/>
                    <a:pt x="2084" y="2906"/>
                    <a:pt x="2084" y="2704"/>
                  </a:cubicBezTo>
                  <a:lnTo>
                    <a:pt x="2084" y="251"/>
                  </a:lnTo>
                  <a:cubicBezTo>
                    <a:pt x="2084" y="168"/>
                    <a:pt x="2001" y="72"/>
                    <a:pt x="1893" y="72"/>
                  </a:cubicBezTo>
                  <a:cubicBezTo>
                    <a:pt x="1786" y="72"/>
                    <a:pt x="1703" y="168"/>
                    <a:pt x="1703" y="263"/>
                  </a:cubicBezTo>
                  <a:lnTo>
                    <a:pt x="1703" y="1537"/>
                  </a:lnTo>
                  <a:lnTo>
                    <a:pt x="1239" y="1537"/>
                  </a:lnTo>
                  <a:lnTo>
                    <a:pt x="1239" y="191"/>
                  </a:lnTo>
                  <a:cubicBezTo>
                    <a:pt x="1239" y="84"/>
                    <a:pt x="1155" y="1"/>
                    <a:pt x="1048" y="1"/>
                  </a:cubicBezTo>
                  <a:cubicBezTo>
                    <a:pt x="941" y="1"/>
                    <a:pt x="858" y="84"/>
                    <a:pt x="858" y="191"/>
                  </a:cubicBezTo>
                  <a:lnTo>
                    <a:pt x="858" y="1537"/>
                  </a:lnTo>
                  <a:lnTo>
                    <a:pt x="393" y="1537"/>
                  </a:lnTo>
                  <a:lnTo>
                    <a:pt x="393" y="191"/>
                  </a:lnTo>
                  <a:cubicBezTo>
                    <a:pt x="393" y="84"/>
                    <a:pt x="298" y="1"/>
                    <a:pt x="2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8" name="Google Shape;9273;p60">
              <a:extLst>
                <a:ext uri="{FF2B5EF4-FFF2-40B4-BE49-F238E27FC236}">
                  <a16:creationId xmlns:a16="http://schemas.microsoft.com/office/drawing/2014/main" id="{99155707-06BF-F488-071E-EBA881541F33}"/>
                </a:ext>
              </a:extLst>
            </p:cNvPr>
            <p:cNvSpPr/>
            <p:nvPr/>
          </p:nvSpPr>
          <p:spPr>
            <a:xfrm>
              <a:off x="3636835" y="2373674"/>
              <a:ext cx="236702" cy="236289"/>
            </a:xfrm>
            <a:custGeom>
              <a:avLst/>
              <a:gdLst/>
              <a:ahLst/>
              <a:cxnLst/>
              <a:rect l="l" t="t" r="r" b="b"/>
              <a:pathLst>
                <a:path w="7454" h="7441" extrusionOk="0">
                  <a:moveTo>
                    <a:pt x="1175" y="0"/>
                  </a:moveTo>
                  <a:cubicBezTo>
                    <a:pt x="1121" y="0"/>
                    <a:pt x="1069" y="25"/>
                    <a:pt x="1036" y="71"/>
                  </a:cubicBezTo>
                  <a:cubicBezTo>
                    <a:pt x="369" y="881"/>
                    <a:pt x="0" y="1905"/>
                    <a:pt x="0" y="2952"/>
                  </a:cubicBezTo>
                  <a:cubicBezTo>
                    <a:pt x="0" y="5429"/>
                    <a:pt x="2024" y="7441"/>
                    <a:pt x="4489" y="7441"/>
                  </a:cubicBezTo>
                  <a:cubicBezTo>
                    <a:pt x="5537" y="7441"/>
                    <a:pt x="6561" y="7072"/>
                    <a:pt x="7358" y="6405"/>
                  </a:cubicBezTo>
                  <a:cubicBezTo>
                    <a:pt x="7454" y="6322"/>
                    <a:pt x="7454" y="6203"/>
                    <a:pt x="7394" y="6131"/>
                  </a:cubicBezTo>
                  <a:cubicBezTo>
                    <a:pt x="7352" y="6083"/>
                    <a:pt x="7286" y="6058"/>
                    <a:pt x="7224" y="6058"/>
                  </a:cubicBezTo>
                  <a:cubicBezTo>
                    <a:pt x="7180" y="6058"/>
                    <a:pt x="7138" y="6071"/>
                    <a:pt x="7108" y="6096"/>
                  </a:cubicBezTo>
                  <a:cubicBezTo>
                    <a:pt x="6382" y="6703"/>
                    <a:pt x="5441" y="7048"/>
                    <a:pt x="4489" y="7048"/>
                  </a:cubicBezTo>
                  <a:cubicBezTo>
                    <a:pt x="2227" y="7048"/>
                    <a:pt x="381" y="5203"/>
                    <a:pt x="381" y="2928"/>
                  </a:cubicBezTo>
                  <a:cubicBezTo>
                    <a:pt x="381" y="1988"/>
                    <a:pt x="727" y="1047"/>
                    <a:pt x="1334" y="309"/>
                  </a:cubicBezTo>
                  <a:cubicBezTo>
                    <a:pt x="1405" y="226"/>
                    <a:pt x="1393" y="107"/>
                    <a:pt x="1298" y="47"/>
                  </a:cubicBezTo>
                  <a:cubicBezTo>
                    <a:pt x="1261" y="16"/>
                    <a:pt x="1217" y="0"/>
                    <a:pt x="11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9" name="Google Shape;9274;p60">
              <a:extLst>
                <a:ext uri="{FF2B5EF4-FFF2-40B4-BE49-F238E27FC236}">
                  <a16:creationId xmlns:a16="http://schemas.microsoft.com/office/drawing/2014/main" id="{8E8B3720-0366-D3DC-B053-D640D247FA65}"/>
                </a:ext>
              </a:extLst>
            </p:cNvPr>
            <p:cNvSpPr/>
            <p:nvPr/>
          </p:nvSpPr>
          <p:spPr>
            <a:xfrm>
              <a:off x="3685230" y="2324104"/>
              <a:ext cx="237083" cy="235971"/>
            </a:xfrm>
            <a:custGeom>
              <a:avLst/>
              <a:gdLst/>
              <a:ahLst/>
              <a:cxnLst/>
              <a:rect l="l" t="t" r="r" b="b"/>
              <a:pathLst>
                <a:path w="7466" h="7431" extrusionOk="0">
                  <a:moveTo>
                    <a:pt x="2953" y="1"/>
                  </a:moveTo>
                  <a:cubicBezTo>
                    <a:pt x="1905" y="1"/>
                    <a:pt x="893" y="358"/>
                    <a:pt x="96" y="1025"/>
                  </a:cubicBezTo>
                  <a:cubicBezTo>
                    <a:pt x="0" y="1108"/>
                    <a:pt x="0" y="1227"/>
                    <a:pt x="60" y="1299"/>
                  </a:cubicBezTo>
                  <a:cubicBezTo>
                    <a:pt x="99" y="1344"/>
                    <a:pt x="151" y="1364"/>
                    <a:pt x="205" y="1364"/>
                  </a:cubicBezTo>
                  <a:cubicBezTo>
                    <a:pt x="250" y="1364"/>
                    <a:pt x="295" y="1350"/>
                    <a:pt x="334" y="1322"/>
                  </a:cubicBezTo>
                  <a:cubicBezTo>
                    <a:pt x="1060" y="715"/>
                    <a:pt x="2001" y="394"/>
                    <a:pt x="2953" y="394"/>
                  </a:cubicBezTo>
                  <a:cubicBezTo>
                    <a:pt x="5215" y="394"/>
                    <a:pt x="7061" y="2227"/>
                    <a:pt x="7061" y="4501"/>
                  </a:cubicBezTo>
                  <a:cubicBezTo>
                    <a:pt x="7061" y="5454"/>
                    <a:pt x="6727" y="6371"/>
                    <a:pt x="6120" y="7121"/>
                  </a:cubicBezTo>
                  <a:cubicBezTo>
                    <a:pt x="6049" y="7204"/>
                    <a:pt x="6061" y="7323"/>
                    <a:pt x="6156" y="7383"/>
                  </a:cubicBezTo>
                  <a:cubicBezTo>
                    <a:pt x="6180" y="7418"/>
                    <a:pt x="6227" y="7430"/>
                    <a:pt x="6275" y="7430"/>
                  </a:cubicBezTo>
                  <a:cubicBezTo>
                    <a:pt x="6322" y="7430"/>
                    <a:pt x="6382" y="7395"/>
                    <a:pt x="6418" y="7359"/>
                  </a:cubicBezTo>
                  <a:cubicBezTo>
                    <a:pt x="7084" y="6549"/>
                    <a:pt x="7442" y="5537"/>
                    <a:pt x="7442" y="4501"/>
                  </a:cubicBezTo>
                  <a:cubicBezTo>
                    <a:pt x="7465" y="2013"/>
                    <a:pt x="5441" y="1"/>
                    <a:pt x="2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0" name="Google Shape;9275;p60">
              <a:extLst>
                <a:ext uri="{FF2B5EF4-FFF2-40B4-BE49-F238E27FC236}">
                  <a16:creationId xmlns:a16="http://schemas.microsoft.com/office/drawing/2014/main" id="{95C3B380-BFC1-08AD-F2F0-A0510E47168D}"/>
                </a:ext>
              </a:extLst>
            </p:cNvPr>
            <p:cNvSpPr/>
            <p:nvPr/>
          </p:nvSpPr>
          <p:spPr>
            <a:xfrm>
              <a:off x="3663668" y="2351699"/>
              <a:ext cx="230668" cy="230668"/>
            </a:xfrm>
            <a:custGeom>
              <a:avLst/>
              <a:gdLst/>
              <a:ahLst/>
              <a:cxnLst/>
              <a:rect l="l" t="t" r="r" b="b"/>
              <a:pathLst>
                <a:path w="7264" h="7264" extrusionOk="0">
                  <a:moveTo>
                    <a:pt x="3632" y="382"/>
                  </a:moveTo>
                  <a:cubicBezTo>
                    <a:pt x="5418" y="382"/>
                    <a:pt x="6871" y="1846"/>
                    <a:pt x="6871" y="3632"/>
                  </a:cubicBezTo>
                  <a:cubicBezTo>
                    <a:pt x="6871" y="5418"/>
                    <a:pt x="5418" y="6871"/>
                    <a:pt x="3632" y="6871"/>
                  </a:cubicBezTo>
                  <a:cubicBezTo>
                    <a:pt x="1846" y="6871"/>
                    <a:pt x="382" y="5418"/>
                    <a:pt x="382" y="3632"/>
                  </a:cubicBezTo>
                  <a:cubicBezTo>
                    <a:pt x="382" y="1846"/>
                    <a:pt x="1846" y="382"/>
                    <a:pt x="3632" y="382"/>
                  </a:cubicBezTo>
                  <a:close/>
                  <a:moveTo>
                    <a:pt x="3632" y="1"/>
                  </a:moveTo>
                  <a:cubicBezTo>
                    <a:pt x="1632" y="1"/>
                    <a:pt x="1" y="1632"/>
                    <a:pt x="1" y="3632"/>
                  </a:cubicBezTo>
                  <a:cubicBezTo>
                    <a:pt x="1" y="5633"/>
                    <a:pt x="1632" y="7264"/>
                    <a:pt x="3632" y="7264"/>
                  </a:cubicBezTo>
                  <a:cubicBezTo>
                    <a:pt x="5644" y="7264"/>
                    <a:pt x="7263" y="5621"/>
                    <a:pt x="7263" y="3632"/>
                  </a:cubicBezTo>
                  <a:cubicBezTo>
                    <a:pt x="7263" y="1620"/>
                    <a:pt x="5620" y="1"/>
                    <a:pt x="3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1" name="Google Shape;9276;p60">
              <a:extLst>
                <a:ext uri="{FF2B5EF4-FFF2-40B4-BE49-F238E27FC236}">
                  <a16:creationId xmlns:a16="http://schemas.microsoft.com/office/drawing/2014/main" id="{87C5515F-F1AC-5037-1F7C-DEE3DB59D35D}"/>
                </a:ext>
              </a:extLst>
            </p:cNvPr>
            <p:cNvSpPr/>
            <p:nvPr/>
          </p:nvSpPr>
          <p:spPr>
            <a:xfrm>
              <a:off x="3933998" y="2289904"/>
              <a:ext cx="52586" cy="355243"/>
            </a:xfrm>
            <a:custGeom>
              <a:avLst/>
              <a:gdLst/>
              <a:ahLst/>
              <a:cxnLst/>
              <a:rect l="l" t="t" r="r" b="b"/>
              <a:pathLst>
                <a:path w="1656" h="11187" extrusionOk="0">
                  <a:moveTo>
                    <a:pt x="1251" y="554"/>
                  </a:moveTo>
                  <a:lnTo>
                    <a:pt x="1251" y="5555"/>
                  </a:lnTo>
                  <a:lnTo>
                    <a:pt x="715" y="5578"/>
                  </a:lnTo>
                  <a:lnTo>
                    <a:pt x="703" y="5578"/>
                  </a:lnTo>
                  <a:cubicBezTo>
                    <a:pt x="693" y="5580"/>
                    <a:pt x="683" y="5580"/>
                    <a:pt x="673" y="5580"/>
                  </a:cubicBezTo>
                  <a:cubicBezTo>
                    <a:pt x="583" y="5580"/>
                    <a:pt x="481" y="5536"/>
                    <a:pt x="417" y="5483"/>
                  </a:cubicBezTo>
                  <a:cubicBezTo>
                    <a:pt x="382" y="5436"/>
                    <a:pt x="370" y="5412"/>
                    <a:pt x="370" y="5412"/>
                  </a:cubicBezTo>
                  <a:lnTo>
                    <a:pt x="370" y="2411"/>
                  </a:lnTo>
                  <a:cubicBezTo>
                    <a:pt x="370" y="1697"/>
                    <a:pt x="703" y="1006"/>
                    <a:pt x="1251" y="554"/>
                  </a:cubicBezTo>
                  <a:close/>
                  <a:moveTo>
                    <a:pt x="1263" y="5959"/>
                  </a:moveTo>
                  <a:cubicBezTo>
                    <a:pt x="1263" y="9448"/>
                    <a:pt x="1275" y="10258"/>
                    <a:pt x="1275" y="10281"/>
                  </a:cubicBezTo>
                  <a:cubicBezTo>
                    <a:pt x="1263" y="10496"/>
                    <a:pt x="1203" y="10769"/>
                    <a:pt x="941" y="10769"/>
                  </a:cubicBezTo>
                  <a:cubicBezTo>
                    <a:pt x="858" y="10769"/>
                    <a:pt x="620" y="10769"/>
                    <a:pt x="620" y="10258"/>
                  </a:cubicBezTo>
                  <a:cubicBezTo>
                    <a:pt x="620" y="10115"/>
                    <a:pt x="667" y="9710"/>
                    <a:pt x="727" y="9246"/>
                  </a:cubicBezTo>
                  <a:cubicBezTo>
                    <a:pt x="822" y="8472"/>
                    <a:pt x="941" y="7400"/>
                    <a:pt x="941" y="6686"/>
                  </a:cubicBezTo>
                  <a:lnTo>
                    <a:pt x="941" y="5959"/>
                  </a:lnTo>
                  <a:close/>
                  <a:moveTo>
                    <a:pt x="1453" y="0"/>
                  </a:moveTo>
                  <a:cubicBezTo>
                    <a:pt x="1420" y="0"/>
                    <a:pt x="1388" y="6"/>
                    <a:pt x="1358" y="18"/>
                  </a:cubicBezTo>
                  <a:cubicBezTo>
                    <a:pt x="524" y="530"/>
                    <a:pt x="1" y="1447"/>
                    <a:pt x="1" y="2435"/>
                  </a:cubicBezTo>
                  <a:lnTo>
                    <a:pt x="1" y="5424"/>
                  </a:lnTo>
                  <a:cubicBezTo>
                    <a:pt x="1" y="5555"/>
                    <a:pt x="60" y="5674"/>
                    <a:pt x="179" y="5781"/>
                  </a:cubicBezTo>
                  <a:cubicBezTo>
                    <a:pt x="286" y="5876"/>
                    <a:pt x="417" y="5936"/>
                    <a:pt x="548" y="5959"/>
                  </a:cubicBezTo>
                  <a:lnTo>
                    <a:pt x="548" y="6709"/>
                  </a:lnTo>
                  <a:cubicBezTo>
                    <a:pt x="548" y="7400"/>
                    <a:pt x="429" y="8460"/>
                    <a:pt x="346" y="9222"/>
                  </a:cubicBezTo>
                  <a:cubicBezTo>
                    <a:pt x="286" y="9710"/>
                    <a:pt x="239" y="10091"/>
                    <a:pt x="239" y="10281"/>
                  </a:cubicBezTo>
                  <a:cubicBezTo>
                    <a:pt x="239" y="11115"/>
                    <a:pt x="774" y="11186"/>
                    <a:pt x="941" y="11186"/>
                  </a:cubicBezTo>
                  <a:cubicBezTo>
                    <a:pt x="1275" y="11186"/>
                    <a:pt x="1656" y="10948"/>
                    <a:pt x="1656" y="10281"/>
                  </a:cubicBezTo>
                  <a:lnTo>
                    <a:pt x="1656" y="185"/>
                  </a:lnTo>
                  <a:cubicBezTo>
                    <a:pt x="1656" y="113"/>
                    <a:pt x="1608" y="54"/>
                    <a:pt x="1548" y="18"/>
                  </a:cubicBezTo>
                  <a:cubicBezTo>
                    <a:pt x="1519" y="6"/>
                    <a:pt x="1486" y="0"/>
                    <a:pt x="14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5" name="Google Shape;9932;p61">
            <a:extLst>
              <a:ext uri="{FF2B5EF4-FFF2-40B4-BE49-F238E27FC236}">
                <a16:creationId xmlns:a16="http://schemas.microsoft.com/office/drawing/2014/main" id="{0B4CD094-EB08-5D9E-A71F-C1B94BDE99A9}"/>
              </a:ext>
            </a:extLst>
          </p:cNvPr>
          <p:cNvGrpSpPr/>
          <p:nvPr/>
        </p:nvGrpSpPr>
        <p:grpSpPr>
          <a:xfrm>
            <a:off x="7268608" y="5812384"/>
            <a:ext cx="411535" cy="315587"/>
            <a:chOff x="3042703" y="1529137"/>
            <a:chExt cx="411535" cy="315587"/>
          </a:xfrm>
          <a:solidFill>
            <a:srgbClr val="00806E"/>
          </a:solidFill>
        </p:grpSpPr>
        <p:sp>
          <p:nvSpPr>
            <p:cNvPr id="1037" name="Google Shape;9933;p61">
              <a:extLst>
                <a:ext uri="{FF2B5EF4-FFF2-40B4-BE49-F238E27FC236}">
                  <a16:creationId xmlns:a16="http://schemas.microsoft.com/office/drawing/2014/main" id="{7F06D868-1EAC-C4C8-F607-ADEC1CC960FE}"/>
                </a:ext>
              </a:extLst>
            </p:cNvPr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8" name="Google Shape;9934;p61">
              <a:extLst>
                <a:ext uri="{FF2B5EF4-FFF2-40B4-BE49-F238E27FC236}">
                  <a16:creationId xmlns:a16="http://schemas.microsoft.com/office/drawing/2014/main" id="{45E4D6F0-204D-F9EB-8757-4A548133FDA9}"/>
                </a:ext>
              </a:extLst>
            </p:cNvPr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9" name="Google Shape;9935;p61">
              <a:extLst>
                <a:ext uri="{FF2B5EF4-FFF2-40B4-BE49-F238E27FC236}">
                  <a16:creationId xmlns:a16="http://schemas.microsoft.com/office/drawing/2014/main" id="{7C1390E0-F29E-85ED-7FE1-63ADB32545CF}"/>
                </a:ext>
              </a:extLst>
            </p:cNvPr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0" name="Google Shape;9936;p61">
              <a:extLst>
                <a:ext uri="{FF2B5EF4-FFF2-40B4-BE49-F238E27FC236}">
                  <a16:creationId xmlns:a16="http://schemas.microsoft.com/office/drawing/2014/main" id="{5E98E9B1-AC3A-ED68-0811-02484BA2DE11}"/>
                </a:ext>
              </a:extLst>
            </p:cNvPr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1" name="Google Shape;9937;p61">
              <a:extLst>
                <a:ext uri="{FF2B5EF4-FFF2-40B4-BE49-F238E27FC236}">
                  <a16:creationId xmlns:a16="http://schemas.microsoft.com/office/drawing/2014/main" id="{31F5275A-494E-EA72-F187-981570DA585E}"/>
                </a:ext>
              </a:extLst>
            </p:cNvPr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2" name="Google Shape;9938;p61">
              <a:extLst>
                <a:ext uri="{FF2B5EF4-FFF2-40B4-BE49-F238E27FC236}">
                  <a16:creationId xmlns:a16="http://schemas.microsoft.com/office/drawing/2014/main" id="{B7412DFD-7ACA-60FD-D163-787A0E5C8498}"/>
                </a:ext>
              </a:extLst>
            </p:cNvPr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3" name="Google Shape;9939;p61">
              <a:extLst>
                <a:ext uri="{FF2B5EF4-FFF2-40B4-BE49-F238E27FC236}">
                  <a16:creationId xmlns:a16="http://schemas.microsoft.com/office/drawing/2014/main" id="{953225A8-EC84-FD93-8699-DD77D950A7FF}"/>
                </a:ext>
              </a:extLst>
            </p:cNvPr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4" name="Google Shape;9940;p61">
              <a:extLst>
                <a:ext uri="{FF2B5EF4-FFF2-40B4-BE49-F238E27FC236}">
                  <a16:creationId xmlns:a16="http://schemas.microsoft.com/office/drawing/2014/main" id="{238361DC-6DFA-FADD-2C68-8E2790AFB768}"/>
                </a:ext>
              </a:extLst>
            </p:cNvPr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5" name="Google Shape;9941;p61">
              <a:extLst>
                <a:ext uri="{FF2B5EF4-FFF2-40B4-BE49-F238E27FC236}">
                  <a16:creationId xmlns:a16="http://schemas.microsoft.com/office/drawing/2014/main" id="{D3A87F3E-3CDD-92CE-9E7B-C2DC6A4371C1}"/>
                </a:ext>
              </a:extLst>
            </p:cNvPr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6" name="Google Shape;9942;p61">
              <a:extLst>
                <a:ext uri="{FF2B5EF4-FFF2-40B4-BE49-F238E27FC236}">
                  <a16:creationId xmlns:a16="http://schemas.microsoft.com/office/drawing/2014/main" id="{C81B121E-C84A-E0AB-2F51-96C5572DD54E}"/>
                </a:ext>
              </a:extLst>
            </p:cNvPr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6" name="Google Shape;11962;p64">
            <a:extLst>
              <a:ext uri="{FF2B5EF4-FFF2-40B4-BE49-F238E27FC236}">
                <a16:creationId xmlns:a16="http://schemas.microsoft.com/office/drawing/2014/main" id="{F980BA50-EF4F-1A0F-94AC-520ED7B5E065}"/>
              </a:ext>
            </a:extLst>
          </p:cNvPr>
          <p:cNvGrpSpPr/>
          <p:nvPr/>
        </p:nvGrpSpPr>
        <p:grpSpPr>
          <a:xfrm>
            <a:off x="7311035" y="6568938"/>
            <a:ext cx="352209" cy="334938"/>
            <a:chOff x="7066548" y="2912594"/>
            <a:chExt cx="352209" cy="334938"/>
          </a:xfrm>
          <a:solidFill>
            <a:srgbClr val="00806E"/>
          </a:solidFill>
        </p:grpSpPr>
        <p:sp>
          <p:nvSpPr>
            <p:cNvPr id="60" name="Google Shape;11963;p64">
              <a:extLst>
                <a:ext uri="{FF2B5EF4-FFF2-40B4-BE49-F238E27FC236}">
                  <a16:creationId xmlns:a16="http://schemas.microsoft.com/office/drawing/2014/main" id="{2624DD7C-B186-8075-6072-EB04E66098C2}"/>
                </a:ext>
              </a:extLst>
            </p:cNvPr>
            <p:cNvSpPr/>
            <p:nvPr/>
          </p:nvSpPr>
          <p:spPr>
            <a:xfrm>
              <a:off x="7066548" y="2912594"/>
              <a:ext cx="219264" cy="266399"/>
            </a:xfrm>
            <a:custGeom>
              <a:avLst/>
              <a:gdLst/>
              <a:ahLst/>
              <a:cxnLst/>
              <a:rect l="l" t="t" r="r" b="b"/>
              <a:pathLst>
                <a:path w="6894" h="8376" extrusionOk="0">
                  <a:moveTo>
                    <a:pt x="6584" y="363"/>
                  </a:moveTo>
                  <a:lnTo>
                    <a:pt x="6584" y="1839"/>
                  </a:lnTo>
                  <a:lnTo>
                    <a:pt x="1774" y="2911"/>
                  </a:lnTo>
                  <a:lnTo>
                    <a:pt x="1774" y="1434"/>
                  </a:lnTo>
                  <a:lnTo>
                    <a:pt x="6584" y="363"/>
                  </a:lnTo>
                  <a:close/>
                  <a:moveTo>
                    <a:pt x="6584" y="2137"/>
                  </a:moveTo>
                  <a:lnTo>
                    <a:pt x="6584" y="6078"/>
                  </a:lnTo>
                  <a:cubicBezTo>
                    <a:pt x="6584" y="6209"/>
                    <a:pt x="6525" y="6423"/>
                    <a:pt x="6346" y="6578"/>
                  </a:cubicBezTo>
                  <a:cubicBezTo>
                    <a:pt x="6203" y="6721"/>
                    <a:pt x="5989" y="6863"/>
                    <a:pt x="5596" y="6863"/>
                  </a:cubicBezTo>
                  <a:cubicBezTo>
                    <a:pt x="5191" y="6863"/>
                    <a:pt x="4882" y="6625"/>
                    <a:pt x="4882" y="6328"/>
                  </a:cubicBezTo>
                  <a:cubicBezTo>
                    <a:pt x="4882" y="6030"/>
                    <a:pt x="5215" y="5792"/>
                    <a:pt x="5596" y="5792"/>
                  </a:cubicBezTo>
                  <a:cubicBezTo>
                    <a:pt x="5751" y="5792"/>
                    <a:pt x="5906" y="5840"/>
                    <a:pt x="6084" y="5899"/>
                  </a:cubicBezTo>
                  <a:cubicBezTo>
                    <a:pt x="6104" y="5904"/>
                    <a:pt x="6126" y="5907"/>
                    <a:pt x="6148" y="5907"/>
                  </a:cubicBezTo>
                  <a:cubicBezTo>
                    <a:pt x="6179" y="5907"/>
                    <a:pt x="6211" y="5901"/>
                    <a:pt x="6239" y="5887"/>
                  </a:cubicBezTo>
                  <a:cubicBezTo>
                    <a:pt x="6287" y="5851"/>
                    <a:pt x="6311" y="5804"/>
                    <a:pt x="6311" y="5744"/>
                  </a:cubicBezTo>
                  <a:lnTo>
                    <a:pt x="6311" y="2196"/>
                  </a:lnTo>
                  <a:lnTo>
                    <a:pt x="6584" y="2137"/>
                  </a:lnTo>
                  <a:close/>
                  <a:moveTo>
                    <a:pt x="6735" y="1"/>
                  </a:moveTo>
                  <a:cubicBezTo>
                    <a:pt x="6724" y="1"/>
                    <a:pt x="6713" y="2"/>
                    <a:pt x="6704" y="5"/>
                  </a:cubicBezTo>
                  <a:lnTo>
                    <a:pt x="1560" y="1137"/>
                  </a:lnTo>
                  <a:cubicBezTo>
                    <a:pt x="1489" y="1148"/>
                    <a:pt x="1429" y="1220"/>
                    <a:pt x="1429" y="1303"/>
                  </a:cubicBezTo>
                  <a:lnTo>
                    <a:pt x="1429" y="3101"/>
                  </a:lnTo>
                  <a:lnTo>
                    <a:pt x="1429" y="4030"/>
                  </a:lnTo>
                  <a:cubicBezTo>
                    <a:pt x="1429" y="4113"/>
                    <a:pt x="1500" y="4185"/>
                    <a:pt x="1596" y="4185"/>
                  </a:cubicBezTo>
                  <a:cubicBezTo>
                    <a:pt x="1679" y="4185"/>
                    <a:pt x="1751" y="4113"/>
                    <a:pt x="1751" y="4030"/>
                  </a:cubicBezTo>
                  <a:lnTo>
                    <a:pt x="1751" y="3232"/>
                  </a:lnTo>
                  <a:lnTo>
                    <a:pt x="2024" y="3173"/>
                  </a:lnTo>
                  <a:lnTo>
                    <a:pt x="2024" y="7304"/>
                  </a:lnTo>
                  <a:cubicBezTo>
                    <a:pt x="2024" y="7459"/>
                    <a:pt x="1858" y="8078"/>
                    <a:pt x="1036" y="8078"/>
                  </a:cubicBezTo>
                  <a:cubicBezTo>
                    <a:pt x="643" y="8078"/>
                    <a:pt x="322" y="7840"/>
                    <a:pt x="322" y="7542"/>
                  </a:cubicBezTo>
                  <a:cubicBezTo>
                    <a:pt x="322" y="7244"/>
                    <a:pt x="655" y="7006"/>
                    <a:pt x="1036" y="7006"/>
                  </a:cubicBezTo>
                  <a:cubicBezTo>
                    <a:pt x="1191" y="7006"/>
                    <a:pt x="1358" y="7042"/>
                    <a:pt x="1536" y="7102"/>
                  </a:cubicBezTo>
                  <a:cubicBezTo>
                    <a:pt x="1552" y="7112"/>
                    <a:pt x="1573" y="7118"/>
                    <a:pt x="1596" y="7118"/>
                  </a:cubicBezTo>
                  <a:cubicBezTo>
                    <a:pt x="1623" y="7118"/>
                    <a:pt x="1653" y="7109"/>
                    <a:pt x="1679" y="7090"/>
                  </a:cubicBezTo>
                  <a:cubicBezTo>
                    <a:pt x="1727" y="7066"/>
                    <a:pt x="1751" y="7018"/>
                    <a:pt x="1751" y="6959"/>
                  </a:cubicBezTo>
                  <a:lnTo>
                    <a:pt x="1751" y="4744"/>
                  </a:lnTo>
                  <a:cubicBezTo>
                    <a:pt x="1751" y="4649"/>
                    <a:pt x="1679" y="4577"/>
                    <a:pt x="1596" y="4577"/>
                  </a:cubicBezTo>
                  <a:cubicBezTo>
                    <a:pt x="1500" y="4577"/>
                    <a:pt x="1429" y="4649"/>
                    <a:pt x="1429" y="4744"/>
                  </a:cubicBezTo>
                  <a:lnTo>
                    <a:pt x="1429" y="6732"/>
                  </a:lnTo>
                  <a:cubicBezTo>
                    <a:pt x="1298" y="6709"/>
                    <a:pt x="1167" y="6673"/>
                    <a:pt x="1048" y="6673"/>
                  </a:cubicBezTo>
                  <a:cubicBezTo>
                    <a:pt x="465" y="6673"/>
                    <a:pt x="0" y="7066"/>
                    <a:pt x="0" y="7518"/>
                  </a:cubicBezTo>
                  <a:cubicBezTo>
                    <a:pt x="0" y="7995"/>
                    <a:pt x="465" y="8376"/>
                    <a:pt x="1048" y="8376"/>
                  </a:cubicBezTo>
                  <a:cubicBezTo>
                    <a:pt x="1596" y="8376"/>
                    <a:pt x="1905" y="8137"/>
                    <a:pt x="2072" y="7935"/>
                  </a:cubicBezTo>
                  <a:cubicBezTo>
                    <a:pt x="2274" y="7697"/>
                    <a:pt x="2358" y="7435"/>
                    <a:pt x="2358" y="7268"/>
                  </a:cubicBezTo>
                  <a:lnTo>
                    <a:pt x="2358" y="3089"/>
                  </a:lnTo>
                  <a:lnTo>
                    <a:pt x="5965" y="2280"/>
                  </a:lnTo>
                  <a:lnTo>
                    <a:pt x="5965" y="5542"/>
                  </a:lnTo>
                  <a:cubicBezTo>
                    <a:pt x="5834" y="5518"/>
                    <a:pt x="5703" y="5482"/>
                    <a:pt x="5584" y="5482"/>
                  </a:cubicBezTo>
                  <a:cubicBezTo>
                    <a:pt x="5001" y="5482"/>
                    <a:pt x="4537" y="5875"/>
                    <a:pt x="4537" y="6328"/>
                  </a:cubicBezTo>
                  <a:cubicBezTo>
                    <a:pt x="4537" y="6804"/>
                    <a:pt x="5001" y="7185"/>
                    <a:pt x="5584" y="7185"/>
                  </a:cubicBezTo>
                  <a:cubicBezTo>
                    <a:pt x="6477" y="7185"/>
                    <a:pt x="6894" y="6506"/>
                    <a:pt x="6894" y="6054"/>
                  </a:cubicBezTo>
                  <a:lnTo>
                    <a:pt x="6894" y="1922"/>
                  </a:lnTo>
                  <a:lnTo>
                    <a:pt x="6894" y="125"/>
                  </a:lnTo>
                  <a:cubicBezTo>
                    <a:pt x="6894" y="113"/>
                    <a:pt x="6882" y="65"/>
                    <a:pt x="6834" y="29"/>
                  </a:cubicBezTo>
                  <a:cubicBezTo>
                    <a:pt x="6800" y="12"/>
                    <a:pt x="6765" y="1"/>
                    <a:pt x="67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2" name="Google Shape;11964;p64">
              <a:extLst>
                <a:ext uri="{FF2B5EF4-FFF2-40B4-BE49-F238E27FC236}">
                  <a16:creationId xmlns:a16="http://schemas.microsoft.com/office/drawing/2014/main" id="{492C20C1-2EDA-3CF1-F9D1-2FADF58E2E88}"/>
                </a:ext>
              </a:extLst>
            </p:cNvPr>
            <p:cNvSpPr/>
            <p:nvPr/>
          </p:nvSpPr>
          <p:spPr>
            <a:xfrm>
              <a:off x="7262690" y="2968571"/>
              <a:ext cx="156067" cy="278962"/>
            </a:xfrm>
            <a:custGeom>
              <a:avLst/>
              <a:gdLst/>
              <a:ahLst/>
              <a:cxnLst/>
              <a:rect l="l" t="t" r="r" b="b"/>
              <a:pathLst>
                <a:path w="4907" h="8771" extrusionOk="0">
                  <a:moveTo>
                    <a:pt x="1928" y="0"/>
                  </a:moveTo>
                  <a:cubicBezTo>
                    <a:pt x="1909" y="0"/>
                    <a:pt x="1889" y="3"/>
                    <a:pt x="1870" y="8"/>
                  </a:cubicBezTo>
                  <a:cubicBezTo>
                    <a:pt x="1787" y="31"/>
                    <a:pt x="1727" y="103"/>
                    <a:pt x="1727" y="210"/>
                  </a:cubicBezTo>
                  <a:lnTo>
                    <a:pt x="1727" y="3746"/>
                  </a:lnTo>
                  <a:cubicBezTo>
                    <a:pt x="1727" y="3841"/>
                    <a:pt x="1799" y="3913"/>
                    <a:pt x="1882" y="3913"/>
                  </a:cubicBezTo>
                  <a:cubicBezTo>
                    <a:pt x="1977" y="3913"/>
                    <a:pt x="2049" y="3841"/>
                    <a:pt x="2049" y="3746"/>
                  </a:cubicBezTo>
                  <a:lnTo>
                    <a:pt x="2049" y="627"/>
                  </a:lnTo>
                  <a:cubicBezTo>
                    <a:pt x="2108" y="734"/>
                    <a:pt x="2180" y="853"/>
                    <a:pt x="2275" y="972"/>
                  </a:cubicBezTo>
                  <a:lnTo>
                    <a:pt x="2287" y="984"/>
                  </a:lnTo>
                  <a:lnTo>
                    <a:pt x="2322" y="1008"/>
                  </a:lnTo>
                  <a:lnTo>
                    <a:pt x="2334" y="1032"/>
                  </a:lnTo>
                  <a:cubicBezTo>
                    <a:pt x="2858" y="1770"/>
                    <a:pt x="3346" y="2246"/>
                    <a:pt x="3787" y="2425"/>
                  </a:cubicBezTo>
                  <a:cubicBezTo>
                    <a:pt x="4180" y="2591"/>
                    <a:pt x="4370" y="3091"/>
                    <a:pt x="4466" y="3508"/>
                  </a:cubicBezTo>
                  <a:cubicBezTo>
                    <a:pt x="4525" y="3782"/>
                    <a:pt x="4549" y="4068"/>
                    <a:pt x="4573" y="4306"/>
                  </a:cubicBezTo>
                  <a:cubicBezTo>
                    <a:pt x="4216" y="3853"/>
                    <a:pt x="3573" y="3175"/>
                    <a:pt x="2561" y="2794"/>
                  </a:cubicBezTo>
                  <a:cubicBezTo>
                    <a:pt x="2543" y="2789"/>
                    <a:pt x="2524" y="2787"/>
                    <a:pt x="2505" y="2787"/>
                  </a:cubicBezTo>
                  <a:cubicBezTo>
                    <a:pt x="2471" y="2787"/>
                    <a:pt x="2436" y="2795"/>
                    <a:pt x="2406" y="2817"/>
                  </a:cubicBezTo>
                  <a:cubicBezTo>
                    <a:pt x="2358" y="2841"/>
                    <a:pt x="2334" y="2889"/>
                    <a:pt x="2334" y="2948"/>
                  </a:cubicBezTo>
                  <a:lnTo>
                    <a:pt x="2334" y="7366"/>
                  </a:lnTo>
                  <a:cubicBezTo>
                    <a:pt x="2334" y="7735"/>
                    <a:pt x="1894" y="8437"/>
                    <a:pt x="1191" y="8437"/>
                  </a:cubicBezTo>
                  <a:cubicBezTo>
                    <a:pt x="727" y="8437"/>
                    <a:pt x="334" y="8151"/>
                    <a:pt x="334" y="7818"/>
                  </a:cubicBezTo>
                  <a:cubicBezTo>
                    <a:pt x="334" y="7473"/>
                    <a:pt x="727" y="7187"/>
                    <a:pt x="1191" y="7187"/>
                  </a:cubicBezTo>
                  <a:cubicBezTo>
                    <a:pt x="1382" y="7187"/>
                    <a:pt x="1620" y="7247"/>
                    <a:pt x="1822" y="7354"/>
                  </a:cubicBezTo>
                  <a:cubicBezTo>
                    <a:pt x="1841" y="7363"/>
                    <a:pt x="1861" y="7367"/>
                    <a:pt x="1881" y="7367"/>
                  </a:cubicBezTo>
                  <a:cubicBezTo>
                    <a:pt x="1914" y="7367"/>
                    <a:pt x="1948" y="7357"/>
                    <a:pt x="1977" y="7342"/>
                  </a:cubicBezTo>
                  <a:cubicBezTo>
                    <a:pt x="2013" y="7306"/>
                    <a:pt x="2049" y="7258"/>
                    <a:pt x="2049" y="7199"/>
                  </a:cubicBezTo>
                  <a:lnTo>
                    <a:pt x="2049" y="4520"/>
                  </a:lnTo>
                  <a:cubicBezTo>
                    <a:pt x="2049" y="4437"/>
                    <a:pt x="1977" y="4365"/>
                    <a:pt x="1882" y="4365"/>
                  </a:cubicBezTo>
                  <a:cubicBezTo>
                    <a:pt x="1799" y="4365"/>
                    <a:pt x="1727" y="4437"/>
                    <a:pt x="1727" y="4520"/>
                  </a:cubicBezTo>
                  <a:lnTo>
                    <a:pt x="1727" y="6961"/>
                  </a:lnTo>
                  <a:cubicBezTo>
                    <a:pt x="1525" y="6901"/>
                    <a:pt x="1334" y="6866"/>
                    <a:pt x="1168" y="6866"/>
                  </a:cubicBezTo>
                  <a:cubicBezTo>
                    <a:pt x="537" y="6866"/>
                    <a:pt x="1" y="7294"/>
                    <a:pt x="1" y="7818"/>
                  </a:cubicBezTo>
                  <a:cubicBezTo>
                    <a:pt x="1" y="8330"/>
                    <a:pt x="513" y="8771"/>
                    <a:pt x="1168" y="8771"/>
                  </a:cubicBezTo>
                  <a:cubicBezTo>
                    <a:pt x="1584" y="8771"/>
                    <a:pt x="1977" y="8592"/>
                    <a:pt x="2263" y="8259"/>
                  </a:cubicBezTo>
                  <a:cubicBezTo>
                    <a:pt x="2489" y="7997"/>
                    <a:pt x="2644" y="7651"/>
                    <a:pt x="2644" y="7366"/>
                  </a:cubicBezTo>
                  <a:lnTo>
                    <a:pt x="2644" y="3187"/>
                  </a:lnTo>
                  <a:cubicBezTo>
                    <a:pt x="3775" y="3675"/>
                    <a:pt x="4382" y="4568"/>
                    <a:pt x="4549" y="4842"/>
                  </a:cubicBezTo>
                  <a:cubicBezTo>
                    <a:pt x="4589" y="4901"/>
                    <a:pt x="4654" y="4928"/>
                    <a:pt x="4723" y="4928"/>
                  </a:cubicBezTo>
                  <a:cubicBezTo>
                    <a:pt x="4736" y="4928"/>
                    <a:pt x="4750" y="4927"/>
                    <a:pt x="4763" y="4925"/>
                  </a:cubicBezTo>
                  <a:cubicBezTo>
                    <a:pt x="4847" y="4901"/>
                    <a:pt x="4894" y="4818"/>
                    <a:pt x="4894" y="4746"/>
                  </a:cubicBezTo>
                  <a:cubicBezTo>
                    <a:pt x="4906" y="4544"/>
                    <a:pt x="4894" y="3996"/>
                    <a:pt x="4763" y="3460"/>
                  </a:cubicBezTo>
                  <a:cubicBezTo>
                    <a:pt x="4597" y="2758"/>
                    <a:pt x="4311" y="2329"/>
                    <a:pt x="3894" y="2151"/>
                  </a:cubicBezTo>
                  <a:cubicBezTo>
                    <a:pt x="3513" y="1984"/>
                    <a:pt x="3061" y="1555"/>
                    <a:pt x="2584" y="865"/>
                  </a:cubicBezTo>
                  <a:cubicBezTo>
                    <a:pt x="2572" y="841"/>
                    <a:pt x="2561" y="805"/>
                    <a:pt x="2525" y="781"/>
                  </a:cubicBezTo>
                  <a:cubicBezTo>
                    <a:pt x="2346" y="508"/>
                    <a:pt x="2203" y="270"/>
                    <a:pt x="2108" y="103"/>
                  </a:cubicBezTo>
                  <a:cubicBezTo>
                    <a:pt x="2070" y="36"/>
                    <a:pt x="2002" y="0"/>
                    <a:pt x="1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3" name="Google Shape;11965;p64">
              <a:extLst>
                <a:ext uri="{FF2B5EF4-FFF2-40B4-BE49-F238E27FC236}">
                  <a16:creationId xmlns:a16="http://schemas.microsoft.com/office/drawing/2014/main" id="{C978B555-3CFF-1EEB-9225-9DA0A643AA8A}"/>
                </a:ext>
              </a:extLst>
            </p:cNvPr>
            <p:cNvSpPr/>
            <p:nvPr/>
          </p:nvSpPr>
          <p:spPr>
            <a:xfrm>
              <a:off x="7356610" y="3200843"/>
              <a:ext cx="58362" cy="24363"/>
            </a:xfrm>
            <a:custGeom>
              <a:avLst/>
              <a:gdLst/>
              <a:ahLst/>
              <a:cxnLst/>
              <a:rect l="l" t="t" r="r" b="b"/>
              <a:pathLst>
                <a:path w="1835" h="766" extrusionOk="0">
                  <a:moveTo>
                    <a:pt x="1669" y="1"/>
                  </a:moveTo>
                  <a:cubicBezTo>
                    <a:pt x="1636" y="1"/>
                    <a:pt x="1603" y="13"/>
                    <a:pt x="1572" y="39"/>
                  </a:cubicBezTo>
                  <a:cubicBezTo>
                    <a:pt x="1572" y="39"/>
                    <a:pt x="1120" y="348"/>
                    <a:pt x="155" y="444"/>
                  </a:cubicBezTo>
                  <a:cubicBezTo>
                    <a:pt x="60" y="456"/>
                    <a:pt x="0" y="527"/>
                    <a:pt x="0" y="622"/>
                  </a:cubicBezTo>
                  <a:cubicBezTo>
                    <a:pt x="24" y="706"/>
                    <a:pt x="84" y="765"/>
                    <a:pt x="167" y="765"/>
                  </a:cubicBezTo>
                  <a:lnTo>
                    <a:pt x="179" y="765"/>
                  </a:lnTo>
                  <a:cubicBezTo>
                    <a:pt x="1263" y="658"/>
                    <a:pt x="1739" y="325"/>
                    <a:pt x="1763" y="301"/>
                  </a:cubicBezTo>
                  <a:cubicBezTo>
                    <a:pt x="1822" y="229"/>
                    <a:pt x="1834" y="146"/>
                    <a:pt x="1786" y="63"/>
                  </a:cubicBezTo>
                  <a:cubicBezTo>
                    <a:pt x="1753" y="22"/>
                    <a:pt x="1711" y="1"/>
                    <a:pt x="1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4" name="Google Shape;11966;p64">
              <a:extLst>
                <a:ext uri="{FF2B5EF4-FFF2-40B4-BE49-F238E27FC236}">
                  <a16:creationId xmlns:a16="http://schemas.microsoft.com/office/drawing/2014/main" id="{A9A96372-1B3E-9ECC-FD65-5C7707D4750C}"/>
                </a:ext>
              </a:extLst>
            </p:cNvPr>
            <p:cNvSpPr/>
            <p:nvPr/>
          </p:nvSpPr>
          <p:spPr>
            <a:xfrm>
              <a:off x="7068806" y="3188821"/>
              <a:ext cx="179539" cy="24617"/>
            </a:xfrm>
            <a:custGeom>
              <a:avLst/>
              <a:gdLst/>
              <a:ahLst/>
              <a:cxnLst/>
              <a:rect l="l" t="t" r="r" b="b"/>
              <a:pathLst>
                <a:path w="5645" h="774" extrusionOk="0">
                  <a:moveTo>
                    <a:pt x="1675" y="1"/>
                  </a:moveTo>
                  <a:cubicBezTo>
                    <a:pt x="1452" y="1"/>
                    <a:pt x="1243" y="9"/>
                    <a:pt x="1048" y="24"/>
                  </a:cubicBezTo>
                  <a:cubicBezTo>
                    <a:pt x="632" y="60"/>
                    <a:pt x="322" y="131"/>
                    <a:pt x="144" y="202"/>
                  </a:cubicBezTo>
                  <a:cubicBezTo>
                    <a:pt x="36" y="250"/>
                    <a:pt x="1" y="369"/>
                    <a:pt x="84" y="464"/>
                  </a:cubicBezTo>
                  <a:cubicBezTo>
                    <a:pt x="106" y="502"/>
                    <a:pt x="147" y="520"/>
                    <a:pt x="189" y="520"/>
                  </a:cubicBezTo>
                  <a:cubicBezTo>
                    <a:pt x="215" y="520"/>
                    <a:pt x="240" y="514"/>
                    <a:pt x="263" y="500"/>
                  </a:cubicBezTo>
                  <a:cubicBezTo>
                    <a:pt x="394" y="441"/>
                    <a:pt x="656" y="369"/>
                    <a:pt x="1168" y="345"/>
                  </a:cubicBezTo>
                  <a:cubicBezTo>
                    <a:pt x="1340" y="332"/>
                    <a:pt x="1521" y="327"/>
                    <a:pt x="1709" y="327"/>
                  </a:cubicBezTo>
                  <a:cubicBezTo>
                    <a:pt x="2909" y="327"/>
                    <a:pt x="4373" y="568"/>
                    <a:pt x="5454" y="774"/>
                  </a:cubicBezTo>
                  <a:lnTo>
                    <a:pt x="5478" y="774"/>
                  </a:lnTo>
                  <a:cubicBezTo>
                    <a:pt x="5561" y="774"/>
                    <a:pt x="5632" y="714"/>
                    <a:pt x="5644" y="643"/>
                  </a:cubicBezTo>
                  <a:cubicBezTo>
                    <a:pt x="5644" y="560"/>
                    <a:pt x="5585" y="488"/>
                    <a:pt x="5513" y="464"/>
                  </a:cubicBezTo>
                  <a:cubicBezTo>
                    <a:pt x="3958" y="153"/>
                    <a:pt x="2672" y="1"/>
                    <a:pt x="16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5" name="Google Shape;11967;p64">
              <a:extLst>
                <a:ext uri="{FF2B5EF4-FFF2-40B4-BE49-F238E27FC236}">
                  <a16:creationId xmlns:a16="http://schemas.microsoft.com/office/drawing/2014/main" id="{9F3AEA39-9A05-73F2-E9F1-164E6A8B8898}"/>
                </a:ext>
              </a:extLst>
            </p:cNvPr>
            <p:cNvSpPr/>
            <p:nvPr/>
          </p:nvSpPr>
          <p:spPr>
            <a:xfrm>
              <a:off x="7361158" y="3154726"/>
              <a:ext cx="49997" cy="20482"/>
            </a:xfrm>
            <a:custGeom>
              <a:avLst/>
              <a:gdLst/>
              <a:ahLst/>
              <a:cxnLst/>
              <a:rect l="l" t="t" r="r" b="b"/>
              <a:pathLst>
                <a:path w="1572" h="644" extrusionOk="0">
                  <a:moveTo>
                    <a:pt x="1375" y="1"/>
                  </a:moveTo>
                  <a:cubicBezTo>
                    <a:pt x="1352" y="1"/>
                    <a:pt x="1330" y="5"/>
                    <a:pt x="1310" y="12"/>
                  </a:cubicBezTo>
                  <a:cubicBezTo>
                    <a:pt x="1131" y="120"/>
                    <a:pt x="750" y="251"/>
                    <a:pt x="143" y="310"/>
                  </a:cubicBezTo>
                  <a:cubicBezTo>
                    <a:pt x="60" y="322"/>
                    <a:pt x="0" y="382"/>
                    <a:pt x="0" y="477"/>
                  </a:cubicBezTo>
                  <a:cubicBezTo>
                    <a:pt x="0" y="560"/>
                    <a:pt x="72" y="643"/>
                    <a:pt x="155" y="643"/>
                  </a:cubicBezTo>
                  <a:lnTo>
                    <a:pt x="179" y="643"/>
                  </a:lnTo>
                  <a:cubicBezTo>
                    <a:pt x="881" y="584"/>
                    <a:pt x="1274" y="417"/>
                    <a:pt x="1465" y="310"/>
                  </a:cubicBezTo>
                  <a:cubicBezTo>
                    <a:pt x="1560" y="251"/>
                    <a:pt x="1572" y="120"/>
                    <a:pt x="1501" y="48"/>
                  </a:cubicBezTo>
                  <a:cubicBezTo>
                    <a:pt x="1469" y="16"/>
                    <a:pt x="1421" y="1"/>
                    <a:pt x="13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6" name="Google Shape;11968;p64">
              <a:extLst>
                <a:ext uri="{FF2B5EF4-FFF2-40B4-BE49-F238E27FC236}">
                  <a16:creationId xmlns:a16="http://schemas.microsoft.com/office/drawing/2014/main" id="{3B4AFE79-C2D5-1FB9-249F-3C169335120C}"/>
                </a:ext>
              </a:extLst>
            </p:cNvPr>
            <p:cNvSpPr/>
            <p:nvPr/>
          </p:nvSpPr>
          <p:spPr>
            <a:xfrm>
              <a:off x="7155920" y="3139523"/>
              <a:ext cx="148084" cy="33045"/>
            </a:xfrm>
            <a:custGeom>
              <a:avLst/>
              <a:gdLst/>
              <a:ahLst/>
              <a:cxnLst/>
              <a:rect l="l" t="t" r="r" b="b"/>
              <a:pathLst>
                <a:path w="4656" h="1039" extrusionOk="0">
                  <a:moveTo>
                    <a:pt x="172" y="1"/>
                  </a:moveTo>
                  <a:cubicBezTo>
                    <a:pt x="97" y="1"/>
                    <a:pt x="34" y="68"/>
                    <a:pt x="12" y="145"/>
                  </a:cubicBezTo>
                  <a:cubicBezTo>
                    <a:pt x="0" y="240"/>
                    <a:pt x="84" y="312"/>
                    <a:pt x="167" y="324"/>
                  </a:cubicBezTo>
                  <a:cubicBezTo>
                    <a:pt x="726" y="383"/>
                    <a:pt x="1536" y="526"/>
                    <a:pt x="2489" y="705"/>
                  </a:cubicBezTo>
                  <a:cubicBezTo>
                    <a:pt x="3382" y="883"/>
                    <a:pt x="4001" y="979"/>
                    <a:pt x="4477" y="1038"/>
                  </a:cubicBezTo>
                  <a:lnTo>
                    <a:pt x="4501" y="1038"/>
                  </a:lnTo>
                  <a:cubicBezTo>
                    <a:pt x="4572" y="1038"/>
                    <a:pt x="4644" y="979"/>
                    <a:pt x="4656" y="895"/>
                  </a:cubicBezTo>
                  <a:cubicBezTo>
                    <a:pt x="4644" y="824"/>
                    <a:pt x="4584" y="740"/>
                    <a:pt x="4501" y="729"/>
                  </a:cubicBezTo>
                  <a:cubicBezTo>
                    <a:pt x="4036" y="669"/>
                    <a:pt x="3417" y="562"/>
                    <a:pt x="2536" y="383"/>
                  </a:cubicBezTo>
                  <a:cubicBezTo>
                    <a:pt x="1584" y="193"/>
                    <a:pt x="762" y="62"/>
                    <a:pt x="191" y="2"/>
                  </a:cubicBezTo>
                  <a:cubicBezTo>
                    <a:pt x="185" y="1"/>
                    <a:pt x="178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7" name="Google Shape;9735;p61">
            <a:extLst>
              <a:ext uri="{FF2B5EF4-FFF2-40B4-BE49-F238E27FC236}">
                <a16:creationId xmlns:a16="http://schemas.microsoft.com/office/drawing/2014/main" id="{6C822D60-1C83-6E9B-C9F8-C9A3909EB7B7}"/>
              </a:ext>
            </a:extLst>
          </p:cNvPr>
          <p:cNvGrpSpPr/>
          <p:nvPr/>
        </p:nvGrpSpPr>
        <p:grpSpPr>
          <a:xfrm>
            <a:off x="7316008" y="7256510"/>
            <a:ext cx="364135" cy="359930"/>
            <a:chOff x="2174559" y="3356116"/>
            <a:chExt cx="364135" cy="359930"/>
          </a:xfrm>
          <a:solidFill>
            <a:srgbClr val="00806E"/>
          </a:solidFill>
        </p:grpSpPr>
        <p:sp>
          <p:nvSpPr>
            <p:cNvPr id="58" name="Google Shape;9736;p61">
              <a:extLst>
                <a:ext uri="{FF2B5EF4-FFF2-40B4-BE49-F238E27FC236}">
                  <a16:creationId xmlns:a16="http://schemas.microsoft.com/office/drawing/2014/main" id="{B729ED74-A0D3-1B04-29B1-43A5861F4FA7}"/>
                </a:ext>
              </a:extLst>
            </p:cNvPr>
            <p:cNvSpPr/>
            <p:nvPr/>
          </p:nvSpPr>
          <p:spPr>
            <a:xfrm>
              <a:off x="2273915" y="3452414"/>
              <a:ext cx="166920" cy="166920"/>
            </a:xfrm>
            <a:custGeom>
              <a:avLst/>
              <a:gdLst/>
              <a:ahLst/>
              <a:cxnLst/>
              <a:rect l="l" t="t" r="r" b="b"/>
              <a:pathLst>
                <a:path w="5240" h="5240" extrusionOk="0">
                  <a:moveTo>
                    <a:pt x="4715" y="358"/>
                  </a:moveTo>
                  <a:cubicBezTo>
                    <a:pt x="4763" y="358"/>
                    <a:pt x="4787" y="370"/>
                    <a:pt x="4811" y="406"/>
                  </a:cubicBezTo>
                  <a:cubicBezTo>
                    <a:pt x="4846" y="429"/>
                    <a:pt x="4858" y="477"/>
                    <a:pt x="4858" y="513"/>
                  </a:cubicBezTo>
                  <a:cubicBezTo>
                    <a:pt x="4858" y="548"/>
                    <a:pt x="4846" y="584"/>
                    <a:pt x="4811" y="608"/>
                  </a:cubicBezTo>
                  <a:lnTo>
                    <a:pt x="4418" y="1013"/>
                  </a:lnTo>
                  <a:lnTo>
                    <a:pt x="4192" y="787"/>
                  </a:lnTo>
                  <a:lnTo>
                    <a:pt x="4608" y="406"/>
                  </a:lnTo>
                  <a:cubicBezTo>
                    <a:pt x="4644" y="370"/>
                    <a:pt x="4680" y="358"/>
                    <a:pt x="4715" y="358"/>
                  </a:cubicBezTo>
                  <a:close/>
                  <a:moveTo>
                    <a:pt x="3965" y="1048"/>
                  </a:moveTo>
                  <a:lnTo>
                    <a:pt x="4192" y="1263"/>
                  </a:lnTo>
                  <a:lnTo>
                    <a:pt x="3358" y="2084"/>
                  </a:lnTo>
                  <a:lnTo>
                    <a:pt x="3132" y="1858"/>
                  </a:lnTo>
                  <a:lnTo>
                    <a:pt x="3965" y="1048"/>
                  </a:lnTo>
                  <a:close/>
                  <a:moveTo>
                    <a:pt x="2894" y="2096"/>
                  </a:moveTo>
                  <a:lnTo>
                    <a:pt x="3120" y="2322"/>
                  </a:lnTo>
                  <a:lnTo>
                    <a:pt x="2287" y="3156"/>
                  </a:lnTo>
                  <a:lnTo>
                    <a:pt x="2060" y="2930"/>
                  </a:lnTo>
                  <a:lnTo>
                    <a:pt x="2894" y="2096"/>
                  </a:lnTo>
                  <a:close/>
                  <a:moveTo>
                    <a:pt x="1846" y="3168"/>
                  </a:moveTo>
                  <a:lnTo>
                    <a:pt x="2060" y="3394"/>
                  </a:lnTo>
                  <a:lnTo>
                    <a:pt x="1227" y="4227"/>
                  </a:lnTo>
                  <a:lnTo>
                    <a:pt x="1013" y="4001"/>
                  </a:lnTo>
                  <a:lnTo>
                    <a:pt x="1846" y="3168"/>
                  </a:lnTo>
                  <a:close/>
                  <a:moveTo>
                    <a:pt x="774" y="4227"/>
                  </a:moveTo>
                  <a:lnTo>
                    <a:pt x="989" y="4454"/>
                  </a:lnTo>
                  <a:lnTo>
                    <a:pt x="596" y="4858"/>
                  </a:lnTo>
                  <a:cubicBezTo>
                    <a:pt x="560" y="4882"/>
                    <a:pt x="513" y="4894"/>
                    <a:pt x="489" y="4894"/>
                  </a:cubicBezTo>
                  <a:cubicBezTo>
                    <a:pt x="441" y="4894"/>
                    <a:pt x="417" y="4882"/>
                    <a:pt x="382" y="4858"/>
                  </a:cubicBezTo>
                  <a:cubicBezTo>
                    <a:pt x="358" y="4823"/>
                    <a:pt x="334" y="4775"/>
                    <a:pt x="334" y="4751"/>
                  </a:cubicBezTo>
                  <a:cubicBezTo>
                    <a:pt x="322" y="4704"/>
                    <a:pt x="334" y="4656"/>
                    <a:pt x="370" y="4632"/>
                  </a:cubicBezTo>
                  <a:lnTo>
                    <a:pt x="774" y="4227"/>
                  </a:lnTo>
                  <a:close/>
                  <a:moveTo>
                    <a:pt x="4739" y="1"/>
                  </a:moveTo>
                  <a:cubicBezTo>
                    <a:pt x="4608" y="1"/>
                    <a:pt x="4489" y="48"/>
                    <a:pt x="4406" y="144"/>
                  </a:cubicBezTo>
                  <a:lnTo>
                    <a:pt x="4001" y="548"/>
                  </a:lnTo>
                  <a:lnTo>
                    <a:pt x="3846" y="406"/>
                  </a:lnTo>
                  <a:cubicBezTo>
                    <a:pt x="3816" y="376"/>
                    <a:pt x="3772" y="361"/>
                    <a:pt x="3727" y="361"/>
                  </a:cubicBezTo>
                  <a:cubicBezTo>
                    <a:pt x="3683" y="361"/>
                    <a:pt x="3638" y="376"/>
                    <a:pt x="3608" y="406"/>
                  </a:cubicBezTo>
                  <a:cubicBezTo>
                    <a:pt x="3549" y="465"/>
                    <a:pt x="3549" y="584"/>
                    <a:pt x="3608" y="644"/>
                  </a:cubicBezTo>
                  <a:lnTo>
                    <a:pt x="3763" y="787"/>
                  </a:lnTo>
                  <a:lnTo>
                    <a:pt x="2929" y="1620"/>
                  </a:lnTo>
                  <a:lnTo>
                    <a:pt x="2775" y="1477"/>
                  </a:lnTo>
                  <a:cubicBezTo>
                    <a:pt x="2745" y="1447"/>
                    <a:pt x="2700" y="1432"/>
                    <a:pt x="2656" y="1432"/>
                  </a:cubicBezTo>
                  <a:cubicBezTo>
                    <a:pt x="2611" y="1432"/>
                    <a:pt x="2566" y="1447"/>
                    <a:pt x="2537" y="1477"/>
                  </a:cubicBezTo>
                  <a:cubicBezTo>
                    <a:pt x="2477" y="1537"/>
                    <a:pt x="2477" y="1656"/>
                    <a:pt x="2537" y="1715"/>
                  </a:cubicBezTo>
                  <a:lnTo>
                    <a:pt x="2691" y="1858"/>
                  </a:lnTo>
                  <a:lnTo>
                    <a:pt x="1858" y="2692"/>
                  </a:lnTo>
                  <a:lnTo>
                    <a:pt x="1703" y="2549"/>
                  </a:lnTo>
                  <a:cubicBezTo>
                    <a:pt x="1673" y="2519"/>
                    <a:pt x="1629" y="2504"/>
                    <a:pt x="1584" y="2504"/>
                  </a:cubicBezTo>
                  <a:cubicBezTo>
                    <a:pt x="1539" y="2504"/>
                    <a:pt x="1495" y="2519"/>
                    <a:pt x="1465" y="2549"/>
                  </a:cubicBezTo>
                  <a:cubicBezTo>
                    <a:pt x="1405" y="2608"/>
                    <a:pt x="1405" y="2727"/>
                    <a:pt x="1465" y="2787"/>
                  </a:cubicBezTo>
                  <a:lnTo>
                    <a:pt x="1620" y="2930"/>
                  </a:lnTo>
                  <a:lnTo>
                    <a:pt x="786" y="3763"/>
                  </a:lnTo>
                  <a:lnTo>
                    <a:pt x="632" y="3620"/>
                  </a:lnTo>
                  <a:cubicBezTo>
                    <a:pt x="602" y="3590"/>
                    <a:pt x="557" y="3576"/>
                    <a:pt x="513" y="3576"/>
                  </a:cubicBezTo>
                  <a:cubicBezTo>
                    <a:pt x="468" y="3576"/>
                    <a:pt x="423" y="3590"/>
                    <a:pt x="393" y="3620"/>
                  </a:cubicBezTo>
                  <a:cubicBezTo>
                    <a:pt x="334" y="3680"/>
                    <a:pt x="334" y="3799"/>
                    <a:pt x="393" y="3858"/>
                  </a:cubicBezTo>
                  <a:lnTo>
                    <a:pt x="548" y="4001"/>
                  </a:lnTo>
                  <a:lnTo>
                    <a:pt x="143" y="4406"/>
                  </a:lnTo>
                  <a:cubicBezTo>
                    <a:pt x="36" y="4477"/>
                    <a:pt x="1" y="4620"/>
                    <a:pt x="1" y="4751"/>
                  </a:cubicBezTo>
                  <a:cubicBezTo>
                    <a:pt x="1" y="4882"/>
                    <a:pt x="36" y="5001"/>
                    <a:pt x="143" y="5097"/>
                  </a:cubicBezTo>
                  <a:cubicBezTo>
                    <a:pt x="239" y="5180"/>
                    <a:pt x="370" y="5239"/>
                    <a:pt x="489" y="5239"/>
                  </a:cubicBezTo>
                  <a:cubicBezTo>
                    <a:pt x="620" y="5239"/>
                    <a:pt x="739" y="5192"/>
                    <a:pt x="834" y="5097"/>
                  </a:cubicBezTo>
                  <a:lnTo>
                    <a:pt x="1227" y="4692"/>
                  </a:lnTo>
                  <a:lnTo>
                    <a:pt x="1382" y="4835"/>
                  </a:lnTo>
                  <a:cubicBezTo>
                    <a:pt x="1405" y="4870"/>
                    <a:pt x="1453" y="4882"/>
                    <a:pt x="1501" y="4882"/>
                  </a:cubicBezTo>
                  <a:cubicBezTo>
                    <a:pt x="1548" y="4882"/>
                    <a:pt x="1584" y="4870"/>
                    <a:pt x="1620" y="4835"/>
                  </a:cubicBezTo>
                  <a:cubicBezTo>
                    <a:pt x="1679" y="4775"/>
                    <a:pt x="1679" y="4656"/>
                    <a:pt x="1620" y="4597"/>
                  </a:cubicBezTo>
                  <a:lnTo>
                    <a:pt x="1465" y="4454"/>
                  </a:lnTo>
                  <a:lnTo>
                    <a:pt x="2298" y="3620"/>
                  </a:lnTo>
                  <a:lnTo>
                    <a:pt x="2453" y="3763"/>
                  </a:lnTo>
                  <a:cubicBezTo>
                    <a:pt x="2477" y="3799"/>
                    <a:pt x="2525" y="3811"/>
                    <a:pt x="2572" y="3811"/>
                  </a:cubicBezTo>
                  <a:cubicBezTo>
                    <a:pt x="2620" y="3811"/>
                    <a:pt x="2656" y="3799"/>
                    <a:pt x="2691" y="3763"/>
                  </a:cubicBezTo>
                  <a:cubicBezTo>
                    <a:pt x="2751" y="3704"/>
                    <a:pt x="2751" y="3584"/>
                    <a:pt x="2691" y="3525"/>
                  </a:cubicBezTo>
                  <a:lnTo>
                    <a:pt x="2537" y="3382"/>
                  </a:lnTo>
                  <a:lnTo>
                    <a:pt x="3370" y="2549"/>
                  </a:lnTo>
                  <a:lnTo>
                    <a:pt x="3525" y="2692"/>
                  </a:lnTo>
                  <a:cubicBezTo>
                    <a:pt x="3549" y="2727"/>
                    <a:pt x="3596" y="2739"/>
                    <a:pt x="3644" y="2739"/>
                  </a:cubicBezTo>
                  <a:cubicBezTo>
                    <a:pt x="3691" y="2739"/>
                    <a:pt x="3727" y="2727"/>
                    <a:pt x="3763" y="2692"/>
                  </a:cubicBezTo>
                  <a:cubicBezTo>
                    <a:pt x="3822" y="2632"/>
                    <a:pt x="3822" y="2513"/>
                    <a:pt x="3763" y="2453"/>
                  </a:cubicBezTo>
                  <a:lnTo>
                    <a:pt x="3608" y="2311"/>
                  </a:lnTo>
                  <a:lnTo>
                    <a:pt x="4442" y="1477"/>
                  </a:lnTo>
                  <a:lnTo>
                    <a:pt x="4596" y="1620"/>
                  </a:lnTo>
                  <a:cubicBezTo>
                    <a:pt x="4620" y="1656"/>
                    <a:pt x="4668" y="1668"/>
                    <a:pt x="4715" y="1668"/>
                  </a:cubicBezTo>
                  <a:cubicBezTo>
                    <a:pt x="4763" y="1668"/>
                    <a:pt x="4799" y="1656"/>
                    <a:pt x="4834" y="1620"/>
                  </a:cubicBezTo>
                  <a:cubicBezTo>
                    <a:pt x="4894" y="1560"/>
                    <a:pt x="4894" y="1441"/>
                    <a:pt x="4834" y="1382"/>
                  </a:cubicBezTo>
                  <a:lnTo>
                    <a:pt x="4680" y="1239"/>
                  </a:lnTo>
                  <a:lnTo>
                    <a:pt x="5085" y="834"/>
                  </a:lnTo>
                  <a:cubicBezTo>
                    <a:pt x="5180" y="739"/>
                    <a:pt x="5239" y="608"/>
                    <a:pt x="5239" y="489"/>
                  </a:cubicBezTo>
                  <a:cubicBezTo>
                    <a:pt x="5239" y="358"/>
                    <a:pt x="5192" y="239"/>
                    <a:pt x="5085" y="144"/>
                  </a:cubicBezTo>
                  <a:cubicBezTo>
                    <a:pt x="5001" y="60"/>
                    <a:pt x="4858" y="1"/>
                    <a:pt x="4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59" name="Google Shape;9737;p61">
              <a:extLst>
                <a:ext uri="{FF2B5EF4-FFF2-40B4-BE49-F238E27FC236}">
                  <a16:creationId xmlns:a16="http://schemas.microsoft.com/office/drawing/2014/main" id="{CFB267EB-FB78-583C-7960-9BFFC9D30363}"/>
                </a:ext>
              </a:extLst>
            </p:cNvPr>
            <p:cNvSpPr/>
            <p:nvPr/>
          </p:nvSpPr>
          <p:spPr>
            <a:xfrm>
              <a:off x="2174559" y="3356116"/>
              <a:ext cx="364135" cy="359930"/>
            </a:xfrm>
            <a:custGeom>
              <a:avLst/>
              <a:gdLst/>
              <a:ahLst/>
              <a:cxnLst/>
              <a:rect l="l" t="t" r="r" b="b"/>
              <a:pathLst>
                <a:path w="11431" h="11299" extrusionOk="0">
                  <a:moveTo>
                    <a:pt x="8142" y="339"/>
                  </a:moveTo>
                  <a:cubicBezTo>
                    <a:pt x="8988" y="339"/>
                    <a:pt x="9829" y="482"/>
                    <a:pt x="10632" y="750"/>
                  </a:cubicBezTo>
                  <a:cubicBezTo>
                    <a:pt x="10930" y="1631"/>
                    <a:pt x="11061" y="2583"/>
                    <a:pt x="11037" y="3500"/>
                  </a:cubicBezTo>
                  <a:lnTo>
                    <a:pt x="7858" y="345"/>
                  </a:lnTo>
                  <a:cubicBezTo>
                    <a:pt x="7953" y="341"/>
                    <a:pt x="8048" y="339"/>
                    <a:pt x="8142" y="339"/>
                  </a:cubicBezTo>
                  <a:close/>
                  <a:moveTo>
                    <a:pt x="572" y="6453"/>
                  </a:moveTo>
                  <a:lnTo>
                    <a:pt x="4917" y="10798"/>
                  </a:lnTo>
                  <a:cubicBezTo>
                    <a:pt x="4620" y="10858"/>
                    <a:pt x="4322" y="10894"/>
                    <a:pt x="4001" y="10929"/>
                  </a:cubicBezTo>
                  <a:lnTo>
                    <a:pt x="441" y="7358"/>
                  </a:lnTo>
                  <a:cubicBezTo>
                    <a:pt x="464" y="7060"/>
                    <a:pt x="512" y="6750"/>
                    <a:pt x="572" y="6453"/>
                  </a:cubicBezTo>
                  <a:close/>
                  <a:moveTo>
                    <a:pt x="405" y="7798"/>
                  </a:moveTo>
                  <a:lnTo>
                    <a:pt x="3560" y="10953"/>
                  </a:lnTo>
                  <a:cubicBezTo>
                    <a:pt x="3462" y="10957"/>
                    <a:pt x="3363" y="10959"/>
                    <a:pt x="3264" y="10959"/>
                  </a:cubicBezTo>
                  <a:cubicBezTo>
                    <a:pt x="2440" y="10959"/>
                    <a:pt x="1596" y="10826"/>
                    <a:pt x="810" y="10560"/>
                  </a:cubicBezTo>
                  <a:cubicBezTo>
                    <a:pt x="512" y="9679"/>
                    <a:pt x="381" y="8727"/>
                    <a:pt x="405" y="7798"/>
                  </a:cubicBezTo>
                  <a:close/>
                  <a:moveTo>
                    <a:pt x="8188" y="1"/>
                  </a:moveTo>
                  <a:cubicBezTo>
                    <a:pt x="7942" y="1"/>
                    <a:pt x="7697" y="12"/>
                    <a:pt x="7453" y="35"/>
                  </a:cubicBezTo>
                  <a:cubicBezTo>
                    <a:pt x="7013" y="71"/>
                    <a:pt x="6560" y="154"/>
                    <a:pt x="6132" y="261"/>
                  </a:cubicBezTo>
                  <a:cubicBezTo>
                    <a:pt x="4739" y="607"/>
                    <a:pt x="3453" y="1345"/>
                    <a:pt x="2429" y="2369"/>
                  </a:cubicBezTo>
                  <a:cubicBezTo>
                    <a:pt x="1893" y="2905"/>
                    <a:pt x="1429" y="3512"/>
                    <a:pt x="1072" y="4167"/>
                  </a:cubicBezTo>
                  <a:cubicBezTo>
                    <a:pt x="1024" y="4250"/>
                    <a:pt x="1060" y="4345"/>
                    <a:pt x="1131" y="4393"/>
                  </a:cubicBezTo>
                  <a:cubicBezTo>
                    <a:pt x="1154" y="4408"/>
                    <a:pt x="1180" y="4415"/>
                    <a:pt x="1206" y="4415"/>
                  </a:cubicBezTo>
                  <a:cubicBezTo>
                    <a:pt x="1264" y="4415"/>
                    <a:pt x="1325" y="4382"/>
                    <a:pt x="1357" y="4333"/>
                  </a:cubicBezTo>
                  <a:cubicBezTo>
                    <a:pt x="1703" y="3714"/>
                    <a:pt x="2143" y="3131"/>
                    <a:pt x="2655" y="2607"/>
                  </a:cubicBezTo>
                  <a:cubicBezTo>
                    <a:pt x="3620" y="1643"/>
                    <a:pt x="4810" y="952"/>
                    <a:pt x="6108" y="595"/>
                  </a:cubicBezTo>
                  <a:lnTo>
                    <a:pt x="9156" y="3655"/>
                  </a:lnTo>
                  <a:cubicBezTo>
                    <a:pt x="9180" y="3679"/>
                    <a:pt x="9227" y="3690"/>
                    <a:pt x="9275" y="3690"/>
                  </a:cubicBezTo>
                  <a:cubicBezTo>
                    <a:pt x="9323" y="3690"/>
                    <a:pt x="9358" y="3679"/>
                    <a:pt x="9394" y="3655"/>
                  </a:cubicBezTo>
                  <a:cubicBezTo>
                    <a:pt x="9454" y="3595"/>
                    <a:pt x="9454" y="3476"/>
                    <a:pt x="9394" y="3417"/>
                  </a:cubicBezTo>
                  <a:lnTo>
                    <a:pt x="6489" y="511"/>
                  </a:lnTo>
                  <a:cubicBezTo>
                    <a:pt x="6787" y="452"/>
                    <a:pt x="7084" y="404"/>
                    <a:pt x="7394" y="381"/>
                  </a:cubicBezTo>
                  <a:lnTo>
                    <a:pt x="10966" y="3952"/>
                  </a:lnTo>
                  <a:cubicBezTo>
                    <a:pt x="10942" y="4250"/>
                    <a:pt x="10894" y="4560"/>
                    <a:pt x="10835" y="4857"/>
                  </a:cubicBezTo>
                  <a:lnTo>
                    <a:pt x="9954" y="3976"/>
                  </a:lnTo>
                  <a:cubicBezTo>
                    <a:pt x="9924" y="3946"/>
                    <a:pt x="9879" y="3932"/>
                    <a:pt x="9835" y="3932"/>
                  </a:cubicBezTo>
                  <a:cubicBezTo>
                    <a:pt x="9790" y="3932"/>
                    <a:pt x="9745" y="3946"/>
                    <a:pt x="9716" y="3976"/>
                  </a:cubicBezTo>
                  <a:cubicBezTo>
                    <a:pt x="9656" y="4036"/>
                    <a:pt x="9656" y="4155"/>
                    <a:pt x="9716" y="4214"/>
                  </a:cubicBezTo>
                  <a:lnTo>
                    <a:pt x="10751" y="5238"/>
                  </a:lnTo>
                  <a:cubicBezTo>
                    <a:pt x="10394" y="6548"/>
                    <a:pt x="9704" y="7739"/>
                    <a:pt x="8751" y="8691"/>
                  </a:cubicBezTo>
                  <a:cubicBezTo>
                    <a:pt x="7787" y="9667"/>
                    <a:pt x="6596" y="10346"/>
                    <a:pt x="5298" y="10703"/>
                  </a:cubicBezTo>
                  <a:lnTo>
                    <a:pt x="679" y="6060"/>
                  </a:lnTo>
                  <a:cubicBezTo>
                    <a:pt x="762" y="5715"/>
                    <a:pt x="881" y="5381"/>
                    <a:pt x="1012" y="5048"/>
                  </a:cubicBezTo>
                  <a:cubicBezTo>
                    <a:pt x="1048" y="4964"/>
                    <a:pt x="1012" y="4869"/>
                    <a:pt x="929" y="4822"/>
                  </a:cubicBezTo>
                  <a:cubicBezTo>
                    <a:pt x="906" y="4816"/>
                    <a:pt x="884" y="4813"/>
                    <a:pt x="864" y="4813"/>
                  </a:cubicBezTo>
                  <a:cubicBezTo>
                    <a:pt x="796" y="4813"/>
                    <a:pt x="739" y="4844"/>
                    <a:pt x="703" y="4917"/>
                  </a:cubicBezTo>
                  <a:cubicBezTo>
                    <a:pt x="536" y="5286"/>
                    <a:pt x="417" y="5679"/>
                    <a:pt x="322" y="6072"/>
                  </a:cubicBezTo>
                  <a:cubicBezTo>
                    <a:pt x="214" y="6512"/>
                    <a:pt x="143" y="6953"/>
                    <a:pt x="95" y="7405"/>
                  </a:cubicBezTo>
                  <a:cubicBezTo>
                    <a:pt x="0" y="8548"/>
                    <a:pt x="143" y="9667"/>
                    <a:pt x="512" y="10751"/>
                  </a:cubicBezTo>
                  <a:cubicBezTo>
                    <a:pt x="524" y="10798"/>
                    <a:pt x="572" y="10834"/>
                    <a:pt x="619" y="10858"/>
                  </a:cubicBezTo>
                  <a:cubicBezTo>
                    <a:pt x="1465" y="11156"/>
                    <a:pt x="2381" y="11299"/>
                    <a:pt x="3298" y="11299"/>
                  </a:cubicBezTo>
                  <a:cubicBezTo>
                    <a:pt x="3512" y="11299"/>
                    <a:pt x="3739" y="11287"/>
                    <a:pt x="3965" y="11275"/>
                  </a:cubicBezTo>
                  <a:cubicBezTo>
                    <a:pt x="4405" y="11227"/>
                    <a:pt x="4858" y="11156"/>
                    <a:pt x="5286" y="11049"/>
                  </a:cubicBezTo>
                  <a:cubicBezTo>
                    <a:pt x="6680" y="10691"/>
                    <a:pt x="7965" y="9965"/>
                    <a:pt x="8989" y="8929"/>
                  </a:cubicBezTo>
                  <a:cubicBezTo>
                    <a:pt x="10013" y="7905"/>
                    <a:pt x="10751" y="6631"/>
                    <a:pt x="11109" y="5226"/>
                  </a:cubicBezTo>
                  <a:cubicBezTo>
                    <a:pt x="11204" y="4798"/>
                    <a:pt x="11287" y="4345"/>
                    <a:pt x="11323" y="3905"/>
                  </a:cubicBezTo>
                  <a:cubicBezTo>
                    <a:pt x="11430" y="2774"/>
                    <a:pt x="11287" y="1631"/>
                    <a:pt x="10906" y="559"/>
                  </a:cubicBezTo>
                  <a:cubicBezTo>
                    <a:pt x="10894" y="511"/>
                    <a:pt x="10859" y="464"/>
                    <a:pt x="10811" y="452"/>
                  </a:cubicBezTo>
                  <a:cubicBezTo>
                    <a:pt x="9980" y="153"/>
                    <a:pt x="9082" y="1"/>
                    <a:pt x="81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pic>
        <p:nvPicPr>
          <p:cNvPr id="4" name="Grafik 3">
            <a:extLst>
              <a:ext uri="{FF2B5EF4-FFF2-40B4-BE49-F238E27FC236}">
                <a16:creationId xmlns:a16="http://schemas.microsoft.com/office/drawing/2014/main" id="{0220BB72-E0DC-7FBA-A63D-C7DC189DAA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70" b="4270"/>
          <a:stretch/>
        </p:blipFill>
        <p:spPr>
          <a:xfrm rot="20127251">
            <a:off x="10550705" y="1082100"/>
            <a:ext cx="2323891" cy="3778539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FFFFFF">
              <a:shade val="85000"/>
            </a:srgbClr>
          </a:solidFill>
          <a:ln w="88900" cap="sq">
            <a:solidFill>
              <a:srgbClr val="C2FE06"/>
            </a:solidFill>
            <a:miter lim="800000"/>
          </a:ln>
          <a:effectLst>
            <a:outerShdw blurRad="50800" dist="114300" dir="2700000" algn="tl" rotWithShape="0">
              <a:prstClr val="black">
                <a:alpha val="5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279803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2592C6-17E2-69DA-BB1B-BBDCDDED2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3C82D7E4-FA42-759D-A9FB-EE869DAE9AD0}"/>
              </a:ext>
            </a:extLst>
          </p:cNvPr>
          <p:cNvSpPr/>
          <p:nvPr/>
        </p:nvSpPr>
        <p:spPr>
          <a:xfrm>
            <a:off x="-3891" y="-1"/>
            <a:ext cx="15123241" cy="1080000"/>
          </a:xfrm>
          <a:prstGeom prst="rect">
            <a:avLst/>
          </a:prstGeom>
          <a:gradFill flip="none" rotWithShape="1">
            <a:gsLst>
              <a:gs pos="21000">
                <a:srgbClr val="002733"/>
              </a:gs>
              <a:gs pos="84000">
                <a:srgbClr val="080B3E"/>
              </a:gs>
              <a:gs pos="57000">
                <a:srgbClr val="00206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75000"/>
                  <a:lumOff val="25000"/>
                </a:schemeClr>
              </a:solidFill>
              <a:latin typeface="The Group TEXT" panose="00000500000000000000" pitchFamily="2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F610C073-3D84-A9F9-F927-A25FC889915C}"/>
              </a:ext>
            </a:extLst>
          </p:cNvPr>
          <p:cNvSpPr txBox="1"/>
          <p:nvPr/>
        </p:nvSpPr>
        <p:spPr>
          <a:xfrm>
            <a:off x="754639" y="1982147"/>
            <a:ext cx="6176210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Name</a:t>
            </a:r>
            <a:r>
              <a:rPr lang="de-DE" sz="2400">
                <a:latin typeface="The Group TEXT"/>
                <a:cs typeface="Dubai Medium"/>
              </a:rPr>
              <a:t>: Sara Aydin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Fachrichtung</a:t>
            </a:r>
            <a:r>
              <a:rPr lang="de-DE" sz="2400">
                <a:latin typeface="The Group TEXT"/>
                <a:cs typeface="Dubai Medium"/>
              </a:rPr>
              <a:t>: Daten- &amp; Prozessanalyse </a:t>
            </a:r>
            <a:b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</a:b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Eintrittsdatum</a:t>
            </a:r>
            <a:r>
              <a:rPr lang="de-DE" sz="2400">
                <a:latin typeface="The Group TEXT"/>
                <a:cs typeface="Dubai Medium"/>
              </a:rPr>
              <a:t>: 01.09.2025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A22A5EC3-9BCC-B971-1AED-36B38C03C47F}"/>
              </a:ext>
            </a:extLst>
          </p:cNvPr>
          <p:cNvGrpSpPr/>
          <p:nvPr/>
        </p:nvGrpSpPr>
        <p:grpSpPr>
          <a:xfrm>
            <a:off x="-3891" y="8945283"/>
            <a:ext cx="15123241" cy="1080000"/>
            <a:chOff x="-3890" y="5597379"/>
            <a:chExt cx="12195889" cy="786063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E96107D4-6C34-BCEC-6431-89C7FE4AFCB0}"/>
                </a:ext>
              </a:extLst>
            </p:cNvPr>
            <p:cNvSpPr/>
            <p:nvPr/>
          </p:nvSpPr>
          <p:spPr>
            <a:xfrm>
              <a:off x="-3890" y="5597379"/>
              <a:ext cx="12195889" cy="786063"/>
            </a:xfrm>
            <a:prstGeom prst="rect">
              <a:avLst/>
            </a:prstGeom>
            <a:gradFill flip="none" rotWithShape="1">
              <a:gsLst>
                <a:gs pos="21000">
                  <a:srgbClr val="002733"/>
                </a:gs>
                <a:gs pos="84000">
                  <a:srgbClr val="080B3E"/>
                </a:gs>
                <a:gs pos="57000">
                  <a:srgbClr val="002060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  <a:latin typeface="The Group TEXT" panose="00000500000000000000" pitchFamily="2" charset="0"/>
              </a:endParaRP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15E1BEFC-8115-0A35-FE9B-4A752BDA5B6E}"/>
                </a:ext>
              </a:extLst>
            </p:cNvPr>
            <p:cNvSpPr txBox="1"/>
            <p:nvPr/>
          </p:nvSpPr>
          <p:spPr>
            <a:xfrm>
              <a:off x="169417" y="5823706"/>
              <a:ext cx="11874078" cy="33601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„ Fake </a:t>
              </a:r>
              <a:r>
                <a:rPr lang="de-DE" sz="2400" err="1">
                  <a:solidFill>
                    <a:schemeClr val="bg1"/>
                  </a:solidFill>
                  <a:latin typeface="The Group TEXT"/>
                </a:rPr>
                <a:t>it</a:t>
              </a:r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 </a:t>
              </a:r>
              <a:r>
                <a:rPr lang="de-DE" sz="2400" err="1">
                  <a:solidFill>
                    <a:schemeClr val="bg1"/>
                  </a:solidFill>
                  <a:latin typeface="The Group TEXT"/>
                </a:rPr>
                <a:t>till</a:t>
              </a:r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 </a:t>
              </a:r>
              <a:r>
                <a:rPr lang="de-DE" sz="2400" err="1">
                  <a:solidFill>
                    <a:schemeClr val="bg1"/>
                  </a:solidFill>
                  <a:latin typeface="The Group TEXT"/>
                </a:rPr>
                <a:t>you</a:t>
              </a:r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 make it"</a:t>
              </a:r>
              <a:endParaRPr lang="de-DE" sz="2400">
                <a:solidFill>
                  <a:schemeClr val="bg1"/>
                </a:solidFill>
                <a:latin typeface="The Group TEXT" panose="00000500000000000000" pitchFamily="2" charset="0"/>
              </a:endParaRPr>
            </a:p>
          </p:txBody>
        </p:sp>
      </p:grpSp>
      <p:sp>
        <p:nvSpPr>
          <p:cNvPr id="26" name="Textfeld 25">
            <a:extLst>
              <a:ext uri="{FF2B5EF4-FFF2-40B4-BE49-F238E27FC236}">
                <a16:creationId xmlns:a16="http://schemas.microsoft.com/office/drawing/2014/main" id="{A68977CF-C524-86A9-4016-386BBD43D89A}"/>
              </a:ext>
            </a:extLst>
          </p:cNvPr>
          <p:cNvSpPr txBox="1"/>
          <p:nvPr/>
        </p:nvSpPr>
        <p:spPr>
          <a:xfrm>
            <a:off x="1221140" y="5016442"/>
            <a:ext cx="5779712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Geburtsdatum</a:t>
            </a:r>
            <a:r>
              <a:rPr lang="de-DE" sz="2400">
                <a:latin typeface="The Group TEXT"/>
                <a:cs typeface="Dubai Medium"/>
              </a:rPr>
              <a:t>: 19.01.2005</a:t>
            </a:r>
            <a:endParaRPr lang="en-US"/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Wohnort/Heimat</a:t>
            </a:r>
            <a:r>
              <a:rPr lang="de-DE" sz="2400">
                <a:latin typeface="The Group TEXT"/>
                <a:cs typeface="Dubai Medium"/>
              </a:rPr>
              <a:t>: </a:t>
            </a:r>
            <a:r>
              <a:rPr lang="de-DE" sz="2400" err="1">
                <a:latin typeface="The Group TEXT"/>
                <a:cs typeface="Dubai Medium"/>
              </a:rPr>
              <a:t>Wettstetten</a:t>
            </a:r>
            <a:endParaRPr lang="de-DE" sz="2400" err="1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Lieblingsspiel</a:t>
            </a:r>
            <a:r>
              <a:rPr lang="de-DE" sz="2400">
                <a:latin typeface="The Group TEXT"/>
                <a:cs typeface="Dubai Medium"/>
              </a:rPr>
              <a:t>: Billard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Traumauto</a:t>
            </a:r>
            <a:r>
              <a:rPr lang="de-DE" sz="2400">
                <a:latin typeface="The Group TEXT"/>
                <a:cs typeface="Dubai Medium"/>
              </a:rPr>
              <a:t>: Porsche 911 GT3, Camaro 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</p:txBody>
      </p:sp>
      <p:sp>
        <p:nvSpPr>
          <p:cNvPr id="33" name="Freeform 418">
            <a:extLst>
              <a:ext uri="{FF2B5EF4-FFF2-40B4-BE49-F238E27FC236}">
                <a16:creationId xmlns:a16="http://schemas.microsoft.com/office/drawing/2014/main" id="{0052ABED-AC1F-E56C-2251-24379DD4D4F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2812" y="5768304"/>
            <a:ext cx="338260" cy="334004"/>
          </a:xfrm>
          <a:custGeom>
            <a:avLst/>
            <a:gdLst>
              <a:gd name="T0" fmla="*/ 63 w 64"/>
              <a:gd name="T1" fmla="*/ 28 h 63"/>
              <a:gd name="T2" fmla="*/ 33 w 64"/>
              <a:gd name="T3" fmla="*/ 1 h 63"/>
              <a:gd name="T4" fmla="*/ 31 w 64"/>
              <a:gd name="T5" fmla="*/ 1 h 63"/>
              <a:gd name="T6" fmla="*/ 1 w 64"/>
              <a:gd name="T7" fmla="*/ 28 h 63"/>
              <a:gd name="T8" fmla="*/ 0 w 64"/>
              <a:gd name="T9" fmla="*/ 29 h 63"/>
              <a:gd name="T10" fmla="*/ 0 w 64"/>
              <a:gd name="T11" fmla="*/ 61 h 63"/>
              <a:gd name="T12" fmla="*/ 2 w 64"/>
              <a:gd name="T13" fmla="*/ 63 h 63"/>
              <a:gd name="T14" fmla="*/ 62 w 64"/>
              <a:gd name="T15" fmla="*/ 63 h 63"/>
              <a:gd name="T16" fmla="*/ 64 w 64"/>
              <a:gd name="T17" fmla="*/ 61 h 63"/>
              <a:gd name="T18" fmla="*/ 64 w 64"/>
              <a:gd name="T19" fmla="*/ 29 h 63"/>
              <a:gd name="T20" fmla="*/ 63 w 64"/>
              <a:gd name="T21" fmla="*/ 28 h 63"/>
              <a:gd name="T22" fmla="*/ 60 w 64"/>
              <a:gd name="T23" fmla="*/ 59 h 63"/>
              <a:gd name="T24" fmla="*/ 28 w 64"/>
              <a:gd name="T25" fmla="*/ 59 h 63"/>
              <a:gd name="T26" fmla="*/ 28 w 64"/>
              <a:gd name="T27" fmla="*/ 43 h 63"/>
              <a:gd name="T28" fmla="*/ 36 w 64"/>
              <a:gd name="T29" fmla="*/ 43 h 63"/>
              <a:gd name="T30" fmla="*/ 36 w 64"/>
              <a:gd name="T31" fmla="*/ 51 h 63"/>
              <a:gd name="T32" fmla="*/ 40 w 64"/>
              <a:gd name="T33" fmla="*/ 51 h 63"/>
              <a:gd name="T34" fmla="*/ 40 w 64"/>
              <a:gd name="T35" fmla="*/ 41 h 63"/>
              <a:gd name="T36" fmla="*/ 38 w 64"/>
              <a:gd name="T37" fmla="*/ 39 h 63"/>
              <a:gd name="T38" fmla="*/ 26 w 64"/>
              <a:gd name="T39" fmla="*/ 39 h 63"/>
              <a:gd name="T40" fmla="*/ 24 w 64"/>
              <a:gd name="T41" fmla="*/ 41 h 63"/>
              <a:gd name="T42" fmla="*/ 24 w 64"/>
              <a:gd name="T43" fmla="*/ 59 h 63"/>
              <a:gd name="T44" fmla="*/ 4 w 64"/>
              <a:gd name="T45" fmla="*/ 59 h 63"/>
              <a:gd name="T46" fmla="*/ 4 w 64"/>
              <a:gd name="T47" fmla="*/ 30 h 63"/>
              <a:gd name="T48" fmla="*/ 32 w 64"/>
              <a:gd name="T49" fmla="*/ 5 h 63"/>
              <a:gd name="T50" fmla="*/ 60 w 64"/>
              <a:gd name="T51" fmla="*/ 30 h 63"/>
              <a:gd name="T52" fmla="*/ 60 w 64"/>
              <a:gd name="T53" fmla="*/ 5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4" h="63">
                <a:moveTo>
                  <a:pt x="63" y="28"/>
                </a:move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1" y="0"/>
                  <a:pt x="31" y="1"/>
                </a:cubicBezTo>
                <a:cubicBezTo>
                  <a:pt x="1" y="28"/>
                  <a:pt x="1" y="28"/>
                  <a:pt x="1" y="28"/>
                </a:cubicBezTo>
                <a:cubicBezTo>
                  <a:pt x="0" y="28"/>
                  <a:pt x="0" y="28"/>
                  <a:pt x="0" y="29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2"/>
                  <a:pt x="1" y="63"/>
                  <a:pt x="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3" y="63"/>
                  <a:pt x="64" y="62"/>
                  <a:pt x="64" y="61"/>
                </a:cubicBezTo>
                <a:cubicBezTo>
                  <a:pt x="64" y="29"/>
                  <a:pt x="64" y="29"/>
                  <a:pt x="64" y="29"/>
                </a:cubicBezTo>
                <a:cubicBezTo>
                  <a:pt x="64" y="28"/>
                  <a:pt x="64" y="28"/>
                  <a:pt x="63" y="28"/>
                </a:cubicBezTo>
                <a:close/>
                <a:moveTo>
                  <a:pt x="60" y="59"/>
                </a:moveTo>
                <a:cubicBezTo>
                  <a:pt x="28" y="59"/>
                  <a:pt x="28" y="59"/>
                  <a:pt x="28" y="59"/>
                </a:cubicBezTo>
                <a:cubicBezTo>
                  <a:pt x="28" y="43"/>
                  <a:pt x="28" y="43"/>
                  <a:pt x="28" y="4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51"/>
                  <a:pt x="36" y="51"/>
                  <a:pt x="36" y="51"/>
                </a:cubicBezTo>
                <a:cubicBezTo>
                  <a:pt x="40" y="51"/>
                  <a:pt x="40" y="51"/>
                  <a:pt x="40" y="51"/>
                </a:cubicBezTo>
                <a:cubicBezTo>
                  <a:pt x="40" y="41"/>
                  <a:pt x="40" y="41"/>
                  <a:pt x="40" y="41"/>
                </a:cubicBezTo>
                <a:cubicBezTo>
                  <a:pt x="40" y="40"/>
                  <a:pt x="39" y="39"/>
                  <a:pt x="38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5" y="39"/>
                  <a:pt x="24" y="40"/>
                  <a:pt x="24" y="41"/>
                </a:cubicBezTo>
                <a:cubicBezTo>
                  <a:pt x="24" y="59"/>
                  <a:pt x="24" y="59"/>
                  <a:pt x="24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4" y="30"/>
                  <a:pt x="4" y="30"/>
                  <a:pt x="4" y="30"/>
                </a:cubicBezTo>
                <a:cubicBezTo>
                  <a:pt x="32" y="5"/>
                  <a:pt x="32" y="5"/>
                  <a:pt x="32" y="5"/>
                </a:cubicBezTo>
                <a:cubicBezTo>
                  <a:pt x="60" y="30"/>
                  <a:pt x="60" y="30"/>
                  <a:pt x="60" y="30"/>
                </a:cubicBezTo>
                <a:lnTo>
                  <a:pt x="60" y="59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0" name="Freeform 293">
            <a:extLst>
              <a:ext uri="{FF2B5EF4-FFF2-40B4-BE49-F238E27FC236}">
                <a16:creationId xmlns:a16="http://schemas.microsoft.com/office/drawing/2014/main" id="{9A9E89D5-908C-1822-49B0-D61DF25A91C3}"/>
              </a:ext>
            </a:extLst>
          </p:cNvPr>
          <p:cNvSpPr>
            <a:spLocks noChangeAspect="1"/>
          </p:cNvSpPr>
          <p:nvPr/>
        </p:nvSpPr>
        <p:spPr bwMode="auto">
          <a:xfrm>
            <a:off x="769576" y="7307997"/>
            <a:ext cx="439149" cy="228630"/>
          </a:xfrm>
          <a:custGeom>
            <a:avLst/>
            <a:gdLst>
              <a:gd name="T0" fmla="*/ 78 w 79"/>
              <a:gd name="T1" fmla="*/ 20 h 40"/>
              <a:gd name="T2" fmla="*/ 74 w 79"/>
              <a:gd name="T3" fmla="*/ 17 h 40"/>
              <a:gd name="T4" fmla="*/ 62 w 79"/>
              <a:gd name="T5" fmla="*/ 15 h 40"/>
              <a:gd name="T6" fmla="*/ 56 w 79"/>
              <a:gd name="T7" fmla="*/ 12 h 40"/>
              <a:gd name="T8" fmla="*/ 46 w 79"/>
              <a:gd name="T9" fmla="*/ 3 h 40"/>
              <a:gd name="T10" fmla="*/ 38 w 79"/>
              <a:gd name="T11" fmla="*/ 0 h 40"/>
              <a:gd name="T12" fmla="*/ 18 w 79"/>
              <a:gd name="T13" fmla="*/ 0 h 40"/>
              <a:gd name="T14" fmla="*/ 10 w 79"/>
              <a:gd name="T15" fmla="*/ 4 h 40"/>
              <a:gd name="T16" fmla="*/ 3 w 79"/>
              <a:gd name="T17" fmla="*/ 14 h 40"/>
              <a:gd name="T18" fmla="*/ 0 w 79"/>
              <a:gd name="T19" fmla="*/ 22 h 40"/>
              <a:gd name="T20" fmla="*/ 0 w 79"/>
              <a:gd name="T21" fmla="*/ 34 h 40"/>
              <a:gd name="T22" fmla="*/ 6 w 79"/>
              <a:gd name="T23" fmla="*/ 40 h 40"/>
              <a:gd name="T24" fmla="*/ 12 w 79"/>
              <a:gd name="T25" fmla="*/ 40 h 40"/>
              <a:gd name="T26" fmla="*/ 12 w 79"/>
              <a:gd name="T27" fmla="*/ 37 h 40"/>
              <a:gd name="T28" fmla="*/ 18 w 79"/>
              <a:gd name="T29" fmla="*/ 32 h 40"/>
              <a:gd name="T30" fmla="*/ 24 w 79"/>
              <a:gd name="T31" fmla="*/ 38 h 40"/>
              <a:gd name="T32" fmla="*/ 28 w 79"/>
              <a:gd name="T33" fmla="*/ 38 h 40"/>
              <a:gd name="T34" fmla="*/ 18 w 79"/>
              <a:gd name="T35" fmla="*/ 28 h 40"/>
              <a:gd name="T36" fmla="*/ 8 w 79"/>
              <a:gd name="T37" fmla="*/ 36 h 40"/>
              <a:gd name="T38" fmla="*/ 6 w 79"/>
              <a:gd name="T39" fmla="*/ 36 h 40"/>
              <a:gd name="T40" fmla="*/ 4 w 79"/>
              <a:gd name="T41" fmla="*/ 34 h 40"/>
              <a:gd name="T42" fmla="*/ 4 w 79"/>
              <a:gd name="T43" fmla="*/ 22 h 40"/>
              <a:gd name="T44" fmla="*/ 6 w 79"/>
              <a:gd name="T45" fmla="*/ 16 h 40"/>
              <a:gd name="T46" fmla="*/ 13 w 79"/>
              <a:gd name="T47" fmla="*/ 6 h 40"/>
              <a:gd name="T48" fmla="*/ 18 w 79"/>
              <a:gd name="T49" fmla="*/ 4 h 40"/>
              <a:gd name="T50" fmla="*/ 38 w 79"/>
              <a:gd name="T51" fmla="*/ 4 h 40"/>
              <a:gd name="T52" fmla="*/ 44 w 79"/>
              <a:gd name="T53" fmla="*/ 6 h 40"/>
              <a:gd name="T54" fmla="*/ 54 w 79"/>
              <a:gd name="T55" fmla="*/ 15 h 40"/>
              <a:gd name="T56" fmla="*/ 62 w 79"/>
              <a:gd name="T57" fmla="*/ 19 h 40"/>
              <a:gd name="T58" fmla="*/ 74 w 79"/>
              <a:gd name="T59" fmla="*/ 21 h 40"/>
              <a:gd name="T60" fmla="*/ 75 w 79"/>
              <a:gd name="T61" fmla="*/ 22 h 40"/>
              <a:gd name="T62" fmla="*/ 75 w 79"/>
              <a:gd name="T63" fmla="*/ 23 h 40"/>
              <a:gd name="T64" fmla="*/ 73 w 79"/>
              <a:gd name="T65" fmla="*/ 34 h 40"/>
              <a:gd name="T66" fmla="*/ 70 w 79"/>
              <a:gd name="T67" fmla="*/ 36 h 40"/>
              <a:gd name="T68" fmla="*/ 68 w 79"/>
              <a:gd name="T69" fmla="*/ 36 h 40"/>
              <a:gd name="T70" fmla="*/ 58 w 79"/>
              <a:gd name="T71" fmla="*/ 28 h 40"/>
              <a:gd name="T72" fmla="*/ 48 w 79"/>
              <a:gd name="T73" fmla="*/ 36 h 40"/>
              <a:gd name="T74" fmla="*/ 36 w 79"/>
              <a:gd name="T75" fmla="*/ 36 h 40"/>
              <a:gd name="T76" fmla="*/ 36 w 79"/>
              <a:gd name="T77" fmla="*/ 40 h 40"/>
              <a:gd name="T78" fmla="*/ 52 w 79"/>
              <a:gd name="T79" fmla="*/ 40 h 40"/>
              <a:gd name="T80" fmla="*/ 52 w 79"/>
              <a:gd name="T81" fmla="*/ 37 h 40"/>
              <a:gd name="T82" fmla="*/ 58 w 79"/>
              <a:gd name="T83" fmla="*/ 32 h 40"/>
              <a:gd name="T84" fmla="*/ 64 w 79"/>
              <a:gd name="T85" fmla="*/ 38 h 40"/>
              <a:gd name="T86" fmla="*/ 64 w 79"/>
              <a:gd name="T87" fmla="*/ 38 h 40"/>
              <a:gd name="T88" fmla="*/ 64 w 79"/>
              <a:gd name="T89" fmla="*/ 40 h 40"/>
              <a:gd name="T90" fmla="*/ 70 w 79"/>
              <a:gd name="T91" fmla="*/ 40 h 40"/>
              <a:gd name="T92" fmla="*/ 77 w 79"/>
              <a:gd name="T93" fmla="*/ 35 h 40"/>
              <a:gd name="T94" fmla="*/ 79 w 79"/>
              <a:gd name="T95" fmla="*/ 24 h 40"/>
              <a:gd name="T96" fmla="*/ 78 w 79"/>
              <a:gd name="T97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9" h="40">
                <a:moveTo>
                  <a:pt x="78" y="20"/>
                </a:moveTo>
                <a:cubicBezTo>
                  <a:pt x="77" y="18"/>
                  <a:pt x="76" y="18"/>
                  <a:pt x="74" y="17"/>
                </a:cubicBezTo>
                <a:cubicBezTo>
                  <a:pt x="62" y="15"/>
                  <a:pt x="62" y="15"/>
                  <a:pt x="62" y="15"/>
                </a:cubicBezTo>
                <a:cubicBezTo>
                  <a:pt x="61" y="15"/>
                  <a:pt x="58" y="13"/>
                  <a:pt x="56" y="12"/>
                </a:cubicBezTo>
                <a:cubicBezTo>
                  <a:pt x="46" y="3"/>
                  <a:pt x="46" y="3"/>
                  <a:pt x="46" y="3"/>
                </a:cubicBezTo>
                <a:cubicBezTo>
                  <a:pt x="44" y="1"/>
                  <a:pt x="41" y="0"/>
                  <a:pt x="38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0"/>
                  <a:pt x="12" y="2"/>
                  <a:pt x="10" y="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6"/>
                  <a:pt x="0" y="19"/>
                  <a:pt x="0" y="2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7"/>
                  <a:pt x="3" y="40"/>
                  <a:pt x="6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37"/>
                  <a:pt x="12" y="37"/>
                  <a:pt x="12" y="37"/>
                </a:cubicBezTo>
                <a:cubicBezTo>
                  <a:pt x="12" y="34"/>
                  <a:pt x="15" y="32"/>
                  <a:pt x="18" y="32"/>
                </a:cubicBezTo>
                <a:cubicBezTo>
                  <a:pt x="21" y="32"/>
                  <a:pt x="24" y="35"/>
                  <a:pt x="24" y="38"/>
                </a:cubicBezTo>
                <a:cubicBezTo>
                  <a:pt x="28" y="38"/>
                  <a:pt x="28" y="38"/>
                  <a:pt x="28" y="38"/>
                </a:cubicBezTo>
                <a:cubicBezTo>
                  <a:pt x="28" y="32"/>
                  <a:pt x="24" y="28"/>
                  <a:pt x="18" y="28"/>
                </a:cubicBezTo>
                <a:cubicBezTo>
                  <a:pt x="13" y="28"/>
                  <a:pt x="9" y="31"/>
                  <a:pt x="8" y="36"/>
                </a:cubicBezTo>
                <a:cubicBezTo>
                  <a:pt x="6" y="36"/>
                  <a:pt x="6" y="36"/>
                  <a:pt x="6" y="36"/>
                </a:cubicBezTo>
                <a:cubicBezTo>
                  <a:pt x="5" y="36"/>
                  <a:pt x="4" y="35"/>
                  <a:pt x="4" y="34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0"/>
                  <a:pt x="5" y="18"/>
                  <a:pt x="6" y="16"/>
                </a:cubicBezTo>
                <a:cubicBezTo>
                  <a:pt x="13" y="6"/>
                  <a:pt x="13" y="6"/>
                  <a:pt x="13" y="6"/>
                </a:cubicBezTo>
                <a:cubicBezTo>
                  <a:pt x="14" y="5"/>
                  <a:pt x="16" y="4"/>
                  <a:pt x="1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40" y="4"/>
                  <a:pt x="42" y="5"/>
                  <a:pt x="44" y="6"/>
                </a:cubicBezTo>
                <a:cubicBezTo>
                  <a:pt x="54" y="15"/>
                  <a:pt x="54" y="15"/>
                  <a:pt x="54" y="15"/>
                </a:cubicBezTo>
                <a:cubicBezTo>
                  <a:pt x="56" y="17"/>
                  <a:pt x="59" y="18"/>
                  <a:pt x="62" y="19"/>
                </a:cubicBezTo>
                <a:cubicBezTo>
                  <a:pt x="74" y="21"/>
                  <a:pt x="74" y="21"/>
                  <a:pt x="74" y="21"/>
                </a:cubicBezTo>
                <a:cubicBezTo>
                  <a:pt x="74" y="21"/>
                  <a:pt x="75" y="22"/>
                  <a:pt x="75" y="22"/>
                </a:cubicBezTo>
                <a:cubicBezTo>
                  <a:pt x="75" y="22"/>
                  <a:pt x="75" y="23"/>
                  <a:pt x="75" y="23"/>
                </a:cubicBezTo>
                <a:cubicBezTo>
                  <a:pt x="73" y="34"/>
                  <a:pt x="73" y="34"/>
                  <a:pt x="73" y="34"/>
                </a:cubicBezTo>
                <a:cubicBezTo>
                  <a:pt x="73" y="35"/>
                  <a:pt x="71" y="36"/>
                  <a:pt x="70" y="36"/>
                </a:cubicBezTo>
                <a:cubicBezTo>
                  <a:pt x="68" y="36"/>
                  <a:pt x="68" y="36"/>
                  <a:pt x="68" y="36"/>
                </a:cubicBezTo>
                <a:cubicBezTo>
                  <a:pt x="67" y="31"/>
                  <a:pt x="63" y="28"/>
                  <a:pt x="58" y="28"/>
                </a:cubicBezTo>
                <a:cubicBezTo>
                  <a:pt x="53" y="28"/>
                  <a:pt x="49" y="31"/>
                  <a:pt x="48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40"/>
                  <a:pt x="36" y="40"/>
                  <a:pt x="36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37"/>
                  <a:pt x="52" y="37"/>
                  <a:pt x="52" y="37"/>
                </a:cubicBezTo>
                <a:cubicBezTo>
                  <a:pt x="53" y="34"/>
                  <a:pt x="55" y="32"/>
                  <a:pt x="58" y="32"/>
                </a:cubicBezTo>
                <a:cubicBezTo>
                  <a:pt x="61" y="32"/>
                  <a:pt x="64" y="35"/>
                  <a:pt x="64" y="38"/>
                </a:cubicBezTo>
                <a:cubicBezTo>
                  <a:pt x="64" y="38"/>
                  <a:pt x="64" y="38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70" y="40"/>
                  <a:pt x="70" y="40"/>
                  <a:pt x="70" y="40"/>
                </a:cubicBezTo>
                <a:cubicBezTo>
                  <a:pt x="73" y="40"/>
                  <a:pt x="76" y="38"/>
                  <a:pt x="77" y="35"/>
                </a:cubicBezTo>
                <a:cubicBezTo>
                  <a:pt x="79" y="24"/>
                  <a:pt x="79" y="24"/>
                  <a:pt x="79" y="24"/>
                </a:cubicBezTo>
                <a:cubicBezTo>
                  <a:pt x="79" y="23"/>
                  <a:pt x="79" y="21"/>
                  <a:pt x="78" y="20"/>
                </a:cubicBez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5" name="Freeform 422">
            <a:extLst>
              <a:ext uri="{FF2B5EF4-FFF2-40B4-BE49-F238E27FC236}">
                <a16:creationId xmlns:a16="http://schemas.microsoft.com/office/drawing/2014/main" id="{1A1D4C34-DE4B-725A-8B3E-7CF788BACA97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0021" y="6554172"/>
            <a:ext cx="338260" cy="340402"/>
          </a:xfrm>
          <a:custGeom>
            <a:avLst/>
            <a:gdLst>
              <a:gd name="T0" fmla="*/ 54 w 64"/>
              <a:gd name="T1" fmla="*/ 64 h 64"/>
              <a:gd name="T2" fmla="*/ 44 w 64"/>
              <a:gd name="T3" fmla="*/ 59 h 64"/>
              <a:gd name="T4" fmla="*/ 44 w 64"/>
              <a:gd name="T5" fmla="*/ 58 h 64"/>
              <a:gd name="T6" fmla="*/ 44 w 64"/>
              <a:gd name="T7" fmla="*/ 42 h 64"/>
              <a:gd name="T8" fmla="*/ 44 w 64"/>
              <a:gd name="T9" fmla="*/ 41 h 64"/>
              <a:gd name="T10" fmla="*/ 54 w 64"/>
              <a:gd name="T11" fmla="*/ 36 h 64"/>
              <a:gd name="T12" fmla="*/ 60 w 64"/>
              <a:gd name="T13" fmla="*/ 38 h 64"/>
              <a:gd name="T14" fmla="*/ 60 w 64"/>
              <a:gd name="T15" fmla="*/ 22 h 64"/>
              <a:gd name="T16" fmla="*/ 32 w 64"/>
              <a:gd name="T17" fmla="*/ 4 h 64"/>
              <a:gd name="T18" fmla="*/ 32 w 64"/>
              <a:gd name="T19" fmla="*/ 4 h 64"/>
              <a:gd name="T20" fmla="*/ 4 w 64"/>
              <a:gd name="T21" fmla="*/ 22 h 64"/>
              <a:gd name="T22" fmla="*/ 4 w 64"/>
              <a:gd name="T23" fmla="*/ 38 h 64"/>
              <a:gd name="T24" fmla="*/ 10 w 64"/>
              <a:gd name="T25" fmla="*/ 36 h 64"/>
              <a:gd name="T26" fmla="*/ 20 w 64"/>
              <a:gd name="T27" fmla="*/ 41 h 64"/>
              <a:gd name="T28" fmla="*/ 20 w 64"/>
              <a:gd name="T29" fmla="*/ 42 h 64"/>
              <a:gd name="T30" fmla="*/ 20 w 64"/>
              <a:gd name="T31" fmla="*/ 58 h 64"/>
              <a:gd name="T32" fmla="*/ 20 w 64"/>
              <a:gd name="T33" fmla="*/ 59 h 64"/>
              <a:gd name="T34" fmla="*/ 10 w 64"/>
              <a:gd name="T35" fmla="*/ 64 h 64"/>
              <a:gd name="T36" fmla="*/ 0 w 64"/>
              <a:gd name="T37" fmla="*/ 59 h 64"/>
              <a:gd name="T38" fmla="*/ 0 w 64"/>
              <a:gd name="T39" fmla="*/ 58 h 64"/>
              <a:gd name="T40" fmla="*/ 0 w 64"/>
              <a:gd name="T41" fmla="*/ 42 h 64"/>
              <a:gd name="T42" fmla="*/ 0 w 64"/>
              <a:gd name="T43" fmla="*/ 42 h 64"/>
              <a:gd name="T44" fmla="*/ 0 w 64"/>
              <a:gd name="T45" fmla="*/ 22 h 64"/>
              <a:gd name="T46" fmla="*/ 32 w 64"/>
              <a:gd name="T47" fmla="*/ 0 h 64"/>
              <a:gd name="T48" fmla="*/ 32 w 64"/>
              <a:gd name="T49" fmla="*/ 0 h 64"/>
              <a:gd name="T50" fmla="*/ 64 w 64"/>
              <a:gd name="T51" fmla="*/ 22 h 64"/>
              <a:gd name="T52" fmla="*/ 64 w 64"/>
              <a:gd name="T53" fmla="*/ 42 h 64"/>
              <a:gd name="T54" fmla="*/ 64 w 64"/>
              <a:gd name="T55" fmla="*/ 42 h 64"/>
              <a:gd name="T56" fmla="*/ 64 w 64"/>
              <a:gd name="T57" fmla="*/ 58 h 64"/>
              <a:gd name="T58" fmla="*/ 64 w 64"/>
              <a:gd name="T59" fmla="*/ 59 h 64"/>
              <a:gd name="T60" fmla="*/ 54 w 64"/>
              <a:gd name="T61" fmla="*/ 64 h 64"/>
              <a:gd name="T62" fmla="*/ 48 w 64"/>
              <a:gd name="T63" fmla="*/ 57 h 64"/>
              <a:gd name="T64" fmla="*/ 54 w 64"/>
              <a:gd name="T65" fmla="*/ 60 h 64"/>
              <a:gd name="T66" fmla="*/ 60 w 64"/>
              <a:gd name="T67" fmla="*/ 57 h 64"/>
              <a:gd name="T68" fmla="*/ 60 w 64"/>
              <a:gd name="T69" fmla="*/ 43 h 64"/>
              <a:gd name="T70" fmla="*/ 54 w 64"/>
              <a:gd name="T71" fmla="*/ 40 h 64"/>
              <a:gd name="T72" fmla="*/ 48 w 64"/>
              <a:gd name="T73" fmla="*/ 43 h 64"/>
              <a:gd name="T74" fmla="*/ 48 w 64"/>
              <a:gd name="T75" fmla="*/ 57 h 64"/>
              <a:gd name="T76" fmla="*/ 4 w 64"/>
              <a:gd name="T77" fmla="*/ 57 h 64"/>
              <a:gd name="T78" fmla="*/ 10 w 64"/>
              <a:gd name="T79" fmla="*/ 60 h 64"/>
              <a:gd name="T80" fmla="*/ 16 w 64"/>
              <a:gd name="T81" fmla="*/ 57 h 64"/>
              <a:gd name="T82" fmla="*/ 16 w 64"/>
              <a:gd name="T83" fmla="*/ 43 h 64"/>
              <a:gd name="T84" fmla="*/ 10 w 64"/>
              <a:gd name="T85" fmla="*/ 40 h 64"/>
              <a:gd name="T86" fmla="*/ 4 w 64"/>
              <a:gd name="T87" fmla="*/ 43 h 64"/>
              <a:gd name="T88" fmla="*/ 4 w 64"/>
              <a:gd name="T89" fmla="*/ 57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4" h="64">
                <a:moveTo>
                  <a:pt x="54" y="64"/>
                </a:moveTo>
                <a:cubicBezTo>
                  <a:pt x="53" y="64"/>
                  <a:pt x="48" y="64"/>
                  <a:pt x="44" y="59"/>
                </a:cubicBezTo>
                <a:cubicBezTo>
                  <a:pt x="44" y="59"/>
                  <a:pt x="44" y="58"/>
                  <a:pt x="44" y="58"/>
                </a:cubicBezTo>
                <a:cubicBezTo>
                  <a:pt x="44" y="42"/>
                  <a:pt x="44" y="42"/>
                  <a:pt x="44" y="42"/>
                </a:cubicBezTo>
                <a:cubicBezTo>
                  <a:pt x="44" y="42"/>
                  <a:pt x="44" y="41"/>
                  <a:pt x="44" y="41"/>
                </a:cubicBezTo>
                <a:cubicBezTo>
                  <a:pt x="45" y="40"/>
                  <a:pt x="48" y="36"/>
                  <a:pt x="54" y="36"/>
                </a:cubicBezTo>
                <a:cubicBezTo>
                  <a:pt x="55" y="36"/>
                  <a:pt x="57" y="36"/>
                  <a:pt x="60" y="38"/>
                </a:cubicBezTo>
                <a:cubicBezTo>
                  <a:pt x="60" y="22"/>
                  <a:pt x="60" y="22"/>
                  <a:pt x="60" y="22"/>
                </a:cubicBezTo>
                <a:cubicBezTo>
                  <a:pt x="60" y="20"/>
                  <a:pt x="55" y="4"/>
                  <a:pt x="32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8" y="4"/>
                  <a:pt x="4" y="22"/>
                  <a:pt x="4" y="22"/>
                </a:cubicBezTo>
                <a:cubicBezTo>
                  <a:pt x="4" y="38"/>
                  <a:pt x="4" y="38"/>
                  <a:pt x="4" y="38"/>
                </a:cubicBezTo>
                <a:cubicBezTo>
                  <a:pt x="6" y="37"/>
                  <a:pt x="8" y="36"/>
                  <a:pt x="10" y="36"/>
                </a:cubicBezTo>
                <a:cubicBezTo>
                  <a:pt x="11" y="36"/>
                  <a:pt x="16" y="36"/>
                  <a:pt x="20" y="41"/>
                </a:cubicBezTo>
                <a:cubicBezTo>
                  <a:pt x="20" y="41"/>
                  <a:pt x="20" y="42"/>
                  <a:pt x="20" y="42"/>
                </a:cubicBezTo>
                <a:cubicBezTo>
                  <a:pt x="20" y="58"/>
                  <a:pt x="20" y="58"/>
                  <a:pt x="20" y="58"/>
                </a:cubicBezTo>
                <a:cubicBezTo>
                  <a:pt x="20" y="58"/>
                  <a:pt x="20" y="59"/>
                  <a:pt x="20" y="59"/>
                </a:cubicBezTo>
                <a:cubicBezTo>
                  <a:pt x="19" y="60"/>
                  <a:pt x="16" y="64"/>
                  <a:pt x="10" y="64"/>
                </a:cubicBezTo>
                <a:cubicBezTo>
                  <a:pt x="9" y="64"/>
                  <a:pt x="4" y="64"/>
                  <a:pt x="0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5" y="0"/>
                  <a:pt x="32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59" y="0"/>
                  <a:pt x="64" y="21"/>
                  <a:pt x="64" y="2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58"/>
                  <a:pt x="64" y="58"/>
                  <a:pt x="64" y="58"/>
                </a:cubicBezTo>
                <a:cubicBezTo>
                  <a:pt x="64" y="58"/>
                  <a:pt x="64" y="59"/>
                  <a:pt x="64" y="59"/>
                </a:cubicBezTo>
                <a:cubicBezTo>
                  <a:pt x="63" y="60"/>
                  <a:pt x="60" y="64"/>
                  <a:pt x="54" y="64"/>
                </a:cubicBezTo>
                <a:close/>
                <a:moveTo>
                  <a:pt x="48" y="57"/>
                </a:moveTo>
                <a:cubicBezTo>
                  <a:pt x="50" y="60"/>
                  <a:pt x="54" y="60"/>
                  <a:pt x="54" y="60"/>
                </a:cubicBezTo>
                <a:cubicBezTo>
                  <a:pt x="57" y="60"/>
                  <a:pt x="59" y="58"/>
                  <a:pt x="60" y="57"/>
                </a:cubicBezTo>
                <a:cubicBezTo>
                  <a:pt x="60" y="43"/>
                  <a:pt x="60" y="43"/>
                  <a:pt x="60" y="43"/>
                </a:cubicBezTo>
                <a:cubicBezTo>
                  <a:pt x="58" y="40"/>
                  <a:pt x="54" y="40"/>
                  <a:pt x="54" y="40"/>
                </a:cubicBezTo>
                <a:cubicBezTo>
                  <a:pt x="51" y="40"/>
                  <a:pt x="49" y="42"/>
                  <a:pt x="48" y="43"/>
                </a:cubicBezTo>
                <a:lnTo>
                  <a:pt x="48" y="57"/>
                </a:lnTo>
                <a:close/>
                <a:moveTo>
                  <a:pt x="4" y="57"/>
                </a:moveTo>
                <a:cubicBezTo>
                  <a:pt x="6" y="60"/>
                  <a:pt x="10" y="60"/>
                  <a:pt x="10" y="60"/>
                </a:cubicBezTo>
                <a:cubicBezTo>
                  <a:pt x="13" y="60"/>
                  <a:pt x="15" y="58"/>
                  <a:pt x="16" y="57"/>
                </a:cubicBezTo>
                <a:cubicBezTo>
                  <a:pt x="16" y="43"/>
                  <a:pt x="16" y="43"/>
                  <a:pt x="16" y="43"/>
                </a:cubicBezTo>
                <a:cubicBezTo>
                  <a:pt x="14" y="40"/>
                  <a:pt x="10" y="40"/>
                  <a:pt x="10" y="40"/>
                </a:cubicBezTo>
                <a:cubicBezTo>
                  <a:pt x="7" y="40"/>
                  <a:pt x="5" y="42"/>
                  <a:pt x="4" y="43"/>
                </a:cubicBezTo>
                <a:lnTo>
                  <a:pt x="4" y="57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5BEA493D-016A-E838-F711-955EA743FBC9}"/>
              </a:ext>
            </a:extLst>
          </p:cNvPr>
          <p:cNvGrpSpPr>
            <a:grpSpLocks noChangeAspect="1"/>
          </p:cNvGrpSpPr>
          <p:nvPr/>
        </p:nvGrpSpPr>
        <p:grpSpPr>
          <a:xfrm>
            <a:off x="823833" y="5101121"/>
            <a:ext cx="348546" cy="370604"/>
            <a:chOff x="11466513" y="1004888"/>
            <a:chExt cx="250825" cy="266699"/>
          </a:xfrm>
          <a:solidFill>
            <a:srgbClr val="00806E"/>
          </a:solidFill>
        </p:grpSpPr>
        <p:sp>
          <p:nvSpPr>
            <p:cNvPr id="48" name="Freeform 109">
              <a:extLst>
                <a:ext uri="{FF2B5EF4-FFF2-40B4-BE49-F238E27FC236}">
                  <a16:creationId xmlns:a16="http://schemas.microsoft.com/office/drawing/2014/main" id="{A5D79525-1BED-09C4-F36C-2E1B7ECB9A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6513" y="1004888"/>
              <a:ext cx="250825" cy="266699"/>
            </a:xfrm>
            <a:custGeom>
              <a:avLst/>
              <a:gdLst>
                <a:gd name="T0" fmla="*/ 62 w 64"/>
                <a:gd name="T1" fmla="*/ 4 h 68"/>
                <a:gd name="T2" fmla="*/ 44 w 64"/>
                <a:gd name="T3" fmla="*/ 4 h 68"/>
                <a:gd name="T4" fmla="*/ 44 w 64"/>
                <a:gd name="T5" fmla="*/ 0 h 68"/>
                <a:gd name="T6" fmla="*/ 40 w 64"/>
                <a:gd name="T7" fmla="*/ 0 h 68"/>
                <a:gd name="T8" fmla="*/ 40 w 64"/>
                <a:gd name="T9" fmla="*/ 16 h 68"/>
                <a:gd name="T10" fmla="*/ 44 w 64"/>
                <a:gd name="T11" fmla="*/ 16 h 68"/>
                <a:gd name="T12" fmla="*/ 44 w 64"/>
                <a:gd name="T13" fmla="*/ 8 h 68"/>
                <a:gd name="T14" fmla="*/ 60 w 64"/>
                <a:gd name="T15" fmla="*/ 8 h 68"/>
                <a:gd name="T16" fmla="*/ 60 w 64"/>
                <a:gd name="T17" fmla="*/ 64 h 68"/>
                <a:gd name="T18" fmla="*/ 4 w 64"/>
                <a:gd name="T19" fmla="*/ 64 h 68"/>
                <a:gd name="T20" fmla="*/ 4 w 64"/>
                <a:gd name="T21" fmla="*/ 8 h 68"/>
                <a:gd name="T22" fmla="*/ 12 w 64"/>
                <a:gd name="T23" fmla="*/ 8 h 68"/>
                <a:gd name="T24" fmla="*/ 12 w 64"/>
                <a:gd name="T25" fmla="*/ 4 h 68"/>
                <a:gd name="T26" fmla="*/ 2 w 64"/>
                <a:gd name="T27" fmla="*/ 4 h 68"/>
                <a:gd name="T28" fmla="*/ 0 w 64"/>
                <a:gd name="T29" fmla="*/ 6 h 68"/>
                <a:gd name="T30" fmla="*/ 0 w 64"/>
                <a:gd name="T31" fmla="*/ 66 h 68"/>
                <a:gd name="T32" fmla="*/ 2 w 64"/>
                <a:gd name="T33" fmla="*/ 68 h 68"/>
                <a:gd name="T34" fmla="*/ 62 w 64"/>
                <a:gd name="T35" fmla="*/ 68 h 68"/>
                <a:gd name="T36" fmla="*/ 64 w 64"/>
                <a:gd name="T37" fmla="*/ 66 h 68"/>
                <a:gd name="T38" fmla="*/ 64 w 64"/>
                <a:gd name="T39" fmla="*/ 6 h 68"/>
                <a:gd name="T40" fmla="*/ 62 w 64"/>
                <a:gd name="T41" fmla="*/ 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8">
                  <a:moveTo>
                    <a:pt x="62" y="4"/>
                  </a:moveTo>
                  <a:cubicBezTo>
                    <a:pt x="44" y="4"/>
                    <a:pt x="44" y="4"/>
                    <a:pt x="4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7"/>
                    <a:pt x="1" y="68"/>
                    <a:pt x="2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3" y="68"/>
                    <a:pt x="64" y="67"/>
                    <a:pt x="64" y="6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5"/>
                    <a:pt x="63" y="4"/>
                    <a:pt x="6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49" name="Freeform 110">
              <a:extLst>
                <a:ext uri="{FF2B5EF4-FFF2-40B4-BE49-F238E27FC236}">
                  <a16:creationId xmlns:a16="http://schemas.microsoft.com/office/drawing/2014/main" id="{4E63BB7A-9ECE-76AF-E9A1-28117B0DD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300" y="1004888"/>
              <a:ext cx="47625" cy="61912"/>
            </a:xfrm>
            <a:custGeom>
              <a:avLst/>
              <a:gdLst>
                <a:gd name="T0" fmla="*/ 30 w 30"/>
                <a:gd name="T1" fmla="*/ 9 h 39"/>
                <a:gd name="T2" fmla="*/ 10 w 30"/>
                <a:gd name="T3" fmla="*/ 9 h 39"/>
                <a:gd name="T4" fmla="*/ 10 w 30"/>
                <a:gd name="T5" fmla="*/ 0 h 39"/>
                <a:gd name="T6" fmla="*/ 0 w 30"/>
                <a:gd name="T7" fmla="*/ 0 h 39"/>
                <a:gd name="T8" fmla="*/ 0 w 30"/>
                <a:gd name="T9" fmla="*/ 39 h 39"/>
                <a:gd name="T10" fmla="*/ 10 w 30"/>
                <a:gd name="T11" fmla="*/ 39 h 39"/>
                <a:gd name="T12" fmla="*/ 10 w 30"/>
                <a:gd name="T13" fmla="*/ 19 h 39"/>
                <a:gd name="T14" fmla="*/ 30 w 30"/>
                <a:gd name="T15" fmla="*/ 19 h 39"/>
                <a:gd name="T16" fmla="*/ 30 w 30"/>
                <a:gd name="T17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9">
                  <a:moveTo>
                    <a:pt x="30" y="9"/>
                  </a:move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9"/>
                  </a:lnTo>
                  <a:lnTo>
                    <a:pt x="10" y="39"/>
                  </a:lnTo>
                  <a:lnTo>
                    <a:pt x="10" y="19"/>
                  </a:lnTo>
                  <a:lnTo>
                    <a:pt x="30" y="19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0" name="Freeform 111">
              <a:extLst>
                <a:ext uri="{FF2B5EF4-FFF2-40B4-BE49-F238E27FC236}">
                  <a16:creationId xmlns:a16="http://schemas.microsoft.com/office/drawing/2014/main" id="{391667A2-4689-62E0-65EA-B617666AD8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4613" y="1093788"/>
              <a:ext cx="76200" cy="130175"/>
            </a:xfrm>
            <a:custGeom>
              <a:avLst/>
              <a:gdLst>
                <a:gd name="T0" fmla="*/ 7 w 19"/>
                <a:gd name="T1" fmla="*/ 30 h 33"/>
                <a:gd name="T2" fmla="*/ 0 w 19"/>
                <a:gd name="T3" fmla="*/ 29 h 33"/>
                <a:gd name="T4" fmla="*/ 0 w 19"/>
                <a:gd name="T5" fmla="*/ 33 h 33"/>
                <a:gd name="T6" fmla="*/ 3 w 19"/>
                <a:gd name="T7" fmla="*/ 33 h 33"/>
                <a:gd name="T8" fmla="*/ 7 w 19"/>
                <a:gd name="T9" fmla="*/ 33 h 33"/>
                <a:gd name="T10" fmla="*/ 12 w 19"/>
                <a:gd name="T11" fmla="*/ 33 h 33"/>
                <a:gd name="T12" fmla="*/ 16 w 19"/>
                <a:gd name="T13" fmla="*/ 31 h 33"/>
                <a:gd name="T14" fmla="*/ 18 w 19"/>
                <a:gd name="T15" fmla="*/ 27 h 33"/>
                <a:gd name="T16" fmla="*/ 19 w 19"/>
                <a:gd name="T17" fmla="*/ 23 h 33"/>
                <a:gd name="T18" fmla="*/ 19 w 19"/>
                <a:gd name="T19" fmla="*/ 20 h 33"/>
                <a:gd name="T20" fmla="*/ 17 w 19"/>
                <a:gd name="T21" fmla="*/ 18 h 33"/>
                <a:gd name="T22" fmla="*/ 15 w 19"/>
                <a:gd name="T23" fmla="*/ 16 h 33"/>
                <a:gd name="T24" fmla="*/ 12 w 19"/>
                <a:gd name="T25" fmla="*/ 15 h 33"/>
                <a:gd name="T26" fmla="*/ 12 w 19"/>
                <a:gd name="T27" fmla="*/ 15 h 33"/>
                <a:gd name="T28" fmla="*/ 17 w 19"/>
                <a:gd name="T29" fmla="*/ 13 h 33"/>
                <a:gd name="T30" fmla="*/ 18 w 19"/>
                <a:gd name="T31" fmla="*/ 8 h 33"/>
                <a:gd name="T32" fmla="*/ 16 w 19"/>
                <a:gd name="T33" fmla="*/ 2 h 33"/>
                <a:gd name="T34" fmla="*/ 9 w 19"/>
                <a:gd name="T35" fmla="*/ 0 h 33"/>
                <a:gd name="T36" fmla="*/ 5 w 19"/>
                <a:gd name="T37" fmla="*/ 1 h 33"/>
                <a:gd name="T38" fmla="*/ 1 w 19"/>
                <a:gd name="T39" fmla="*/ 2 h 33"/>
                <a:gd name="T40" fmla="*/ 1 w 19"/>
                <a:gd name="T41" fmla="*/ 6 h 33"/>
                <a:gd name="T42" fmla="*/ 4 w 19"/>
                <a:gd name="T43" fmla="*/ 4 h 33"/>
                <a:gd name="T44" fmla="*/ 8 w 19"/>
                <a:gd name="T45" fmla="*/ 4 h 33"/>
                <a:gd name="T46" fmla="*/ 12 w 19"/>
                <a:gd name="T47" fmla="*/ 5 h 33"/>
                <a:gd name="T48" fmla="*/ 14 w 19"/>
                <a:gd name="T49" fmla="*/ 8 h 33"/>
                <a:gd name="T50" fmla="*/ 11 w 19"/>
                <a:gd name="T51" fmla="*/ 13 h 33"/>
                <a:gd name="T52" fmla="*/ 3 w 19"/>
                <a:gd name="T53" fmla="*/ 14 h 33"/>
                <a:gd name="T54" fmla="*/ 2 w 19"/>
                <a:gd name="T55" fmla="*/ 14 h 33"/>
                <a:gd name="T56" fmla="*/ 2 w 19"/>
                <a:gd name="T57" fmla="*/ 18 h 33"/>
                <a:gd name="T58" fmla="*/ 4 w 19"/>
                <a:gd name="T59" fmla="*/ 18 h 33"/>
                <a:gd name="T60" fmla="*/ 7 w 19"/>
                <a:gd name="T61" fmla="*/ 18 h 33"/>
                <a:gd name="T62" fmla="*/ 12 w 19"/>
                <a:gd name="T63" fmla="*/ 19 h 33"/>
                <a:gd name="T64" fmla="*/ 14 w 19"/>
                <a:gd name="T65" fmla="*/ 24 h 33"/>
                <a:gd name="T66" fmla="*/ 13 w 19"/>
                <a:gd name="T67" fmla="*/ 28 h 33"/>
                <a:gd name="T68" fmla="*/ 7 w 19"/>
                <a:gd name="T69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" h="33">
                  <a:moveTo>
                    <a:pt x="7" y="30"/>
                  </a:moveTo>
                  <a:cubicBezTo>
                    <a:pt x="5" y="30"/>
                    <a:pt x="3" y="29"/>
                    <a:pt x="0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3"/>
                    <a:pt x="2" y="33"/>
                    <a:pt x="3" y="33"/>
                  </a:cubicBezTo>
                  <a:cubicBezTo>
                    <a:pt x="4" y="33"/>
                    <a:pt x="5" y="33"/>
                    <a:pt x="7" y="33"/>
                  </a:cubicBezTo>
                  <a:cubicBezTo>
                    <a:pt x="9" y="33"/>
                    <a:pt x="10" y="33"/>
                    <a:pt x="12" y="33"/>
                  </a:cubicBezTo>
                  <a:cubicBezTo>
                    <a:pt x="13" y="32"/>
                    <a:pt x="15" y="31"/>
                    <a:pt x="16" y="31"/>
                  </a:cubicBezTo>
                  <a:cubicBezTo>
                    <a:pt x="17" y="30"/>
                    <a:pt x="18" y="29"/>
                    <a:pt x="18" y="27"/>
                  </a:cubicBezTo>
                  <a:cubicBezTo>
                    <a:pt x="19" y="26"/>
                    <a:pt x="19" y="25"/>
                    <a:pt x="19" y="23"/>
                  </a:cubicBezTo>
                  <a:cubicBezTo>
                    <a:pt x="19" y="22"/>
                    <a:pt x="19" y="21"/>
                    <a:pt x="19" y="20"/>
                  </a:cubicBezTo>
                  <a:cubicBezTo>
                    <a:pt x="18" y="19"/>
                    <a:pt x="18" y="19"/>
                    <a:pt x="17" y="18"/>
                  </a:cubicBezTo>
                  <a:cubicBezTo>
                    <a:pt x="17" y="17"/>
                    <a:pt x="16" y="17"/>
                    <a:pt x="15" y="16"/>
                  </a:cubicBezTo>
                  <a:cubicBezTo>
                    <a:pt x="14" y="16"/>
                    <a:pt x="13" y="16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4" y="15"/>
                    <a:pt x="16" y="14"/>
                    <a:pt x="17" y="13"/>
                  </a:cubicBezTo>
                  <a:cubicBezTo>
                    <a:pt x="18" y="11"/>
                    <a:pt x="18" y="10"/>
                    <a:pt x="18" y="8"/>
                  </a:cubicBezTo>
                  <a:cubicBezTo>
                    <a:pt x="18" y="5"/>
                    <a:pt x="18" y="4"/>
                    <a:pt x="16" y="2"/>
                  </a:cubicBezTo>
                  <a:cubicBezTo>
                    <a:pt x="14" y="1"/>
                    <a:pt x="12" y="0"/>
                    <a:pt x="9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5"/>
                    <a:pt x="4" y="4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4"/>
                    <a:pt x="12" y="5"/>
                  </a:cubicBezTo>
                  <a:cubicBezTo>
                    <a:pt x="13" y="6"/>
                    <a:pt x="14" y="7"/>
                    <a:pt x="14" y="8"/>
                  </a:cubicBezTo>
                  <a:cubicBezTo>
                    <a:pt x="14" y="10"/>
                    <a:pt x="13" y="12"/>
                    <a:pt x="11" y="13"/>
                  </a:cubicBezTo>
                  <a:cubicBezTo>
                    <a:pt x="9" y="14"/>
                    <a:pt x="7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8"/>
                    <a:pt x="3" y="18"/>
                    <a:pt x="4" y="18"/>
                  </a:cubicBezTo>
                  <a:cubicBezTo>
                    <a:pt x="5" y="18"/>
                    <a:pt x="6" y="18"/>
                    <a:pt x="7" y="18"/>
                  </a:cubicBezTo>
                  <a:cubicBezTo>
                    <a:pt x="9" y="18"/>
                    <a:pt x="11" y="18"/>
                    <a:pt x="12" y="19"/>
                  </a:cubicBezTo>
                  <a:cubicBezTo>
                    <a:pt x="14" y="20"/>
                    <a:pt x="14" y="22"/>
                    <a:pt x="14" y="24"/>
                  </a:cubicBezTo>
                  <a:cubicBezTo>
                    <a:pt x="14" y="26"/>
                    <a:pt x="14" y="27"/>
                    <a:pt x="13" y="28"/>
                  </a:cubicBezTo>
                  <a:cubicBezTo>
                    <a:pt x="11" y="29"/>
                    <a:pt x="9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1" name="Freeform 112">
              <a:extLst>
                <a:ext uri="{FF2B5EF4-FFF2-40B4-BE49-F238E27FC236}">
                  <a16:creationId xmlns:a16="http://schemas.microsoft.com/office/drawing/2014/main" id="{BEB31619-B88C-3A91-0C0D-43D13B3866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9863" y="1098550"/>
              <a:ext cx="82550" cy="125412"/>
            </a:xfrm>
            <a:custGeom>
              <a:avLst/>
              <a:gdLst>
                <a:gd name="T0" fmla="*/ 25 w 52"/>
                <a:gd name="T1" fmla="*/ 0 h 79"/>
                <a:gd name="T2" fmla="*/ 2 w 52"/>
                <a:gd name="T3" fmla="*/ 7 h 79"/>
                <a:gd name="T4" fmla="*/ 2 w 52"/>
                <a:gd name="T5" fmla="*/ 17 h 79"/>
                <a:gd name="T6" fmla="*/ 22 w 52"/>
                <a:gd name="T7" fmla="*/ 10 h 79"/>
                <a:gd name="T8" fmla="*/ 22 w 52"/>
                <a:gd name="T9" fmla="*/ 69 h 79"/>
                <a:gd name="T10" fmla="*/ 0 w 52"/>
                <a:gd name="T11" fmla="*/ 69 h 79"/>
                <a:gd name="T12" fmla="*/ 0 w 52"/>
                <a:gd name="T13" fmla="*/ 79 h 79"/>
                <a:gd name="T14" fmla="*/ 52 w 52"/>
                <a:gd name="T15" fmla="*/ 79 h 79"/>
                <a:gd name="T16" fmla="*/ 52 w 52"/>
                <a:gd name="T17" fmla="*/ 69 h 79"/>
                <a:gd name="T18" fmla="*/ 32 w 52"/>
                <a:gd name="T19" fmla="*/ 69 h 79"/>
                <a:gd name="T20" fmla="*/ 32 w 52"/>
                <a:gd name="T21" fmla="*/ 0 h 79"/>
                <a:gd name="T22" fmla="*/ 25 w 52"/>
                <a:gd name="T2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79">
                  <a:moveTo>
                    <a:pt x="25" y="0"/>
                  </a:moveTo>
                  <a:lnTo>
                    <a:pt x="2" y="7"/>
                  </a:lnTo>
                  <a:lnTo>
                    <a:pt x="2" y="17"/>
                  </a:lnTo>
                  <a:lnTo>
                    <a:pt x="22" y="10"/>
                  </a:lnTo>
                  <a:lnTo>
                    <a:pt x="22" y="69"/>
                  </a:lnTo>
                  <a:lnTo>
                    <a:pt x="0" y="69"/>
                  </a:lnTo>
                  <a:lnTo>
                    <a:pt x="0" y="79"/>
                  </a:lnTo>
                  <a:lnTo>
                    <a:pt x="52" y="79"/>
                  </a:lnTo>
                  <a:lnTo>
                    <a:pt x="52" y="69"/>
                  </a:lnTo>
                  <a:lnTo>
                    <a:pt x="32" y="69"/>
                  </a:lnTo>
                  <a:lnTo>
                    <a:pt x="32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</p:grpSp>
      <p:sp>
        <p:nvSpPr>
          <p:cNvPr id="53" name="Textfeld 52">
            <a:extLst>
              <a:ext uri="{FF2B5EF4-FFF2-40B4-BE49-F238E27FC236}">
                <a16:creationId xmlns:a16="http://schemas.microsoft.com/office/drawing/2014/main" id="{E5A51C0B-69DB-CB77-E522-DD2845AECE48}"/>
              </a:ext>
            </a:extLst>
          </p:cNvPr>
          <p:cNvSpPr txBox="1"/>
          <p:nvPr/>
        </p:nvSpPr>
        <p:spPr>
          <a:xfrm>
            <a:off x="7729421" y="5046343"/>
            <a:ext cx="9286270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Lieblingsessen</a:t>
            </a:r>
            <a:r>
              <a:rPr lang="de-DE" sz="2400">
                <a:latin typeface="The Group TEXT"/>
                <a:cs typeface="Dubai Medium"/>
              </a:rPr>
              <a:t>: Pizza, Sushi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Lieblingsfilm/-serie</a:t>
            </a:r>
            <a:r>
              <a:rPr lang="de-DE" sz="2400">
                <a:latin typeface="The Group TEXT"/>
                <a:cs typeface="Dubai Medium"/>
              </a:rPr>
              <a:t>: Maze Runner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Hobbies</a:t>
            </a:r>
            <a:r>
              <a:rPr lang="de-DE" sz="2400">
                <a:latin typeface="The Group TEXT"/>
                <a:cs typeface="Dubai Medium"/>
              </a:rPr>
              <a:t>:  Lesen, Essen, Schlafen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Lieblingssport</a:t>
            </a:r>
            <a:r>
              <a:rPr lang="de-DE" sz="2400">
                <a:latin typeface="The Group TEXT"/>
                <a:cs typeface="Dubai Medium"/>
              </a:rPr>
              <a:t>: Schwimmen, Pilates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</p:txBody>
      </p:sp>
      <p:grpSp>
        <p:nvGrpSpPr>
          <p:cNvPr id="54" name="Google Shape;9271;p60">
            <a:extLst>
              <a:ext uri="{FF2B5EF4-FFF2-40B4-BE49-F238E27FC236}">
                <a16:creationId xmlns:a16="http://schemas.microsoft.com/office/drawing/2014/main" id="{FE77DAA0-F823-746B-C410-554F42A4C3FD}"/>
              </a:ext>
            </a:extLst>
          </p:cNvPr>
          <p:cNvGrpSpPr/>
          <p:nvPr/>
        </p:nvGrpSpPr>
        <p:grpSpPr>
          <a:xfrm>
            <a:off x="7241658" y="5057580"/>
            <a:ext cx="410335" cy="355243"/>
            <a:chOff x="3564243" y="2289904"/>
            <a:chExt cx="422342" cy="355243"/>
          </a:xfrm>
          <a:solidFill>
            <a:srgbClr val="00806E"/>
          </a:solidFill>
        </p:grpSpPr>
        <p:sp>
          <p:nvSpPr>
            <p:cNvPr id="1047" name="Google Shape;9272;p60">
              <a:extLst>
                <a:ext uri="{FF2B5EF4-FFF2-40B4-BE49-F238E27FC236}">
                  <a16:creationId xmlns:a16="http://schemas.microsoft.com/office/drawing/2014/main" id="{A9C25C56-1AA2-FD9D-6EE5-8E604E6CF746}"/>
                </a:ext>
              </a:extLst>
            </p:cNvPr>
            <p:cNvSpPr/>
            <p:nvPr/>
          </p:nvSpPr>
          <p:spPr>
            <a:xfrm>
              <a:off x="3564243" y="2291587"/>
              <a:ext cx="66177" cy="351655"/>
            </a:xfrm>
            <a:custGeom>
              <a:avLst/>
              <a:gdLst/>
              <a:ahLst/>
              <a:cxnLst/>
              <a:rect l="l" t="t" r="r" b="b"/>
              <a:pathLst>
                <a:path w="2084" h="11074" extrusionOk="0">
                  <a:moveTo>
                    <a:pt x="1703" y="1918"/>
                  </a:moveTo>
                  <a:lnTo>
                    <a:pt x="1703" y="2727"/>
                  </a:lnTo>
                  <a:cubicBezTo>
                    <a:pt x="1703" y="2823"/>
                    <a:pt x="1667" y="2930"/>
                    <a:pt x="1608" y="2966"/>
                  </a:cubicBezTo>
                  <a:cubicBezTo>
                    <a:pt x="1453" y="3085"/>
                    <a:pt x="1298" y="3287"/>
                    <a:pt x="1239" y="3501"/>
                  </a:cubicBezTo>
                  <a:lnTo>
                    <a:pt x="834" y="3501"/>
                  </a:lnTo>
                  <a:cubicBezTo>
                    <a:pt x="798" y="3299"/>
                    <a:pt x="667" y="3085"/>
                    <a:pt x="524" y="2989"/>
                  </a:cubicBezTo>
                  <a:cubicBezTo>
                    <a:pt x="453" y="2942"/>
                    <a:pt x="393" y="2823"/>
                    <a:pt x="393" y="2727"/>
                  </a:cubicBezTo>
                  <a:lnTo>
                    <a:pt x="393" y="1918"/>
                  </a:lnTo>
                  <a:close/>
                  <a:moveTo>
                    <a:pt x="1227" y="3882"/>
                  </a:moveTo>
                  <a:lnTo>
                    <a:pt x="1227" y="5144"/>
                  </a:lnTo>
                  <a:cubicBezTo>
                    <a:pt x="1227" y="6359"/>
                    <a:pt x="1239" y="7549"/>
                    <a:pt x="1369" y="8752"/>
                  </a:cubicBezTo>
                  <a:cubicBezTo>
                    <a:pt x="1453" y="9478"/>
                    <a:pt x="1489" y="10085"/>
                    <a:pt x="1489" y="10205"/>
                  </a:cubicBezTo>
                  <a:cubicBezTo>
                    <a:pt x="1477" y="10478"/>
                    <a:pt x="1298" y="10681"/>
                    <a:pt x="1048" y="10681"/>
                  </a:cubicBezTo>
                  <a:cubicBezTo>
                    <a:pt x="798" y="10681"/>
                    <a:pt x="619" y="10490"/>
                    <a:pt x="619" y="10228"/>
                  </a:cubicBezTo>
                  <a:cubicBezTo>
                    <a:pt x="619" y="10097"/>
                    <a:pt x="655" y="9490"/>
                    <a:pt x="738" y="8764"/>
                  </a:cubicBezTo>
                  <a:cubicBezTo>
                    <a:pt x="869" y="7561"/>
                    <a:pt x="881" y="6371"/>
                    <a:pt x="881" y="5168"/>
                  </a:cubicBezTo>
                  <a:lnTo>
                    <a:pt x="881" y="3882"/>
                  </a:lnTo>
                  <a:close/>
                  <a:moveTo>
                    <a:pt x="203" y="1"/>
                  </a:moveTo>
                  <a:cubicBezTo>
                    <a:pt x="96" y="1"/>
                    <a:pt x="0" y="84"/>
                    <a:pt x="0" y="191"/>
                  </a:cubicBezTo>
                  <a:lnTo>
                    <a:pt x="0" y="2727"/>
                  </a:lnTo>
                  <a:cubicBezTo>
                    <a:pt x="0" y="2966"/>
                    <a:pt x="143" y="3216"/>
                    <a:pt x="334" y="3335"/>
                  </a:cubicBezTo>
                  <a:cubicBezTo>
                    <a:pt x="393" y="3358"/>
                    <a:pt x="477" y="3573"/>
                    <a:pt x="477" y="3692"/>
                  </a:cubicBezTo>
                  <a:lnTo>
                    <a:pt x="477" y="5144"/>
                  </a:lnTo>
                  <a:cubicBezTo>
                    <a:pt x="477" y="6359"/>
                    <a:pt x="465" y="7526"/>
                    <a:pt x="346" y="8716"/>
                  </a:cubicBezTo>
                  <a:cubicBezTo>
                    <a:pt x="274" y="9454"/>
                    <a:pt x="226" y="10074"/>
                    <a:pt x="226" y="10228"/>
                  </a:cubicBezTo>
                  <a:cubicBezTo>
                    <a:pt x="226" y="10705"/>
                    <a:pt x="584" y="11074"/>
                    <a:pt x="1048" y="11074"/>
                  </a:cubicBezTo>
                  <a:cubicBezTo>
                    <a:pt x="1512" y="11074"/>
                    <a:pt x="1870" y="10705"/>
                    <a:pt x="1870" y="10228"/>
                  </a:cubicBezTo>
                  <a:cubicBezTo>
                    <a:pt x="1870" y="10074"/>
                    <a:pt x="1822" y="9454"/>
                    <a:pt x="1750" y="8716"/>
                  </a:cubicBezTo>
                  <a:cubicBezTo>
                    <a:pt x="1608" y="7526"/>
                    <a:pt x="1608" y="6359"/>
                    <a:pt x="1608" y="5144"/>
                  </a:cubicBezTo>
                  <a:lnTo>
                    <a:pt x="1608" y="3692"/>
                  </a:lnTo>
                  <a:cubicBezTo>
                    <a:pt x="1608" y="3561"/>
                    <a:pt x="1715" y="3358"/>
                    <a:pt x="1834" y="3275"/>
                  </a:cubicBezTo>
                  <a:cubicBezTo>
                    <a:pt x="2024" y="3144"/>
                    <a:pt x="2084" y="2906"/>
                    <a:pt x="2084" y="2704"/>
                  </a:cubicBezTo>
                  <a:lnTo>
                    <a:pt x="2084" y="251"/>
                  </a:lnTo>
                  <a:cubicBezTo>
                    <a:pt x="2084" y="168"/>
                    <a:pt x="2001" y="72"/>
                    <a:pt x="1893" y="72"/>
                  </a:cubicBezTo>
                  <a:cubicBezTo>
                    <a:pt x="1786" y="72"/>
                    <a:pt x="1703" y="168"/>
                    <a:pt x="1703" y="263"/>
                  </a:cubicBezTo>
                  <a:lnTo>
                    <a:pt x="1703" y="1537"/>
                  </a:lnTo>
                  <a:lnTo>
                    <a:pt x="1239" y="1537"/>
                  </a:lnTo>
                  <a:lnTo>
                    <a:pt x="1239" y="191"/>
                  </a:lnTo>
                  <a:cubicBezTo>
                    <a:pt x="1239" y="84"/>
                    <a:pt x="1155" y="1"/>
                    <a:pt x="1048" y="1"/>
                  </a:cubicBezTo>
                  <a:cubicBezTo>
                    <a:pt x="941" y="1"/>
                    <a:pt x="858" y="84"/>
                    <a:pt x="858" y="191"/>
                  </a:cubicBezTo>
                  <a:lnTo>
                    <a:pt x="858" y="1537"/>
                  </a:lnTo>
                  <a:lnTo>
                    <a:pt x="393" y="1537"/>
                  </a:lnTo>
                  <a:lnTo>
                    <a:pt x="393" y="191"/>
                  </a:lnTo>
                  <a:cubicBezTo>
                    <a:pt x="393" y="84"/>
                    <a:pt x="298" y="1"/>
                    <a:pt x="2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8" name="Google Shape;9273;p60">
              <a:extLst>
                <a:ext uri="{FF2B5EF4-FFF2-40B4-BE49-F238E27FC236}">
                  <a16:creationId xmlns:a16="http://schemas.microsoft.com/office/drawing/2014/main" id="{CEC85206-CF55-CE15-6B47-C99EDF8DC10A}"/>
                </a:ext>
              </a:extLst>
            </p:cNvPr>
            <p:cNvSpPr/>
            <p:nvPr/>
          </p:nvSpPr>
          <p:spPr>
            <a:xfrm>
              <a:off x="3636835" y="2373674"/>
              <a:ext cx="236702" cy="236289"/>
            </a:xfrm>
            <a:custGeom>
              <a:avLst/>
              <a:gdLst/>
              <a:ahLst/>
              <a:cxnLst/>
              <a:rect l="l" t="t" r="r" b="b"/>
              <a:pathLst>
                <a:path w="7454" h="7441" extrusionOk="0">
                  <a:moveTo>
                    <a:pt x="1175" y="0"/>
                  </a:moveTo>
                  <a:cubicBezTo>
                    <a:pt x="1121" y="0"/>
                    <a:pt x="1069" y="25"/>
                    <a:pt x="1036" y="71"/>
                  </a:cubicBezTo>
                  <a:cubicBezTo>
                    <a:pt x="369" y="881"/>
                    <a:pt x="0" y="1905"/>
                    <a:pt x="0" y="2952"/>
                  </a:cubicBezTo>
                  <a:cubicBezTo>
                    <a:pt x="0" y="5429"/>
                    <a:pt x="2024" y="7441"/>
                    <a:pt x="4489" y="7441"/>
                  </a:cubicBezTo>
                  <a:cubicBezTo>
                    <a:pt x="5537" y="7441"/>
                    <a:pt x="6561" y="7072"/>
                    <a:pt x="7358" y="6405"/>
                  </a:cubicBezTo>
                  <a:cubicBezTo>
                    <a:pt x="7454" y="6322"/>
                    <a:pt x="7454" y="6203"/>
                    <a:pt x="7394" y="6131"/>
                  </a:cubicBezTo>
                  <a:cubicBezTo>
                    <a:pt x="7352" y="6083"/>
                    <a:pt x="7286" y="6058"/>
                    <a:pt x="7224" y="6058"/>
                  </a:cubicBezTo>
                  <a:cubicBezTo>
                    <a:pt x="7180" y="6058"/>
                    <a:pt x="7138" y="6071"/>
                    <a:pt x="7108" y="6096"/>
                  </a:cubicBezTo>
                  <a:cubicBezTo>
                    <a:pt x="6382" y="6703"/>
                    <a:pt x="5441" y="7048"/>
                    <a:pt x="4489" y="7048"/>
                  </a:cubicBezTo>
                  <a:cubicBezTo>
                    <a:pt x="2227" y="7048"/>
                    <a:pt x="381" y="5203"/>
                    <a:pt x="381" y="2928"/>
                  </a:cubicBezTo>
                  <a:cubicBezTo>
                    <a:pt x="381" y="1988"/>
                    <a:pt x="727" y="1047"/>
                    <a:pt x="1334" y="309"/>
                  </a:cubicBezTo>
                  <a:cubicBezTo>
                    <a:pt x="1405" y="226"/>
                    <a:pt x="1393" y="107"/>
                    <a:pt x="1298" y="47"/>
                  </a:cubicBezTo>
                  <a:cubicBezTo>
                    <a:pt x="1261" y="16"/>
                    <a:pt x="1217" y="0"/>
                    <a:pt x="11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9" name="Google Shape;9274;p60">
              <a:extLst>
                <a:ext uri="{FF2B5EF4-FFF2-40B4-BE49-F238E27FC236}">
                  <a16:creationId xmlns:a16="http://schemas.microsoft.com/office/drawing/2014/main" id="{A78B6D5B-213F-7687-5203-49ECACEEBC67}"/>
                </a:ext>
              </a:extLst>
            </p:cNvPr>
            <p:cNvSpPr/>
            <p:nvPr/>
          </p:nvSpPr>
          <p:spPr>
            <a:xfrm>
              <a:off x="3685230" y="2324104"/>
              <a:ext cx="237083" cy="235971"/>
            </a:xfrm>
            <a:custGeom>
              <a:avLst/>
              <a:gdLst/>
              <a:ahLst/>
              <a:cxnLst/>
              <a:rect l="l" t="t" r="r" b="b"/>
              <a:pathLst>
                <a:path w="7466" h="7431" extrusionOk="0">
                  <a:moveTo>
                    <a:pt x="2953" y="1"/>
                  </a:moveTo>
                  <a:cubicBezTo>
                    <a:pt x="1905" y="1"/>
                    <a:pt x="893" y="358"/>
                    <a:pt x="96" y="1025"/>
                  </a:cubicBezTo>
                  <a:cubicBezTo>
                    <a:pt x="0" y="1108"/>
                    <a:pt x="0" y="1227"/>
                    <a:pt x="60" y="1299"/>
                  </a:cubicBezTo>
                  <a:cubicBezTo>
                    <a:pt x="99" y="1344"/>
                    <a:pt x="151" y="1364"/>
                    <a:pt x="205" y="1364"/>
                  </a:cubicBezTo>
                  <a:cubicBezTo>
                    <a:pt x="250" y="1364"/>
                    <a:pt x="295" y="1350"/>
                    <a:pt x="334" y="1322"/>
                  </a:cubicBezTo>
                  <a:cubicBezTo>
                    <a:pt x="1060" y="715"/>
                    <a:pt x="2001" y="394"/>
                    <a:pt x="2953" y="394"/>
                  </a:cubicBezTo>
                  <a:cubicBezTo>
                    <a:pt x="5215" y="394"/>
                    <a:pt x="7061" y="2227"/>
                    <a:pt x="7061" y="4501"/>
                  </a:cubicBezTo>
                  <a:cubicBezTo>
                    <a:pt x="7061" y="5454"/>
                    <a:pt x="6727" y="6371"/>
                    <a:pt x="6120" y="7121"/>
                  </a:cubicBezTo>
                  <a:cubicBezTo>
                    <a:pt x="6049" y="7204"/>
                    <a:pt x="6061" y="7323"/>
                    <a:pt x="6156" y="7383"/>
                  </a:cubicBezTo>
                  <a:cubicBezTo>
                    <a:pt x="6180" y="7418"/>
                    <a:pt x="6227" y="7430"/>
                    <a:pt x="6275" y="7430"/>
                  </a:cubicBezTo>
                  <a:cubicBezTo>
                    <a:pt x="6322" y="7430"/>
                    <a:pt x="6382" y="7395"/>
                    <a:pt x="6418" y="7359"/>
                  </a:cubicBezTo>
                  <a:cubicBezTo>
                    <a:pt x="7084" y="6549"/>
                    <a:pt x="7442" y="5537"/>
                    <a:pt x="7442" y="4501"/>
                  </a:cubicBezTo>
                  <a:cubicBezTo>
                    <a:pt x="7465" y="2013"/>
                    <a:pt x="5441" y="1"/>
                    <a:pt x="2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0" name="Google Shape;9275;p60">
              <a:extLst>
                <a:ext uri="{FF2B5EF4-FFF2-40B4-BE49-F238E27FC236}">
                  <a16:creationId xmlns:a16="http://schemas.microsoft.com/office/drawing/2014/main" id="{5DF2F8D6-69DC-492F-7E1E-E3AD073F923F}"/>
                </a:ext>
              </a:extLst>
            </p:cNvPr>
            <p:cNvSpPr/>
            <p:nvPr/>
          </p:nvSpPr>
          <p:spPr>
            <a:xfrm>
              <a:off x="3663668" y="2351699"/>
              <a:ext cx="230668" cy="230668"/>
            </a:xfrm>
            <a:custGeom>
              <a:avLst/>
              <a:gdLst/>
              <a:ahLst/>
              <a:cxnLst/>
              <a:rect l="l" t="t" r="r" b="b"/>
              <a:pathLst>
                <a:path w="7264" h="7264" extrusionOk="0">
                  <a:moveTo>
                    <a:pt x="3632" y="382"/>
                  </a:moveTo>
                  <a:cubicBezTo>
                    <a:pt x="5418" y="382"/>
                    <a:pt x="6871" y="1846"/>
                    <a:pt x="6871" y="3632"/>
                  </a:cubicBezTo>
                  <a:cubicBezTo>
                    <a:pt x="6871" y="5418"/>
                    <a:pt x="5418" y="6871"/>
                    <a:pt x="3632" y="6871"/>
                  </a:cubicBezTo>
                  <a:cubicBezTo>
                    <a:pt x="1846" y="6871"/>
                    <a:pt x="382" y="5418"/>
                    <a:pt x="382" y="3632"/>
                  </a:cubicBezTo>
                  <a:cubicBezTo>
                    <a:pt x="382" y="1846"/>
                    <a:pt x="1846" y="382"/>
                    <a:pt x="3632" y="382"/>
                  </a:cubicBezTo>
                  <a:close/>
                  <a:moveTo>
                    <a:pt x="3632" y="1"/>
                  </a:moveTo>
                  <a:cubicBezTo>
                    <a:pt x="1632" y="1"/>
                    <a:pt x="1" y="1632"/>
                    <a:pt x="1" y="3632"/>
                  </a:cubicBezTo>
                  <a:cubicBezTo>
                    <a:pt x="1" y="5633"/>
                    <a:pt x="1632" y="7264"/>
                    <a:pt x="3632" y="7264"/>
                  </a:cubicBezTo>
                  <a:cubicBezTo>
                    <a:pt x="5644" y="7264"/>
                    <a:pt x="7263" y="5621"/>
                    <a:pt x="7263" y="3632"/>
                  </a:cubicBezTo>
                  <a:cubicBezTo>
                    <a:pt x="7263" y="1620"/>
                    <a:pt x="5620" y="1"/>
                    <a:pt x="3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1" name="Google Shape;9276;p60">
              <a:extLst>
                <a:ext uri="{FF2B5EF4-FFF2-40B4-BE49-F238E27FC236}">
                  <a16:creationId xmlns:a16="http://schemas.microsoft.com/office/drawing/2014/main" id="{5D9C580D-3C1D-242B-1753-47A1E4D3D2AB}"/>
                </a:ext>
              </a:extLst>
            </p:cNvPr>
            <p:cNvSpPr/>
            <p:nvPr/>
          </p:nvSpPr>
          <p:spPr>
            <a:xfrm>
              <a:off x="3933998" y="2289904"/>
              <a:ext cx="52586" cy="355243"/>
            </a:xfrm>
            <a:custGeom>
              <a:avLst/>
              <a:gdLst/>
              <a:ahLst/>
              <a:cxnLst/>
              <a:rect l="l" t="t" r="r" b="b"/>
              <a:pathLst>
                <a:path w="1656" h="11187" extrusionOk="0">
                  <a:moveTo>
                    <a:pt x="1251" y="554"/>
                  </a:moveTo>
                  <a:lnTo>
                    <a:pt x="1251" y="5555"/>
                  </a:lnTo>
                  <a:lnTo>
                    <a:pt x="715" y="5578"/>
                  </a:lnTo>
                  <a:lnTo>
                    <a:pt x="703" y="5578"/>
                  </a:lnTo>
                  <a:cubicBezTo>
                    <a:pt x="693" y="5580"/>
                    <a:pt x="683" y="5580"/>
                    <a:pt x="673" y="5580"/>
                  </a:cubicBezTo>
                  <a:cubicBezTo>
                    <a:pt x="583" y="5580"/>
                    <a:pt x="481" y="5536"/>
                    <a:pt x="417" y="5483"/>
                  </a:cubicBezTo>
                  <a:cubicBezTo>
                    <a:pt x="382" y="5436"/>
                    <a:pt x="370" y="5412"/>
                    <a:pt x="370" y="5412"/>
                  </a:cubicBezTo>
                  <a:lnTo>
                    <a:pt x="370" y="2411"/>
                  </a:lnTo>
                  <a:cubicBezTo>
                    <a:pt x="370" y="1697"/>
                    <a:pt x="703" y="1006"/>
                    <a:pt x="1251" y="554"/>
                  </a:cubicBezTo>
                  <a:close/>
                  <a:moveTo>
                    <a:pt x="1263" y="5959"/>
                  </a:moveTo>
                  <a:cubicBezTo>
                    <a:pt x="1263" y="9448"/>
                    <a:pt x="1275" y="10258"/>
                    <a:pt x="1275" y="10281"/>
                  </a:cubicBezTo>
                  <a:cubicBezTo>
                    <a:pt x="1263" y="10496"/>
                    <a:pt x="1203" y="10769"/>
                    <a:pt x="941" y="10769"/>
                  </a:cubicBezTo>
                  <a:cubicBezTo>
                    <a:pt x="858" y="10769"/>
                    <a:pt x="620" y="10769"/>
                    <a:pt x="620" y="10258"/>
                  </a:cubicBezTo>
                  <a:cubicBezTo>
                    <a:pt x="620" y="10115"/>
                    <a:pt x="667" y="9710"/>
                    <a:pt x="727" y="9246"/>
                  </a:cubicBezTo>
                  <a:cubicBezTo>
                    <a:pt x="822" y="8472"/>
                    <a:pt x="941" y="7400"/>
                    <a:pt x="941" y="6686"/>
                  </a:cubicBezTo>
                  <a:lnTo>
                    <a:pt x="941" y="5959"/>
                  </a:lnTo>
                  <a:close/>
                  <a:moveTo>
                    <a:pt x="1453" y="0"/>
                  </a:moveTo>
                  <a:cubicBezTo>
                    <a:pt x="1420" y="0"/>
                    <a:pt x="1388" y="6"/>
                    <a:pt x="1358" y="18"/>
                  </a:cubicBezTo>
                  <a:cubicBezTo>
                    <a:pt x="524" y="530"/>
                    <a:pt x="1" y="1447"/>
                    <a:pt x="1" y="2435"/>
                  </a:cubicBezTo>
                  <a:lnTo>
                    <a:pt x="1" y="5424"/>
                  </a:lnTo>
                  <a:cubicBezTo>
                    <a:pt x="1" y="5555"/>
                    <a:pt x="60" y="5674"/>
                    <a:pt x="179" y="5781"/>
                  </a:cubicBezTo>
                  <a:cubicBezTo>
                    <a:pt x="286" y="5876"/>
                    <a:pt x="417" y="5936"/>
                    <a:pt x="548" y="5959"/>
                  </a:cubicBezTo>
                  <a:lnTo>
                    <a:pt x="548" y="6709"/>
                  </a:lnTo>
                  <a:cubicBezTo>
                    <a:pt x="548" y="7400"/>
                    <a:pt x="429" y="8460"/>
                    <a:pt x="346" y="9222"/>
                  </a:cubicBezTo>
                  <a:cubicBezTo>
                    <a:pt x="286" y="9710"/>
                    <a:pt x="239" y="10091"/>
                    <a:pt x="239" y="10281"/>
                  </a:cubicBezTo>
                  <a:cubicBezTo>
                    <a:pt x="239" y="11115"/>
                    <a:pt x="774" y="11186"/>
                    <a:pt x="941" y="11186"/>
                  </a:cubicBezTo>
                  <a:cubicBezTo>
                    <a:pt x="1275" y="11186"/>
                    <a:pt x="1656" y="10948"/>
                    <a:pt x="1656" y="10281"/>
                  </a:cubicBezTo>
                  <a:lnTo>
                    <a:pt x="1656" y="185"/>
                  </a:lnTo>
                  <a:cubicBezTo>
                    <a:pt x="1656" y="113"/>
                    <a:pt x="1608" y="54"/>
                    <a:pt x="1548" y="18"/>
                  </a:cubicBezTo>
                  <a:cubicBezTo>
                    <a:pt x="1519" y="6"/>
                    <a:pt x="1486" y="0"/>
                    <a:pt x="14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5" name="Google Shape;9932;p61">
            <a:extLst>
              <a:ext uri="{FF2B5EF4-FFF2-40B4-BE49-F238E27FC236}">
                <a16:creationId xmlns:a16="http://schemas.microsoft.com/office/drawing/2014/main" id="{0AA64025-214F-9C10-A868-655B85FA0594}"/>
              </a:ext>
            </a:extLst>
          </p:cNvPr>
          <p:cNvGrpSpPr/>
          <p:nvPr/>
        </p:nvGrpSpPr>
        <p:grpSpPr>
          <a:xfrm>
            <a:off x="7268608" y="5812384"/>
            <a:ext cx="411535" cy="315587"/>
            <a:chOff x="3042703" y="1529137"/>
            <a:chExt cx="411535" cy="315587"/>
          </a:xfrm>
          <a:solidFill>
            <a:srgbClr val="00806E"/>
          </a:solidFill>
        </p:grpSpPr>
        <p:sp>
          <p:nvSpPr>
            <p:cNvPr id="1037" name="Google Shape;9933;p61">
              <a:extLst>
                <a:ext uri="{FF2B5EF4-FFF2-40B4-BE49-F238E27FC236}">
                  <a16:creationId xmlns:a16="http://schemas.microsoft.com/office/drawing/2014/main" id="{32B57D1C-9E54-C360-206D-5EDBCF5E4DA4}"/>
                </a:ext>
              </a:extLst>
            </p:cNvPr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8" name="Google Shape;9934;p61">
              <a:extLst>
                <a:ext uri="{FF2B5EF4-FFF2-40B4-BE49-F238E27FC236}">
                  <a16:creationId xmlns:a16="http://schemas.microsoft.com/office/drawing/2014/main" id="{8D5E35E9-F162-7E68-E7DB-E7A100C457F6}"/>
                </a:ext>
              </a:extLst>
            </p:cNvPr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9" name="Google Shape;9935;p61">
              <a:extLst>
                <a:ext uri="{FF2B5EF4-FFF2-40B4-BE49-F238E27FC236}">
                  <a16:creationId xmlns:a16="http://schemas.microsoft.com/office/drawing/2014/main" id="{83E13C15-EBAF-4F66-CD09-DF7D99F6E5D1}"/>
                </a:ext>
              </a:extLst>
            </p:cNvPr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0" name="Google Shape;9936;p61">
              <a:extLst>
                <a:ext uri="{FF2B5EF4-FFF2-40B4-BE49-F238E27FC236}">
                  <a16:creationId xmlns:a16="http://schemas.microsoft.com/office/drawing/2014/main" id="{9EC41020-4595-8689-77B6-E130FFADB2E2}"/>
                </a:ext>
              </a:extLst>
            </p:cNvPr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1" name="Google Shape;9937;p61">
              <a:extLst>
                <a:ext uri="{FF2B5EF4-FFF2-40B4-BE49-F238E27FC236}">
                  <a16:creationId xmlns:a16="http://schemas.microsoft.com/office/drawing/2014/main" id="{DEC9A7B0-5AEF-F873-2B7A-8CDD6B266260}"/>
                </a:ext>
              </a:extLst>
            </p:cNvPr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2" name="Google Shape;9938;p61">
              <a:extLst>
                <a:ext uri="{FF2B5EF4-FFF2-40B4-BE49-F238E27FC236}">
                  <a16:creationId xmlns:a16="http://schemas.microsoft.com/office/drawing/2014/main" id="{75DF8D61-2AC6-342A-348D-75535567967C}"/>
                </a:ext>
              </a:extLst>
            </p:cNvPr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3" name="Google Shape;9939;p61">
              <a:extLst>
                <a:ext uri="{FF2B5EF4-FFF2-40B4-BE49-F238E27FC236}">
                  <a16:creationId xmlns:a16="http://schemas.microsoft.com/office/drawing/2014/main" id="{B7B94536-F298-716C-4459-359ABCA239B2}"/>
                </a:ext>
              </a:extLst>
            </p:cNvPr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4" name="Google Shape;9940;p61">
              <a:extLst>
                <a:ext uri="{FF2B5EF4-FFF2-40B4-BE49-F238E27FC236}">
                  <a16:creationId xmlns:a16="http://schemas.microsoft.com/office/drawing/2014/main" id="{BAFB8EC2-1678-36C8-8116-61F05704DAA0}"/>
                </a:ext>
              </a:extLst>
            </p:cNvPr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5" name="Google Shape;9941;p61">
              <a:extLst>
                <a:ext uri="{FF2B5EF4-FFF2-40B4-BE49-F238E27FC236}">
                  <a16:creationId xmlns:a16="http://schemas.microsoft.com/office/drawing/2014/main" id="{AD4EF282-03B9-06F4-5B8B-BEC757D57E9B}"/>
                </a:ext>
              </a:extLst>
            </p:cNvPr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6" name="Google Shape;9942;p61">
              <a:extLst>
                <a:ext uri="{FF2B5EF4-FFF2-40B4-BE49-F238E27FC236}">
                  <a16:creationId xmlns:a16="http://schemas.microsoft.com/office/drawing/2014/main" id="{1C683381-EF04-AA91-D29A-8A8AAC1F4089}"/>
                </a:ext>
              </a:extLst>
            </p:cNvPr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6" name="Google Shape;11962;p64">
            <a:extLst>
              <a:ext uri="{FF2B5EF4-FFF2-40B4-BE49-F238E27FC236}">
                <a16:creationId xmlns:a16="http://schemas.microsoft.com/office/drawing/2014/main" id="{C27D768B-3A16-EB72-4F6B-CFB9F3434E93}"/>
              </a:ext>
            </a:extLst>
          </p:cNvPr>
          <p:cNvGrpSpPr/>
          <p:nvPr/>
        </p:nvGrpSpPr>
        <p:grpSpPr>
          <a:xfrm>
            <a:off x="7311035" y="6568938"/>
            <a:ext cx="352209" cy="334938"/>
            <a:chOff x="7066548" y="2912594"/>
            <a:chExt cx="352209" cy="334938"/>
          </a:xfrm>
          <a:solidFill>
            <a:srgbClr val="00806E"/>
          </a:solidFill>
        </p:grpSpPr>
        <p:sp>
          <p:nvSpPr>
            <p:cNvPr id="60" name="Google Shape;11963;p64">
              <a:extLst>
                <a:ext uri="{FF2B5EF4-FFF2-40B4-BE49-F238E27FC236}">
                  <a16:creationId xmlns:a16="http://schemas.microsoft.com/office/drawing/2014/main" id="{99F27AD0-2C94-5482-8124-423510E7439F}"/>
                </a:ext>
              </a:extLst>
            </p:cNvPr>
            <p:cNvSpPr/>
            <p:nvPr/>
          </p:nvSpPr>
          <p:spPr>
            <a:xfrm>
              <a:off x="7066548" y="2912594"/>
              <a:ext cx="219264" cy="266399"/>
            </a:xfrm>
            <a:custGeom>
              <a:avLst/>
              <a:gdLst/>
              <a:ahLst/>
              <a:cxnLst/>
              <a:rect l="l" t="t" r="r" b="b"/>
              <a:pathLst>
                <a:path w="6894" h="8376" extrusionOk="0">
                  <a:moveTo>
                    <a:pt x="6584" y="363"/>
                  </a:moveTo>
                  <a:lnTo>
                    <a:pt x="6584" y="1839"/>
                  </a:lnTo>
                  <a:lnTo>
                    <a:pt x="1774" y="2911"/>
                  </a:lnTo>
                  <a:lnTo>
                    <a:pt x="1774" y="1434"/>
                  </a:lnTo>
                  <a:lnTo>
                    <a:pt x="6584" y="363"/>
                  </a:lnTo>
                  <a:close/>
                  <a:moveTo>
                    <a:pt x="6584" y="2137"/>
                  </a:moveTo>
                  <a:lnTo>
                    <a:pt x="6584" y="6078"/>
                  </a:lnTo>
                  <a:cubicBezTo>
                    <a:pt x="6584" y="6209"/>
                    <a:pt x="6525" y="6423"/>
                    <a:pt x="6346" y="6578"/>
                  </a:cubicBezTo>
                  <a:cubicBezTo>
                    <a:pt x="6203" y="6721"/>
                    <a:pt x="5989" y="6863"/>
                    <a:pt x="5596" y="6863"/>
                  </a:cubicBezTo>
                  <a:cubicBezTo>
                    <a:pt x="5191" y="6863"/>
                    <a:pt x="4882" y="6625"/>
                    <a:pt x="4882" y="6328"/>
                  </a:cubicBezTo>
                  <a:cubicBezTo>
                    <a:pt x="4882" y="6030"/>
                    <a:pt x="5215" y="5792"/>
                    <a:pt x="5596" y="5792"/>
                  </a:cubicBezTo>
                  <a:cubicBezTo>
                    <a:pt x="5751" y="5792"/>
                    <a:pt x="5906" y="5840"/>
                    <a:pt x="6084" y="5899"/>
                  </a:cubicBezTo>
                  <a:cubicBezTo>
                    <a:pt x="6104" y="5904"/>
                    <a:pt x="6126" y="5907"/>
                    <a:pt x="6148" y="5907"/>
                  </a:cubicBezTo>
                  <a:cubicBezTo>
                    <a:pt x="6179" y="5907"/>
                    <a:pt x="6211" y="5901"/>
                    <a:pt x="6239" y="5887"/>
                  </a:cubicBezTo>
                  <a:cubicBezTo>
                    <a:pt x="6287" y="5851"/>
                    <a:pt x="6311" y="5804"/>
                    <a:pt x="6311" y="5744"/>
                  </a:cubicBezTo>
                  <a:lnTo>
                    <a:pt x="6311" y="2196"/>
                  </a:lnTo>
                  <a:lnTo>
                    <a:pt x="6584" y="2137"/>
                  </a:lnTo>
                  <a:close/>
                  <a:moveTo>
                    <a:pt x="6735" y="1"/>
                  </a:moveTo>
                  <a:cubicBezTo>
                    <a:pt x="6724" y="1"/>
                    <a:pt x="6713" y="2"/>
                    <a:pt x="6704" y="5"/>
                  </a:cubicBezTo>
                  <a:lnTo>
                    <a:pt x="1560" y="1137"/>
                  </a:lnTo>
                  <a:cubicBezTo>
                    <a:pt x="1489" y="1148"/>
                    <a:pt x="1429" y="1220"/>
                    <a:pt x="1429" y="1303"/>
                  </a:cubicBezTo>
                  <a:lnTo>
                    <a:pt x="1429" y="3101"/>
                  </a:lnTo>
                  <a:lnTo>
                    <a:pt x="1429" y="4030"/>
                  </a:lnTo>
                  <a:cubicBezTo>
                    <a:pt x="1429" y="4113"/>
                    <a:pt x="1500" y="4185"/>
                    <a:pt x="1596" y="4185"/>
                  </a:cubicBezTo>
                  <a:cubicBezTo>
                    <a:pt x="1679" y="4185"/>
                    <a:pt x="1751" y="4113"/>
                    <a:pt x="1751" y="4030"/>
                  </a:cubicBezTo>
                  <a:lnTo>
                    <a:pt x="1751" y="3232"/>
                  </a:lnTo>
                  <a:lnTo>
                    <a:pt x="2024" y="3173"/>
                  </a:lnTo>
                  <a:lnTo>
                    <a:pt x="2024" y="7304"/>
                  </a:lnTo>
                  <a:cubicBezTo>
                    <a:pt x="2024" y="7459"/>
                    <a:pt x="1858" y="8078"/>
                    <a:pt x="1036" y="8078"/>
                  </a:cubicBezTo>
                  <a:cubicBezTo>
                    <a:pt x="643" y="8078"/>
                    <a:pt x="322" y="7840"/>
                    <a:pt x="322" y="7542"/>
                  </a:cubicBezTo>
                  <a:cubicBezTo>
                    <a:pt x="322" y="7244"/>
                    <a:pt x="655" y="7006"/>
                    <a:pt x="1036" y="7006"/>
                  </a:cubicBezTo>
                  <a:cubicBezTo>
                    <a:pt x="1191" y="7006"/>
                    <a:pt x="1358" y="7042"/>
                    <a:pt x="1536" y="7102"/>
                  </a:cubicBezTo>
                  <a:cubicBezTo>
                    <a:pt x="1552" y="7112"/>
                    <a:pt x="1573" y="7118"/>
                    <a:pt x="1596" y="7118"/>
                  </a:cubicBezTo>
                  <a:cubicBezTo>
                    <a:pt x="1623" y="7118"/>
                    <a:pt x="1653" y="7109"/>
                    <a:pt x="1679" y="7090"/>
                  </a:cubicBezTo>
                  <a:cubicBezTo>
                    <a:pt x="1727" y="7066"/>
                    <a:pt x="1751" y="7018"/>
                    <a:pt x="1751" y="6959"/>
                  </a:cubicBezTo>
                  <a:lnTo>
                    <a:pt x="1751" y="4744"/>
                  </a:lnTo>
                  <a:cubicBezTo>
                    <a:pt x="1751" y="4649"/>
                    <a:pt x="1679" y="4577"/>
                    <a:pt x="1596" y="4577"/>
                  </a:cubicBezTo>
                  <a:cubicBezTo>
                    <a:pt x="1500" y="4577"/>
                    <a:pt x="1429" y="4649"/>
                    <a:pt x="1429" y="4744"/>
                  </a:cubicBezTo>
                  <a:lnTo>
                    <a:pt x="1429" y="6732"/>
                  </a:lnTo>
                  <a:cubicBezTo>
                    <a:pt x="1298" y="6709"/>
                    <a:pt x="1167" y="6673"/>
                    <a:pt x="1048" y="6673"/>
                  </a:cubicBezTo>
                  <a:cubicBezTo>
                    <a:pt x="465" y="6673"/>
                    <a:pt x="0" y="7066"/>
                    <a:pt x="0" y="7518"/>
                  </a:cubicBezTo>
                  <a:cubicBezTo>
                    <a:pt x="0" y="7995"/>
                    <a:pt x="465" y="8376"/>
                    <a:pt x="1048" y="8376"/>
                  </a:cubicBezTo>
                  <a:cubicBezTo>
                    <a:pt x="1596" y="8376"/>
                    <a:pt x="1905" y="8137"/>
                    <a:pt x="2072" y="7935"/>
                  </a:cubicBezTo>
                  <a:cubicBezTo>
                    <a:pt x="2274" y="7697"/>
                    <a:pt x="2358" y="7435"/>
                    <a:pt x="2358" y="7268"/>
                  </a:cubicBezTo>
                  <a:lnTo>
                    <a:pt x="2358" y="3089"/>
                  </a:lnTo>
                  <a:lnTo>
                    <a:pt x="5965" y="2280"/>
                  </a:lnTo>
                  <a:lnTo>
                    <a:pt x="5965" y="5542"/>
                  </a:lnTo>
                  <a:cubicBezTo>
                    <a:pt x="5834" y="5518"/>
                    <a:pt x="5703" y="5482"/>
                    <a:pt x="5584" y="5482"/>
                  </a:cubicBezTo>
                  <a:cubicBezTo>
                    <a:pt x="5001" y="5482"/>
                    <a:pt x="4537" y="5875"/>
                    <a:pt x="4537" y="6328"/>
                  </a:cubicBezTo>
                  <a:cubicBezTo>
                    <a:pt x="4537" y="6804"/>
                    <a:pt x="5001" y="7185"/>
                    <a:pt x="5584" y="7185"/>
                  </a:cubicBezTo>
                  <a:cubicBezTo>
                    <a:pt x="6477" y="7185"/>
                    <a:pt x="6894" y="6506"/>
                    <a:pt x="6894" y="6054"/>
                  </a:cubicBezTo>
                  <a:lnTo>
                    <a:pt x="6894" y="1922"/>
                  </a:lnTo>
                  <a:lnTo>
                    <a:pt x="6894" y="125"/>
                  </a:lnTo>
                  <a:cubicBezTo>
                    <a:pt x="6894" y="113"/>
                    <a:pt x="6882" y="65"/>
                    <a:pt x="6834" y="29"/>
                  </a:cubicBezTo>
                  <a:cubicBezTo>
                    <a:pt x="6800" y="12"/>
                    <a:pt x="6765" y="1"/>
                    <a:pt x="67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2" name="Google Shape;11964;p64">
              <a:extLst>
                <a:ext uri="{FF2B5EF4-FFF2-40B4-BE49-F238E27FC236}">
                  <a16:creationId xmlns:a16="http://schemas.microsoft.com/office/drawing/2014/main" id="{015CEE94-1A8E-2C35-6E61-2E8BC6BCB69F}"/>
                </a:ext>
              </a:extLst>
            </p:cNvPr>
            <p:cNvSpPr/>
            <p:nvPr/>
          </p:nvSpPr>
          <p:spPr>
            <a:xfrm>
              <a:off x="7262690" y="2968571"/>
              <a:ext cx="156067" cy="278962"/>
            </a:xfrm>
            <a:custGeom>
              <a:avLst/>
              <a:gdLst/>
              <a:ahLst/>
              <a:cxnLst/>
              <a:rect l="l" t="t" r="r" b="b"/>
              <a:pathLst>
                <a:path w="4907" h="8771" extrusionOk="0">
                  <a:moveTo>
                    <a:pt x="1928" y="0"/>
                  </a:moveTo>
                  <a:cubicBezTo>
                    <a:pt x="1909" y="0"/>
                    <a:pt x="1889" y="3"/>
                    <a:pt x="1870" y="8"/>
                  </a:cubicBezTo>
                  <a:cubicBezTo>
                    <a:pt x="1787" y="31"/>
                    <a:pt x="1727" y="103"/>
                    <a:pt x="1727" y="210"/>
                  </a:cubicBezTo>
                  <a:lnTo>
                    <a:pt x="1727" y="3746"/>
                  </a:lnTo>
                  <a:cubicBezTo>
                    <a:pt x="1727" y="3841"/>
                    <a:pt x="1799" y="3913"/>
                    <a:pt x="1882" y="3913"/>
                  </a:cubicBezTo>
                  <a:cubicBezTo>
                    <a:pt x="1977" y="3913"/>
                    <a:pt x="2049" y="3841"/>
                    <a:pt x="2049" y="3746"/>
                  </a:cubicBezTo>
                  <a:lnTo>
                    <a:pt x="2049" y="627"/>
                  </a:lnTo>
                  <a:cubicBezTo>
                    <a:pt x="2108" y="734"/>
                    <a:pt x="2180" y="853"/>
                    <a:pt x="2275" y="972"/>
                  </a:cubicBezTo>
                  <a:lnTo>
                    <a:pt x="2287" y="984"/>
                  </a:lnTo>
                  <a:lnTo>
                    <a:pt x="2322" y="1008"/>
                  </a:lnTo>
                  <a:lnTo>
                    <a:pt x="2334" y="1032"/>
                  </a:lnTo>
                  <a:cubicBezTo>
                    <a:pt x="2858" y="1770"/>
                    <a:pt x="3346" y="2246"/>
                    <a:pt x="3787" y="2425"/>
                  </a:cubicBezTo>
                  <a:cubicBezTo>
                    <a:pt x="4180" y="2591"/>
                    <a:pt x="4370" y="3091"/>
                    <a:pt x="4466" y="3508"/>
                  </a:cubicBezTo>
                  <a:cubicBezTo>
                    <a:pt x="4525" y="3782"/>
                    <a:pt x="4549" y="4068"/>
                    <a:pt x="4573" y="4306"/>
                  </a:cubicBezTo>
                  <a:cubicBezTo>
                    <a:pt x="4216" y="3853"/>
                    <a:pt x="3573" y="3175"/>
                    <a:pt x="2561" y="2794"/>
                  </a:cubicBezTo>
                  <a:cubicBezTo>
                    <a:pt x="2543" y="2789"/>
                    <a:pt x="2524" y="2787"/>
                    <a:pt x="2505" y="2787"/>
                  </a:cubicBezTo>
                  <a:cubicBezTo>
                    <a:pt x="2471" y="2787"/>
                    <a:pt x="2436" y="2795"/>
                    <a:pt x="2406" y="2817"/>
                  </a:cubicBezTo>
                  <a:cubicBezTo>
                    <a:pt x="2358" y="2841"/>
                    <a:pt x="2334" y="2889"/>
                    <a:pt x="2334" y="2948"/>
                  </a:cubicBezTo>
                  <a:lnTo>
                    <a:pt x="2334" y="7366"/>
                  </a:lnTo>
                  <a:cubicBezTo>
                    <a:pt x="2334" y="7735"/>
                    <a:pt x="1894" y="8437"/>
                    <a:pt x="1191" y="8437"/>
                  </a:cubicBezTo>
                  <a:cubicBezTo>
                    <a:pt x="727" y="8437"/>
                    <a:pt x="334" y="8151"/>
                    <a:pt x="334" y="7818"/>
                  </a:cubicBezTo>
                  <a:cubicBezTo>
                    <a:pt x="334" y="7473"/>
                    <a:pt x="727" y="7187"/>
                    <a:pt x="1191" y="7187"/>
                  </a:cubicBezTo>
                  <a:cubicBezTo>
                    <a:pt x="1382" y="7187"/>
                    <a:pt x="1620" y="7247"/>
                    <a:pt x="1822" y="7354"/>
                  </a:cubicBezTo>
                  <a:cubicBezTo>
                    <a:pt x="1841" y="7363"/>
                    <a:pt x="1861" y="7367"/>
                    <a:pt x="1881" y="7367"/>
                  </a:cubicBezTo>
                  <a:cubicBezTo>
                    <a:pt x="1914" y="7367"/>
                    <a:pt x="1948" y="7357"/>
                    <a:pt x="1977" y="7342"/>
                  </a:cubicBezTo>
                  <a:cubicBezTo>
                    <a:pt x="2013" y="7306"/>
                    <a:pt x="2049" y="7258"/>
                    <a:pt x="2049" y="7199"/>
                  </a:cubicBezTo>
                  <a:lnTo>
                    <a:pt x="2049" y="4520"/>
                  </a:lnTo>
                  <a:cubicBezTo>
                    <a:pt x="2049" y="4437"/>
                    <a:pt x="1977" y="4365"/>
                    <a:pt x="1882" y="4365"/>
                  </a:cubicBezTo>
                  <a:cubicBezTo>
                    <a:pt x="1799" y="4365"/>
                    <a:pt x="1727" y="4437"/>
                    <a:pt x="1727" y="4520"/>
                  </a:cubicBezTo>
                  <a:lnTo>
                    <a:pt x="1727" y="6961"/>
                  </a:lnTo>
                  <a:cubicBezTo>
                    <a:pt x="1525" y="6901"/>
                    <a:pt x="1334" y="6866"/>
                    <a:pt x="1168" y="6866"/>
                  </a:cubicBezTo>
                  <a:cubicBezTo>
                    <a:pt x="537" y="6866"/>
                    <a:pt x="1" y="7294"/>
                    <a:pt x="1" y="7818"/>
                  </a:cubicBezTo>
                  <a:cubicBezTo>
                    <a:pt x="1" y="8330"/>
                    <a:pt x="513" y="8771"/>
                    <a:pt x="1168" y="8771"/>
                  </a:cubicBezTo>
                  <a:cubicBezTo>
                    <a:pt x="1584" y="8771"/>
                    <a:pt x="1977" y="8592"/>
                    <a:pt x="2263" y="8259"/>
                  </a:cubicBezTo>
                  <a:cubicBezTo>
                    <a:pt x="2489" y="7997"/>
                    <a:pt x="2644" y="7651"/>
                    <a:pt x="2644" y="7366"/>
                  </a:cubicBezTo>
                  <a:lnTo>
                    <a:pt x="2644" y="3187"/>
                  </a:lnTo>
                  <a:cubicBezTo>
                    <a:pt x="3775" y="3675"/>
                    <a:pt x="4382" y="4568"/>
                    <a:pt x="4549" y="4842"/>
                  </a:cubicBezTo>
                  <a:cubicBezTo>
                    <a:pt x="4589" y="4901"/>
                    <a:pt x="4654" y="4928"/>
                    <a:pt x="4723" y="4928"/>
                  </a:cubicBezTo>
                  <a:cubicBezTo>
                    <a:pt x="4736" y="4928"/>
                    <a:pt x="4750" y="4927"/>
                    <a:pt x="4763" y="4925"/>
                  </a:cubicBezTo>
                  <a:cubicBezTo>
                    <a:pt x="4847" y="4901"/>
                    <a:pt x="4894" y="4818"/>
                    <a:pt x="4894" y="4746"/>
                  </a:cubicBezTo>
                  <a:cubicBezTo>
                    <a:pt x="4906" y="4544"/>
                    <a:pt x="4894" y="3996"/>
                    <a:pt x="4763" y="3460"/>
                  </a:cubicBezTo>
                  <a:cubicBezTo>
                    <a:pt x="4597" y="2758"/>
                    <a:pt x="4311" y="2329"/>
                    <a:pt x="3894" y="2151"/>
                  </a:cubicBezTo>
                  <a:cubicBezTo>
                    <a:pt x="3513" y="1984"/>
                    <a:pt x="3061" y="1555"/>
                    <a:pt x="2584" y="865"/>
                  </a:cubicBezTo>
                  <a:cubicBezTo>
                    <a:pt x="2572" y="841"/>
                    <a:pt x="2561" y="805"/>
                    <a:pt x="2525" y="781"/>
                  </a:cubicBezTo>
                  <a:cubicBezTo>
                    <a:pt x="2346" y="508"/>
                    <a:pt x="2203" y="270"/>
                    <a:pt x="2108" y="103"/>
                  </a:cubicBezTo>
                  <a:cubicBezTo>
                    <a:pt x="2070" y="36"/>
                    <a:pt x="2002" y="0"/>
                    <a:pt x="1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3" name="Google Shape;11965;p64">
              <a:extLst>
                <a:ext uri="{FF2B5EF4-FFF2-40B4-BE49-F238E27FC236}">
                  <a16:creationId xmlns:a16="http://schemas.microsoft.com/office/drawing/2014/main" id="{6231935F-FD05-9C42-6A6D-FFEEA7C4B947}"/>
                </a:ext>
              </a:extLst>
            </p:cNvPr>
            <p:cNvSpPr/>
            <p:nvPr/>
          </p:nvSpPr>
          <p:spPr>
            <a:xfrm>
              <a:off x="7356610" y="3200843"/>
              <a:ext cx="58362" cy="24363"/>
            </a:xfrm>
            <a:custGeom>
              <a:avLst/>
              <a:gdLst/>
              <a:ahLst/>
              <a:cxnLst/>
              <a:rect l="l" t="t" r="r" b="b"/>
              <a:pathLst>
                <a:path w="1835" h="766" extrusionOk="0">
                  <a:moveTo>
                    <a:pt x="1669" y="1"/>
                  </a:moveTo>
                  <a:cubicBezTo>
                    <a:pt x="1636" y="1"/>
                    <a:pt x="1603" y="13"/>
                    <a:pt x="1572" y="39"/>
                  </a:cubicBezTo>
                  <a:cubicBezTo>
                    <a:pt x="1572" y="39"/>
                    <a:pt x="1120" y="348"/>
                    <a:pt x="155" y="444"/>
                  </a:cubicBezTo>
                  <a:cubicBezTo>
                    <a:pt x="60" y="456"/>
                    <a:pt x="0" y="527"/>
                    <a:pt x="0" y="622"/>
                  </a:cubicBezTo>
                  <a:cubicBezTo>
                    <a:pt x="24" y="706"/>
                    <a:pt x="84" y="765"/>
                    <a:pt x="167" y="765"/>
                  </a:cubicBezTo>
                  <a:lnTo>
                    <a:pt x="179" y="765"/>
                  </a:lnTo>
                  <a:cubicBezTo>
                    <a:pt x="1263" y="658"/>
                    <a:pt x="1739" y="325"/>
                    <a:pt x="1763" y="301"/>
                  </a:cubicBezTo>
                  <a:cubicBezTo>
                    <a:pt x="1822" y="229"/>
                    <a:pt x="1834" y="146"/>
                    <a:pt x="1786" y="63"/>
                  </a:cubicBezTo>
                  <a:cubicBezTo>
                    <a:pt x="1753" y="22"/>
                    <a:pt x="1711" y="1"/>
                    <a:pt x="1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4" name="Google Shape;11966;p64">
              <a:extLst>
                <a:ext uri="{FF2B5EF4-FFF2-40B4-BE49-F238E27FC236}">
                  <a16:creationId xmlns:a16="http://schemas.microsoft.com/office/drawing/2014/main" id="{8916B62B-CFF3-92F5-A7B2-1494644F2FB3}"/>
                </a:ext>
              </a:extLst>
            </p:cNvPr>
            <p:cNvSpPr/>
            <p:nvPr/>
          </p:nvSpPr>
          <p:spPr>
            <a:xfrm>
              <a:off x="7068806" y="3188821"/>
              <a:ext cx="179539" cy="24617"/>
            </a:xfrm>
            <a:custGeom>
              <a:avLst/>
              <a:gdLst/>
              <a:ahLst/>
              <a:cxnLst/>
              <a:rect l="l" t="t" r="r" b="b"/>
              <a:pathLst>
                <a:path w="5645" h="774" extrusionOk="0">
                  <a:moveTo>
                    <a:pt x="1675" y="1"/>
                  </a:moveTo>
                  <a:cubicBezTo>
                    <a:pt x="1452" y="1"/>
                    <a:pt x="1243" y="9"/>
                    <a:pt x="1048" y="24"/>
                  </a:cubicBezTo>
                  <a:cubicBezTo>
                    <a:pt x="632" y="60"/>
                    <a:pt x="322" y="131"/>
                    <a:pt x="144" y="202"/>
                  </a:cubicBezTo>
                  <a:cubicBezTo>
                    <a:pt x="36" y="250"/>
                    <a:pt x="1" y="369"/>
                    <a:pt x="84" y="464"/>
                  </a:cubicBezTo>
                  <a:cubicBezTo>
                    <a:pt x="106" y="502"/>
                    <a:pt x="147" y="520"/>
                    <a:pt x="189" y="520"/>
                  </a:cubicBezTo>
                  <a:cubicBezTo>
                    <a:pt x="215" y="520"/>
                    <a:pt x="240" y="514"/>
                    <a:pt x="263" y="500"/>
                  </a:cubicBezTo>
                  <a:cubicBezTo>
                    <a:pt x="394" y="441"/>
                    <a:pt x="656" y="369"/>
                    <a:pt x="1168" y="345"/>
                  </a:cubicBezTo>
                  <a:cubicBezTo>
                    <a:pt x="1340" y="332"/>
                    <a:pt x="1521" y="327"/>
                    <a:pt x="1709" y="327"/>
                  </a:cubicBezTo>
                  <a:cubicBezTo>
                    <a:pt x="2909" y="327"/>
                    <a:pt x="4373" y="568"/>
                    <a:pt x="5454" y="774"/>
                  </a:cubicBezTo>
                  <a:lnTo>
                    <a:pt x="5478" y="774"/>
                  </a:lnTo>
                  <a:cubicBezTo>
                    <a:pt x="5561" y="774"/>
                    <a:pt x="5632" y="714"/>
                    <a:pt x="5644" y="643"/>
                  </a:cubicBezTo>
                  <a:cubicBezTo>
                    <a:pt x="5644" y="560"/>
                    <a:pt x="5585" y="488"/>
                    <a:pt x="5513" y="464"/>
                  </a:cubicBezTo>
                  <a:cubicBezTo>
                    <a:pt x="3958" y="153"/>
                    <a:pt x="2672" y="1"/>
                    <a:pt x="16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5" name="Google Shape;11967;p64">
              <a:extLst>
                <a:ext uri="{FF2B5EF4-FFF2-40B4-BE49-F238E27FC236}">
                  <a16:creationId xmlns:a16="http://schemas.microsoft.com/office/drawing/2014/main" id="{2774BEF5-5E61-B337-83E1-07ECE17550AD}"/>
                </a:ext>
              </a:extLst>
            </p:cNvPr>
            <p:cNvSpPr/>
            <p:nvPr/>
          </p:nvSpPr>
          <p:spPr>
            <a:xfrm>
              <a:off x="7361158" y="3154726"/>
              <a:ext cx="49997" cy="20482"/>
            </a:xfrm>
            <a:custGeom>
              <a:avLst/>
              <a:gdLst/>
              <a:ahLst/>
              <a:cxnLst/>
              <a:rect l="l" t="t" r="r" b="b"/>
              <a:pathLst>
                <a:path w="1572" h="644" extrusionOk="0">
                  <a:moveTo>
                    <a:pt x="1375" y="1"/>
                  </a:moveTo>
                  <a:cubicBezTo>
                    <a:pt x="1352" y="1"/>
                    <a:pt x="1330" y="5"/>
                    <a:pt x="1310" y="12"/>
                  </a:cubicBezTo>
                  <a:cubicBezTo>
                    <a:pt x="1131" y="120"/>
                    <a:pt x="750" y="251"/>
                    <a:pt x="143" y="310"/>
                  </a:cubicBezTo>
                  <a:cubicBezTo>
                    <a:pt x="60" y="322"/>
                    <a:pt x="0" y="382"/>
                    <a:pt x="0" y="477"/>
                  </a:cubicBezTo>
                  <a:cubicBezTo>
                    <a:pt x="0" y="560"/>
                    <a:pt x="72" y="643"/>
                    <a:pt x="155" y="643"/>
                  </a:cubicBezTo>
                  <a:lnTo>
                    <a:pt x="179" y="643"/>
                  </a:lnTo>
                  <a:cubicBezTo>
                    <a:pt x="881" y="584"/>
                    <a:pt x="1274" y="417"/>
                    <a:pt x="1465" y="310"/>
                  </a:cubicBezTo>
                  <a:cubicBezTo>
                    <a:pt x="1560" y="251"/>
                    <a:pt x="1572" y="120"/>
                    <a:pt x="1501" y="48"/>
                  </a:cubicBezTo>
                  <a:cubicBezTo>
                    <a:pt x="1469" y="16"/>
                    <a:pt x="1421" y="1"/>
                    <a:pt x="13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6" name="Google Shape;11968;p64">
              <a:extLst>
                <a:ext uri="{FF2B5EF4-FFF2-40B4-BE49-F238E27FC236}">
                  <a16:creationId xmlns:a16="http://schemas.microsoft.com/office/drawing/2014/main" id="{F82E560E-8F08-AADF-C91F-A8920093E6C7}"/>
                </a:ext>
              </a:extLst>
            </p:cNvPr>
            <p:cNvSpPr/>
            <p:nvPr/>
          </p:nvSpPr>
          <p:spPr>
            <a:xfrm>
              <a:off x="7155920" y="3139523"/>
              <a:ext cx="148084" cy="33045"/>
            </a:xfrm>
            <a:custGeom>
              <a:avLst/>
              <a:gdLst/>
              <a:ahLst/>
              <a:cxnLst/>
              <a:rect l="l" t="t" r="r" b="b"/>
              <a:pathLst>
                <a:path w="4656" h="1039" extrusionOk="0">
                  <a:moveTo>
                    <a:pt x="172" y="1"/>
                  </a:moveTo>
                  <a:cubicBezTo>
                    <a:pt x="97" y="1"/>
                    <a:pt x="34" y="68"/>
                    <a:pt x="12" y="145"/>
                  </a:cubicBezTo>
                  <a:cubicBezTo>
                    <a:pt x="0" y="240"/>
                    <a:pt x="84" y="312"/>
                    <a:pt x="167" y="324"/>
                  </a:cubicBezTo>
                  <a:cubicBezTo>
                    <a:pt x="726" y="383"/>
                    <a:pt x="1536" y="526"/>
                    <a:pt x="2489" y="705"/>
                  </a:cubicBezTo>
                  <a:cubicBezTo>
                    <a:pt x="3382" y="883"/>
                    <a:pt x="4001" y="979"/>
                    <a:pt x="4477" y="1038"/>
                  </a:cubicBezTo>
                  <a:lnTo>
                    <a:pt x="4501" y="1038"/>
                  </a:lnTo>
                  <a:cubicBezTo>
                    <a:pt x="4572" y="1038"/>
                    <a:pt x="4644" y="979"/>
                    <a:pt x="4656" y="895"/>
                  </a:cubicBezTo>
                  <a:cubicBezTo>
                    <a:pt x="4644" y="824"/>
                    <a:pt x="4584" y="740"/>
                    <a:pt x="4501" y="729"/>
                  </a:cubicBezTo>
                  <a:cubicBezTo>
                    <a:pt x="4036" y="669"/>
                    <a:pt x="3417" y="562"/>
                    <a:pt x="2536" y="383"/>
                  </a:cubicBezTo>
                  <a:cubicBezTo>
                    <a:pt x="1584" y="193"/>
                    <a:pt x="762" y="62"/>
                    <a:pt x="191" y="2"/>
                  </a:cubicBezTo>
                  <a:cubicBezTo>
                    <a:pt x="185" y="1"/>
                    <a:pt x="178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7" name="Google Shape;9735;p61">
            <a:extLst>
              <a:ext uri="{FF2B5EF4-FFF2-40B4-BE49-F238E27FC236}">
                <a16:creationId xmlns:a16="http://schemas.microsoft.com/office/drawing/2014/main" id="{4C69B48B-64BC-F347-03FA-87835F582A7A}"/>
              </a:ext>
            </a:extLst>
          </p:cNvPr>
          <p:cNvGrpSpPr/>
          <p:nvPr/>
        </p:nvGrpSpPr>
        <p:grpSpPr>
          <a:xfrm>
            <a:off x="7316008" y="7256510"/>
            <a:ext cx="364135" cy="359930"/>
            <a:chOff x="2174559" y="3356116"/>
            <a:chExt cx="364135" cy="359930"/>
          </a:xfrm>
          <a:solidFill>
            <a:srgbClr val="00806E"/>
          </a:solidFill>
        </p:grpSpPr>
        <p:sp>
          <p:nvSpPr>
            <p:cNvPr id="58" name="Google Shape;9736;p61">
              <a:extLst>
                <a:ext uri="{FF2B5EF4-FFF2-40B4-BE49-F238E27FC236}">
                  <a16:creationId xmlns:a16="http://schemas.microsoft.com/office/drawing/2014/main" id="{AE559107-A146-17F4-6141-29FF0E28F14C}"/>
                </a:ext>
              </a:extLst>
            </p:cNvPr>
            <p:cNvSpPr/>
            <p:nvPr/>
          </p:nvSpPr>
          <p:spPr>
            <a:xfrm>
              <a:off x="2273915" y="3452414"/>
              <a:ext cx="166920" cy="166920"/>
            </a:xfrm>
            <a:custGeom>
              <a:avLst/>
              <a:gdLst/>
              <a:ahLst/>
              <a:cxnLst/>
              <a:rect l="l" t="t" r="r" b="b"/>
              <a:pathLst>
                <a:path w="5240" h="5240" extrusionOk="0">
                  <a:moveTo>
                    <a:pt x="4715" y="358"/>
                  </a:moveTo>
                  <a:cubicBezTo>
                    <a:pt x="4763" y="358"/>
                    <a:pt x="4787" y="370"/>
                    <a:pt x="4811" y="406"/>
                  </a:cubicBezTo>
                  <a:cubicBezTo>
                    <a:pt x="4846" y="429"/>
                    <a:pt x="4858" y="477"/>
                    <a:pt x="4858" y="513"/>
                  </a:cubicBezTo>
                  <a:cubicBezTo>
                    <a:pt x="4858" y="548"/>
                    <a:pt x="4846" y="584"/>
                    <a:pt x="4811" y="608"/>
                  </a:cubicBezTo>
                  <a:lnTo>
                    <a:pt x="4418" y="1013"/>
                  </a:lnTo>
                  <a:lnTo>
                    <a:pt x="4192" y="787"/>
                  </a:lnTo>
                  <a:lnTo>
                    <a:pt x="4608" y="406"/>
                  </a:lnTo>
                  <a:cubicBezTo>
                    <a:pt x="4644" y="370"/>
                    <a:pt x="4680" y="358"/>
                    <a:pt x="4715" y="358"/>
                  </a:cubicBezTo>
                  <a:close/>
                  <a:moveTo>
                    <a:pt x="3965" y="1048"/>
                  </a:moveTo>
                  <a:lnTo>
                    <a:pt x="4192" y="1263"/>
                  </a:lnTo>
                  <a:lnTo>
                    <a:pt x="3358" y="2084"/>
                  </a:lnTo>
                  <a:lnTo>
                    <a:pt x="3132" y="1858"/>
                  </a:lnTo>
                  <a:lnTo>
                    <a:pt x="3965" y="1048"/>
                  </a:lnTo>
                  <a:close/>
                  <a:moveTo>
                    <a:pt x="2894" y="2096"/>
                  </a:moveTo>
                  <a:lnTo>
                    <a:pt x="3120" y="2322"/>
                  </a:lnTo>
                  <a:lnTo>
                    <a:pt x="2287" y="3156"/>
                  </a:lnTo>
                  <a:lnTo>
                    <a:pt x="2060" y="2930"/>
                  </a:lnTo>
                  <a:lnTo>
                    <a:pt x="2894" y="2096"/>
                  </a:lnTo>
                  <a:close/>
                  <a:moveTo>
                    <a:pt x="1846" y="3168"/>
                  </a:moveTo>
                  <a:lnTo>
                    <a:pt x="2060" y="3394"/>
                  </a:lnTo>
                  <a:lnTo>
                    <a:pt x="1227" y="4227"/>
                  </a:lnTo>
                  <a:lnTo>
                    <a:pt x="1013" y="4001"/>
                  </a:lnTo>
                  <a:lnTo>
                    <a:pt x="1846" y="3168"/>
                  </a:lnTo>
                  <a:close/>
                  <a:moveTo>
                    <a:pt x="774" y="4227"/>
                  </a:moveTo>
                  <a:lnTo>
                    <a:pt x="989" y="4454"/>
                  </a:lnTo>
                  <a:lnTo>
                    <a:pt x="596" y="4858"/>
                  </a:lnTo>
                  <a:cubicBezTo>
                    <a:pt x="560" y="4882"/>
                    <a:pt x="513" y="4894"/>
                    <a:pt x="489" y="4894"/>
                  </a:cubicBezTo>
                  <a:cubicBezTo>
                    <a:pt x="441" y="4894"/>
                    <a:pt x="417" y="4882"/>
                    <a:pt x="382" y="4858"/>
                  </a:cubicBezTo>
                  <a:cubicBezTo>
                    <a:pt x="358" y="4823"/>
                    <a:pt x="334" y="4775"/>
                    <a:pt x="334" y="4751"/>
                  </a:cubicBezTo>
                  <a:cubicBezTo>
                    <a:pt x="322" y="4704"/>
                    <a:pt x="334" y="4656"/>
                    <a:pt x="370" y="4632"/>
                  </a:cubicBezTo>
                  <a:lnTo>
                    <a:pt x="774" y="4227"/>
                  </a:lnTo>
                  <a:close/>
                  <a:moveTo>
                    <a:pt x="4739" y="1"/>
                  </a:moveTo>
                  <a:cubicBezTo>
                    <a:pt x="4608" y="1"/>
                    <a:pt x="4489" y="48"/>
                    <a:pt x="4406" y="144"/>
                  </a:cubicBezTo>
                  <a:lnTo>
                    <a:pt x="4001" y="548"/>
                  </a:lnTo>
                  <a:lnTo>
                    <a:pt x="3846" y="406"/>
                  </a:lnTo>
                  <a:cubicBezTo>
                    <a:pt x="3816" y="376"/>
                    <a:pt x="3772" y="361"/>
                    <a:pt x="3727" y="361"/>
                  </a:cubicBezTo>
                  <a:cubicBezTo>
                    <a:pt x="3683" y="361"/>
                    <a:pt x="3638" y="376"/>
                    <a:pt x="3608" y="406"/>
                  </a:cubicBezTo>
                  <a:cubicBezTo>
                    <a:pt x="3549" y="465"/>
                    <a:pt x="3549" y="584"/>
                    <a:pt x="3608" y="644"/>
                  </a:cubicBezTo>
                  <a:lnTo>
                    <a:pt x="3763" y="787"/>
                  </a:lnTo>
                  <a:lnTo>
                    <a:pt x="2929" y="1620"/>
                  </a:lnTo>
                  <a:lnTo>
                    <a:pt x="2775" y="1477"/>
                  </a:lnTo>
                  <a:cubicBezTo>
                    <a:pt x="2745" y="1447"/>
                    <a:pt x="2700" y="1432"/>
                    <a:pt x="2656" y="1432"/>
                  </a:cubicBezTo>
                  <a:cubicBezTo>
                    <a:pt x="2611" y="1432"/>
                    <a:pt x="2566" y="1447"/>
                    <a:pt x="2537" y="1477"/>
                  </a:cubicBezTo>
                  <a:cubicBezTo>
                    <a:pt x="2477" y="1537"/>
                    <a:pt x="2477" y="1656"/>
                    <a:pt x="2537" y="1715"/>
                  </a:cubicBezTo>
                  <a:lnTo>
                    <a:pt x="2691" y="1858"/>
                  </a:lnTo>
                  <a:lnTo>
                    <a:pt x="1858" y="2692"/>
                  </a:lnTo>
                  <a:lnTo>
                    <a:pt x="1703" y="2549"/>
                  </a:lnTo>
                  <a:cubicBezTo>
                    <a:pt x="1673" y="2519"/>
                    <a:pt x="1629" y="2504"/>
                    <a:pt x="1584" y="2504"/>
                  </a:cubicBezTo>
                  <a:cubicBezTo>
                    <a:pt x="1539" y="2504"/>
                    <a:pt x="1495" y="2519"/>
                    <a:pt x="1465" y="2549"/>
                  </a:cubicBezTo>
                  <a:cubicBezTo>
                    <a:pt x="1405" y="2608"/>
                    <a:pt x="1405" y="2727"/>
                    <a:pt x="1465" y="2787"/>
                  </a:cubicBezTo>
                  <a:lnTo>
                    <a:pt x="1620" y="2930"/>
                  </a:lnTo>
                  <a:lnTo>
                    <a:pt x="786" y="3763"/>
                  </a:lnTo>
                  <a:lnTo>
                    <a:pt x="632" y="3620"/>
                  </a:lnTo>
                  <a:cubicBezTo>
                    <a:pt x="602" y="3590"/>
                    <a:pt x="557" y="3576"/>
                    <a:pt x="513" y="3576"/>
                  </a:cubicBezTo>
                  <a:cubicBezTo>
                    <a:pt x="468" y="3576"/>
                    <a:pt x="423" y="3590"/>
                    <a:pt x="393" y="3620"/>
                  </a:cubicBezTo>
                  <a:cubicBezTo>
                    <a:pt x="334" y="3680"/>
                    <a:pt x="334" y="3799"/>
                    <a:pt x="393" y="3858"/>
                  </a:cubicBezTo>
                  <a:lnTo>
                    <a:pt x="548" y="4001"/>
                  </a:lnTo>
                  <a:lnTo>
                    <a:pt x="143" y="4406"/>
                  </a:lnTo>
                  <a:cubicBezTo>
                    <a:pt x="36" y="4477"/>
                    <a:pt x="1" y="4620"/>
                    <a:pt x="1" y="4751"/>
                  </a:cubicBezTo>
                  <a:cubicBezTo>
                    <a:pt x="1" y="4882"/>
                    <a:pt x="36" y="5001"/>
                    <a:pt x="143" y="5097"/>
                  </a:cubicBezTo>
                  <a:cubicBezTo>
                    <a:pt x="239" y="5180"/>
                    <a:pt x="370" y="5239"/>
                    <a:pt x="489" y="5239"/>
                  </a:cubicBezTo>
                  <a:cubicBezTo>
                    <a:pt x="620" y="5239"/>
                    <a:pt x="739" y="5192"/>
                    <a:pt x="834" y="5097"/>
                  </a:cubicBezTo>
                  <a:lnTo>
                    <a:pt x="1227" y="4692"/>
                  </a:lnTo>
                  <a:lnTo>
                    <a:pt x="1382" y="4835"/>
                  </a:lnTo>
                  <a:cubicBezTo>
                    <a:pt x="1405" y="4870"/>
                    <a:pt x="1453" y="4882"/>
                    <a:pt x="1501" y="4882"/>
                  </a:cubicBezTo>
                  <a:cubicBezTo>
                    <a:pt x="1548" y="4882"/>
                    <a:pt x="1584" y="4870"/>
                    <a:pt x="1620" y="4835"/>
                  </a:cubicBezTo>
                  <a:cubicBezTo>
                    <a:pt x="1679" y="4775"/>
                    <a:pt x="1679" y="4656"/>
                    <a:pt x="1620" y="4597"/>
                  </a:cubicBezTo>
                  <a:lnTo>
                    <a:pt x="1465" y="4454"/>
                  </a:lnTo>
                  <a:lnTo>
                    <a:pt x="2298" y="3620"/>
                  </a:lnTo>
                  <a:lnTo>
                    <a:pt x="2453" y="3763"/>
                  </a:lnTo>
                  <a:cubicBezTo>
                    <a:pt x="2477" y="3799"/>
                    <a:pt x="2525" y="3811"/>
                    <a:pt x="2572" y="3811"/>
                  </a:cubicBezTo>
                  <a:cubicBezTo>
                    <a:pt x="2620" y="3811"/>
                    <a:pt x="2656" y="3799"/>
                    <a:pt x="2691" y="3763"/>
                  </a:cubicBezTo>
                  <a:cubicBezTo>
                    <a:pt x="2751" y="3704"/>
                    <a:pt x="2751" y="3584"/>
                    <a:pt x="2691" y="3525"/>
                  </a:cubicBezTo>
                  <a:lnTo>
                    <a:pt x="2537" y="3382"/>
                  </a:lnTo>
                  <a:lnTo>
                    <a:pt x="3370" y="2549"/>
                  </a:lnTo>
                  <a:lnTo>
                    <a:pt x="3525" y="2692"/>
                  </a:lnTo>
                  <a:cubicBezTo>
                    <a:pt x="3549" y="2727"/>
                    <a:pt x="3596" y="2739"/>
                    <a:pt x="3644" y="2739"/>
                  </a:cubicBezTo>
                  <a:cubicBezTo>
                    <a:pt x="3691" y="2739"/>
                    <a:pt x="3727" y="2727"/>
                    <a:pt x="3763" y="2692"/>
                  </a:cubicBezTo>
                  <a:cubicBezTo>
                    <a:pt x="3822" y="2632"/>
                    <a:pt x="3822" y="2513"/>
                    <a:pt x="3763" y="2453"/>
                  </a:cubicBezTo>
                  <a:lnTo>
                    <a:pt x="3608" y="2311"/>
                  </a:lnTo>
                  <a:lnTo>
                    <a:pt x="4442" y="1477"/>
                  </a:lnTo>
                  <a:lnTo>
                    <a:pt x="4596" y="1620"/>
                  </a:lnTo>
                  <a:cubicBezTo>
                    <a:pt x="4620" y="1656"/>
                    <a:pt x="4668" y="1668"/>
                    <a:pt x="4715" y="1668"/>
                  </a:cubicBezTo>
                  <a:cubicBezTo>
                    <a:pt x="4763" y="1668"/>
                    <a:pt x="4799" y="1656"/>
                    <a:pt x="4834" y="1620"/>
                  </a:cubicBezTo>
                  <a:cubicBezTo>
                    <a:pt x="4894" y="1560"/>
                    <a:pt x="4894" y="1441"/>
                    <a:pt x="4834" y="1382"/>
                  </a:cubicBezTo>
                  <a:lnTo>
                    <a:pt x="4680" y="1239"/>
                  </a:lnTo>
                  <a:lnTo>
                    <a:pt x="5085" y="834"/>
                  </a:lnTo>
                  <a:cubicBezTo>
                    <a:pt x="5180" y="739"/>
                    <a:pt x="5239" y="608"/>
                    <a:pt x="5239" y="489"/>
                  </a:cubicBezTo>
                  <a:cubicBezTo>
                    <a:pt x="5239" y="358"/>
                    <a:pt x="5192" y="239"/>
                    <a:pt x="5085" y="144"/>
                  </a:cubicBezTo>
                  <a:cubicBezTo>
                    <a:pt x="5001" y="60"/>
                    <a:pt x="4858" y="1"/>
                    <a:pt x="4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59" name="Google Shape;9737;p61">
              <a:extLst>
                <a:ext uri="{FF2B5EF4-FFF2-40B4-BE49-F238E27FC236}">
                  <a16:creationId xmlns:a16="http://schemas.microsoft.com/office/drawing/2014/main" id="{83718EA2-B4F6-2633-13BE-7481EF62BAA9}"/>
                </a:ext>
              </a:extLst>
            </p:cNvPr>
            <p:cNvSpPr/>
            <p:nvPr/>
          </p:nvSpPr>
          <p:spPr>
            <a:xfrm>
              <a:off x="2174559" y="3356116"/>
              <a:ext cx="364135" cy="359930"/>
            </a:xfrm>
            <a:custGeom>
              <a:avLst/>
              <a:gdLst/>
              <a:ahLst/>
              <a:cxnLst/>
              <a:rect l="l" t="t" r="r" b="b"/>
              <a:pathLst>
                <a:path w="11431" h="11299" extrusionOk="0">
                  <a:moveTo>
                    <a:pt x="8142" y="339"/>
                  </a:moveTo>
                  <a:cubicBezTo>
                    <a:pt x="8988" y="339"/>
                    <a:pt x="9829" y="482"/>
                    <a:pt x="10632" y="750"/>
                  </a:cubicBezTo>
                  <a:cubicBezTo>
                    <a:pt x="10930" y="1631"/>
                    <a:pt x="11061" y="2583"/>
                    <a:pt x="11037" y="3500"/>
                  </a:cubicBezTo>
                  <a:lnTo>
                    <a:pt x="7858" y="345"/>
                  </a:lnTo>
                  <a:cubicBezTo>
                    <a:pt x="7953" y="341"/>
                    <a:pt x="8048" y="339"/>
                    <a:pt x="8142" y="339"/>
                  </a:cubicBezTo>
                  <a:close/>
                  <a:moveTo>
                    <a:pt x="572" y="6453"/>
                  </a:moveTo>
                  <a:lnTo>
                    <a:pt x="4917" y="10798"/>
                  </a:lnTo>
                  <a:cubicBezTo>
                    <a:pt x="4620" y="10858"/>
                    <a:pt x="4322" y="10894"/>
                    <a:pt x="4001" y="10929"/>
                  </a:cubicBezTo>
                  <a:lnTo>
                    <a:pt x="441" y="7358"/>
                  </a:lnTo>
                  <a:cubicBezTo>
                    <a:pt x="464" y="7060"/>
                    <a:pt x="512" y="6750"/>
                    <a:pt x="572" y="6453"/>
                  </a:cubicBezTo>
                  <a:close/>
                  <a:moveTo>
                    <a:pt x="405" y="7798"/>
                  </a:moveTo>
                  <a:lnTo>
                    <a:pt x="3560" y="10953"/>
                  </a:lnTo>
                  <a:cubicBezTo>
                    <a:pt x="3462" y="10957"/>
                    <a:pt x="3363" y="10959"/>
                    <a:pt x="3264" y="10959"/>
                  </a:cubicBezTo>
                  <a:cubicBezTo>
                    <a:pt x="2440" y="10959"/>
                    <a:pt x="1596" y="10826"/>
                    <a:pt x="810" y="10560"/>
                  </a:cubicBezTo>
                  <a:cubicBezTo>
                    <a:pt x="512" y="9679"/>
                    <a:pt x="381" y="8727"/>
                    <a:pt x="405" y="7798"/>
                  </a:cubicBezTo>
                  <a:close/>
                  <a:moveTo>
                    <a:pt x="8188" y="1"/>
                  </a:moveTo>
                  <a:cubicBezTo>
                    <a:pt x="7942" y="1"/>
                    <a:pt x="7697" y="12"/>
                    <a:pt x="7453" y="35"/>
                  </a:cubicBezTo>
                  <a:cubicBezTo>
                    <a:pt x="7013" y="71"/>
                    <a:pt x="6560" y="154"/>
                    <a:pt x="6132" y="261"/>
                  </a:cubicBezTo>
                  <a:cubicBezTo>
                    <a:pt x="4739" y="607"/>
                    <a:pt x="3453" y="1345"/>
                    <a:pt x="2429" y="2369"/>
                  </a:cubicBezTo>
                  <a:cubicBezTo>
                    <a:pt x="1893" y="2905"/>
                    <a:pt x="1429" y="3512"/>
                    <a:pt x="1072" y="4167"/>
                  </a:cubicBezTo>
                  <a:cubicBezTo>
                    <a:pt x="1024" y="4250"/>
                    <a:pt x="1060" y="4345"/>
                    <a:pt x="1131" y="4393"/>
                  </a:cubicBezTo>
                  <a:cubicBezTo>
                    <a:pt x="1154" y="4408"/>
                    <a:pt x="1180" y="4415"/>
                    <a:pt x="1206" y="4415"/>
                  </a:cubicBezTo>
                  <a:cubicBezTo>
                    <a:pt x="1264" y="4415"/>
                    <a:pt x="1325" y="4382"/>
                    <a:pt x="1357" y="4333"/>
                  </a:cubicBezTo>
                  <a:cubicBezTo>
                    <a:pt x="1703" y="3714"/>
                    <a:pt x="2143" y="3131"/>
                    <a:pt x="2655" y="2607"/>
                  </a:cubicBezTo>
                  <a:cubicBezTo>
                    <a:pt x="3620" y="1643"/>
                    <a:pt x="4810" y="952"/>
                    <a:pt x="6108" y="595"/>
                  </a:cubicBezTo>
                  <a:lnTo>
                    <a:pt x="9156" y="3655"/>
                  </a:lnTo>
                  <a:cubicBezTo>
                    <a:pt x="9180" y="3679"/>
                    <a:pt x="9227" y="3690"/>
                    <a:pt x="9275" y="3690"/>
                  </a:cubicBezTo>
                  <a:cubicBezTo>
                    <a:pt x="9323" y="3690"/>
                    <a:pt x="9358" y="3679"/>
                    <a:pt x="9394" y="3655"/>
                  </a:cubicBezTo>
                  <a:cubicBezTo>
                    <a:pt x="9454" y="3595"/>
                    <a:pt x="9454" y="3476"/>
                    <a:pt x="9394" y="3417"/>
                  </a:cubicBezTo>
                  <a:lnTo>
                    <a:pt x="6489" y="511"/>
                  </a:lnTo>
                  <a:cubicBezTo>
                    <a:pt x="6787" y="452"/>
                    <a:pt x="7084" y="404"/>
                    <a:pt x="7394" y="381"/>
                  </a:cubicBezTo>
                  <a:lnTo>
                    <a:pt x="10966" y="3952"/>
                  </a:lnTo>
                  <a:cubicBezTo>
                    <a:pt x="10942" y="4250"/>
                    <a:pt x="10894" y="4560"/>
                    <a:pt x="10835" y="4857"/>
                  </a:cubicBezTo>
                  <a:lnTo>
                    <a:pt x="9954" y="3976"/>
                  </a:lnTo>
                  <a:cubicBezTo>
                    <a:pt x="9924" y="3946"/>
                    <a:pt x="9879" y="3932"/>
                    <a:pt x="9835" y="3932"/>
                  </a:cubicBezTo>
                  <a:cubicBezTo>
                    <a:pt x="9790" y="3932"/>
                    <a:pt x="9745" y="3946"/>
                    <a:pt x="9716" y="3976"/>
                  </a:cubicBezTo>
                  <a:cubicBezTo>
                    <a:pt x="9656" y="4036"/>
                    <a:pt x="9656" y="4155"/>
                    <a:pt x="9716" y="4214"/>
                  </a:cubicBezTo>
                  <a:lnTo>
                    <a:pt x="10751" y="5238"/>
                  </a:lnTo>
                  <a:cubicBezTo>
                    <a:pt x="10394" y="6548"/>
                    <a:pt x="9704" y="7739"/>
                    <a:pt x="8751" y="8691"/>
                  </a:cubicBezTo>
                  <a:cubicBezTo>
                    <a:pt x="7787" y="9667"/>
                    <a:pt x="6596" y="10346"/>
                    <a:pt x="5298" y="10703"/>
                  </a:cubicBezTo>
                  <a:lnTo>
                    <a:pt x="679" y="6060"/>
                  </a:lnTo>
                  <a:cubicBezTo>
                    <a:pt x="762" y="5715"/>
                    <a:pt x="881" y="5381"/>
                    <a:pt x="1012" y="5048"/>
                  </a:cubicBezTo>
                  <a:cubicBezTo>
                    <a:pt x="1048" y="4964"/>
                    <a:pt x="1012" y="4869"/>
                    <a:pt x="929" y="4822"/>
                  </a:cubicBezTo>
                  <a:cubicBezTo>
                    <a:pt x="906" y="4816"/>
                    <a:pt x="884" y="4813"/>
                    <a:pt x="864" y="4813"/>
                  </a:cubicBezTo>
                  <a:cubicBezTo>
                    <a:pt x="796" y="4813"/>
                    <a:pt x="739" y="4844"/>
                    <a:pt x="703" y="4917"/>
                  </a:cubicBezTo>
                  <a:cubicBezTo>
                    <a:pt x="536" y="5286"/>
                    <a:pt x="417" y="5679"/>
                    <a:pt x="322" y="6072"/>
                  </a:cubicBezTo>
                  <a:cubicBezTo>
                    <a:pt x="214" y="6512"/>
                    <a:pt x="143" y="6953"/>
                    <a:pt x="95" y="7405"/>
                  </a:cubicBezTo>
                  <a:cubicBezTo>
                    <a:pt x="0" y="8548"/>
                    <a:pt x="143" y="9667"/>
                    <a:pt x="512" y="10751"/>
                  </a:cubicBezTo>
                  <a:cubicBezTo>
                    <a:pt x="524" y="10798"/>
                    <a:pt x="572" y="10834"/>
                    <a:pt x="619" y="10858"/>
                  </a:cubicBezTo>
                  <a:cubicBezTo>
                    <a:pt x="1465" y="11156"/>
                    <a:pt x="2381" y="11299"/>
                    <a:pt x="3298" y="11299"/>
                  </a:cubicBezTo>
                  <a:cubicBezTo>
                    <a:pt x="3512" y="11299"/>
                    <a:pt x="3739" y="11287"/>
                    <a:pt x="3965" y="11275"/>
                  </a:cubicBezTo>
                  <a:cubicBezTo>
                    <a:pt x="4405" y="11227"/>
                    <a:pt x="4858" y="11156"/>
                    <a:pt x="5286" y="11049"/>
                  </a:cubicBezTo>
                  <a:cubicBezTo>
                    <a:pt x="6680" y="10691"/>
                    <a:pt x="7965" y="9965"/>
                    <a:pt x="8989" y="8929"/>
                  </a:cubicBezTo>
                  <a:cubicBezTo>
                    <a:pt x="10013" y="7905"/>
                    <a:pt x="10751" y="6631"/>
                    <a:pt x="11109" y="5226"/>
                  </a:cubicBezTo>
                  <a:cubicBezTo>
                    <a:pt x="11204" y="4798"/>
                    <a:pt x="11287" y="4345"/>
                    <a:pt x="11323" y="3905"/>
                  </a:cubicBezTo>
                  <a:cubicBezTo>
                    <a:pt x="11430" y="2774"/>
                    <a:pt x="11287" y="1631"/>
                    <a:pt x="10906" y="559"/>
                  </a:cubicBezTo>
                  <a:cubicBezTo>
                    <a:pt x="10894" y="511"/>
                    <a:pt x="10859" y="464"/>
                    <a:pt x="10811" y="452"/>
                  </a:cubicBezTo>
                  <a:cubicBezTo>
                    <a:pt x="9980" y="153"/>
                    <a:pt x="9082" y="1"/>
                    <a:pt x="81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pic>
        <p:nvPicPr>
          <p:cNvPr id="4" name="Grafik 3">
            <a:extLst>
              <a:ext uri="{FF2B5EF4-FFF2-40B4-BE49-F238E27FC236}">
                <a16:creationId xmlns:a16="http://schemas.microsoft.com/office/drawing/2014/main" id="{239008F6-02F5-0F91-C408-631DF30D29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91" t="234" r="-157" b="8757"/>
          <a:stretch>
            <a:fillRect/>
          </a:stretch>
        </p:blipFill>
        <p:spPr>
          <a:xfrm rot="840000">
            <a:off x="10451328" y="450810"/>
            <a:ext cx="2671295" cy="4306220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FFFFFF">
              <a:shade val="85000"/>
            </a:srgbClr>
          </a:solidFill>
          <a:ln w="88900" cap="sq">
            <a:solidFill>
              <a:srgbClr val="C2FE06"/>
            </a:solidFill>
            <a:miter lim="800000"/>
          </a:ln>
          <a:effectLst>
            <a:outerShdw blurRad="50800" dist="114300" dir="2700000" algn="tl" rotWithShape="0">
              <a:prstClr val="black">
                <a:alpha val="5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97156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11CA4-63C6-0D33-0F98-63E834D2F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2A67F716-E5FE-FCF4-4D64-3CEEAB896C23}"/>
              </a:ext>
            </a:extLst>
          </p:cNvPr>
          <p:cNvSpPr/>
          <p:nvPr/>
        </p:nvSpPr>
        <p:spPr>
          <a:xfrm>
            <a:off x="-3891" y="-1"/>
            <a:ext cx="15123241" cy="1080000"/>
          </a:xfrm>
          <a:prstGeom prst="rect">
            <a:avLst/>
          </a:prstGeom>
          <a:gradFill flip="none" rotWithShape="1">
            <a:gsLst>
              <a:gs pos="21000">
                <a:srgbClr val="002733"/>
              </a:gs>
              <a:gs pos="84000">
                <a:srgbClr val="080B3E"/>
              </a:gs>
              <a:gs pos="57000">
                <a:srgbClr val="00206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75000"/>
                  <a:lumOff val="25000"/>
                </a:schemeClr>
              </a:solidFill>
              <a:latin typeface="The Group TEXT" panose="00000500000000000000" pitchFamily="2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B0225581-6A74-3E57-273E-26717BA87D40}"/>
              </a:ext>
            </a:extLst>
          </p:cNvPr>
          <p:cNvSpPr txBox="1"/>
          <p:nvPr/>
        </p:nvSpPr>
        <p:spPr>
          <a:xfrm>
            <a:off x="754639" y="1982147"/>
            <a:ext cx="6176210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Name</a:t>
            </a:r>
            <a:r>
              <a:rPr lang="de-DE" sz="2400">
                <a:latin typeface="The Group TEXT"/>
                <a:cs typeface="Dubai Medium"/>
              </a:rPr>
              <a:t>: Simon </a:t>
            </a:r>
            <a:r>
              <a:rPr lang="de-DE" sz="2400" err="1">
                <a:latin typeface="The Group TEXT"/>
                <a:cs typeface="Dubai Medium"/>
              </a:rPr>
              <a:t>Kieferl</a:t>
            </a:r>
            <a:endParaRPr lang="de-DE" sz="2400" err="1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Fachrichtung</a:t>
            </a:r>
            <a:r>
              <a:rPr lang="de-DE" sz="2400">
                <a:latin typeface="The Group TEXT"/>
                <a:cs typeface="Dubai Medium"/>
              </a:rPr>
              <a:t>: Wirtschaftsinformatik</a:t>
            </a:r>
            <a:b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</a:b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Eintrittsdatum</a:t>
            </a:r>
            <a:r>
              <a:rPr lang="de-DE" sz="2400">
                <a:latin typeface="The Group TEXT"/>
                <a:cs typeface="Dubai Medium"/>
              </a:rPr>
              <a:t>: 01.09.2025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8272755-77E0-EDDA-C111-B601465C0356}"/>
              </a:ext>
            </a:extLst>
          </p:cNvPr>
          <p:cNvGrpSpPr/>
          <p:nvPr/>
        </p:nvGrpSpPr>
        <p:grpSpPr>
          <a:xfrm>
            <a:off x="-3891" y="8945283"/>
            <a:ext cx="15123241" cy="1080000"/>
            <a:chOff x="-3890" y="5597379"/>
            <a:chExt cx="12195889" cy="786063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01A647AC-BDC8-F6E8-71F5-167AE4DADC75}"/>
                </a:ext>
              </a:extLst>
            </p:cNvPr>
            <p:cNvSpPr/>
            <p:nvPr/>
          </p:nvSpPr>
          <p:spPr>
            <a:xfrm>
              <a:off x="-3890" y="5597379"/>
              <a:ext cx="12195889" cy="786063"/>
            </a:xfrm>
            <a:prstGeom prst="rect">
              <a:avLst/>
            </a:prstGeom>
            <a:gradFill flip="none" rotWithShape="1">
              <a:gsLst>
                <a:gs pos="21000">
                  <a:srgbClr val="002733"/>
                </a:gs>
                <a:gs pos="84000">
                  <a:srgbClr val="080B3E"/>
                </a:gs>
                <a:gs pos="57000">
                  <a:srgbClr val="002060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  <a:latin typeface="The Group TEXT" panose="00000500000000000000" pitchFamily="2" charset="0"/>
              </a:endParaRP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AFF32A61-F29D-48FA-6203-1DB62F76C0D4}"/>
                </a:ext>
              </a:extLst>
            </p:cNvPr>
            <p:cNvSpPr txBox="1"/>
            <p:nvPr/>
          </p:nvSpPr>
          <p:spPr>
            <a:xfrm>
              <a:off x="169417" y="5823706"/>
              <a:ext cx="11874078" cy="33601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„ KI-Freund und Helfer"</a:t>
              </a:r>
              <a:endParaRPr lang="de-DE" sz="2400">
                <a:solidFill>
                  <a:schemeClr val="bg1"/>
                </a:solidFill>
                <a:latin typeface="The Group TEXT" panose="00000500000000000000" pitchFamily="2" charset="0"/>
              </a:endParaRPr>
            </a:p>
          </p:txBody>
        </p:sp>
      </p:grpSp>
      <p:sp>
        <p:nvSpPr>
          <p:cNvPr id="26" name="Textfeld 25">
            <a:extLst>
              <a:ext uri="{FF2B5EF4-FFF2-40B4-BE49-F238E27FC236}">
                <a16:creationId xmlns:a16="http://schemas.microsoft.com/office/drawing/2014/main" id="{00E8D99E-D17A-1988-B283-30E8ADB6665C}"/>
              </a:ext>
            </a:extLst>
          </p:cNvPr>
          <p:cNvSpPr txBox="1"/>
          <p:nvPr/>
        </p:nvSpPr>
        <p:spPr>
          <a:xfrm>
            <a:off x="1221140" y="5016442"/>
            <a:ext cx="5779712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Geburtsdatum</a:t>
            </a:r>
            <a:r>
              <a:rPr lang="de-DE" sz="2400">
                <a:latin typeface="The Group TEXT"/>
                <a:cs typeface="Dubai Medium"/>
              </a:rPr>
              <a:t>: 07.12.2005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Wohnort/Heimat</a:t>
            </a:r>
            <a:r>
              <a:rPr lang="de-DE" sz="2400">
                <a:latin typeface="The Group TEXT"/>
                <a:cs typeface="Dubai Medium"/>
              </a:rPr>
              <a:t>: Au in der Hallertau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Lieblingsspiel</a:t>
            </a:r>
            <a:r>
              <a:rPr lang="de-DE" sz="2400">
                <a:latin typeface="The Group TEXT"/>
                <a:cs typeface="Dubai Medium"/>
              </a:rPr>
              <a:t>: Black </a:t>
            </a:r>
            <a:r>
              <a:rPr lang="de-DE" sz="2400" err="1">
                <a:latin typeface="The Group TEXT"/>
                <a:cs typeface="Dubai Medium"/>
              </a:rPr>
              <a:t>Ops</a:t>
            </a:r>
            <a:r>
              <a:rPr lang="de-DE" sz="2400">
                <a:latin typeface="The Group TEXT"/>
                <a:cs typeface="Dubai Medium"/>
              </a:rPr>
              <a:t> 3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Traumauto</a:t>
            </a:r>
            <a:r>
              <a:rPr lang="de-DE" sz="2400">
                <a:latin typeface="The Group TEXT"/>
                <a:cs typeface="Dubai Medium"/>
              </a:rPr>
              <a:t>: Nissan Skyline, </a:t>
            </a:r>
            <a:r>
              <a:rPr lang="de-DE" sz="2400" err="1">
                <a:latin typeface="The Group TEXT"/>
                <a:cs typeface="Dubai Medium"/>
              </a:rPr>
              <a:t>Königsegg</a:t>
            </a:r>
            <a:r>
              <a:rPr lang="de-DE" sz="2400">
                <a:latin typeface="The Group TEXT"/>
                <a:cs typeface="Dubai Medium"/>
              </a:rPr>
              <a:t> Jesko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</p:txBody>
      </p:sp>
      <p:sp>
        <p:nvSpPr>
          <p:cNvPr id="33" name="Freeform 418">
            <a:extLst>
              <a:ext uri="{FF2B5EF4-FFF2-40B4-BE49-F238E27FC236}">
                <a16:creationId xmlns:a16="http://schemas.microsoft.com/office/drawing/2014/main" id="{536A076B-31D0-68C6-3255-8A6A5389FA6E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2812" y="5768304"/>
            <a:ext cx="338260" cy="334004"/>
          </a:xfrm>
          <a:custGeom>
            <a:avLst/>
            <a:gdLst>
              <a:gd name="T0" fmla="*/ 63 w 64"/>
              <a:gd name="T1" fmla="*/ 28 h 63"/>
              <a:gd name="T2" fmla="*/ 33 w 64"/>
              <a:gd name="T3" fmla="*/ 1 h 63"/>
              <a:gd name="T4" fmla="*/ 31 w 64"/>
              <a:gd name="T5" fmla="*/ 1 h 63"/>
              <a:gd name="T6" fmla="*/ 1 w 64"/>
              <a:gd name="T7" fmla="*/ 28 h 63"/>
              <a:gd name="T8" fmla="*/ 0 w 64"/>
              <a:gd name="T9" fmla="*/ 29 h 63"/>
              <a:gd name="T10" fmla="*/ 0 w 64"/>
              <a:gd name="T11" fmla="*/ 61 h 63"/>
              <a:gd name="T12" fmla="*/ 2 w 64"/>
              <a:gd name="T13" fmla="*/ 63 h 63"/>
              <a:gd name="T14" fmla="*/ 62 w 64"/>
              <a:gd name="T15" fmla="*/ 63 h 63"/>
              <a:gd name="T16" fmla="*/ 64 w 64"/>
              <a:gd name="T17" fmla="*/ 61 h 63"/>
              <a:gd name="T18" fmla="*/ 64 w 64"/>
              <a:gd name="T19" fmla="*/ 29 h 63"/>
              <a:gd name="T20" fmla="*/ 63 w 64"/>
              <a:gd name="T21" fmla="*/ 28 h 63"/>
              <a:gd name="T22" fmla="*/ 60 w 64"/>
              <a:gd name="T23" fmla="*/ 59 h 63"/>
              <a:gd name="T24" fmla="*/ 28 w 64"/>
              <a:gd name="T25" fmla="*/ 59 h 63"/>
              <a:gd name="T26" fmla="*/ 28 w 64"/>
              <a:gd name="T27" fmla="*/ 43 h 63"/>
              <a:gd name="T28" fmla="*/ 36 w 64"/>
              <a:gd name="T29" fmla="*/ 43 h 63"/>
              <a:gd name="T30" fmla="*/ 36 w 64"/>
              <a:gd name="T31" fmla="*/ 51 h 63"/>
              <a:gd name="T32" fmla="*/ 40 w 64"/>
              <a:gd name="T33" fmla="*/ 51 h 63"/>
              <a:gd name="T34" fmla="*/ 40 w 64"/>
              <a:gd name="T35" fmla="*/ 41 h 63"/>
              <a:gd name="T36" fmla="*/ 38 w 64"/>
              <a:gd name="T37" fmla="*/ 39 h 63"/>
              <a:gd name="T38" fmla="*/ 26 w 64"/>
              <a:gd name="T39" fmla="*/ 39 h 63"/>
              <a:gd name="T40" fmla="*/ 24 w 64"/>
              <a:gd name="T41" fmla="*/ 41 h 63"/>
              <a:gd name="T42" fmla="*/ 24 w 64"/>
              <a:gd name="T43" fmla="*/ 59 h 63"/>
              <a:gd name="T44" fmla="*/ 4 w 64"/>
              <a:gd name="T45" fmla="*/ 59 h 63"/>
              <a:gd name="T46" fmla="*/ 4 w 64"/>
              <a:gd name="T47" fmla="*/ 30 h 63"/>
              <a:gd name="T48" fmla="*/ 32 w 64"/>
              <a:gd name="T49" fmla="*/ 5 h 63"/>
              <a:gd name="T50" fmla="*/ 60 w 64"/>
              <a:gd name="T51" fmla="*/ 30 h 63"/>
              <a:gd name="T52" fmla="*/ 60 w 64"/>
              <a:gd name="T53" fmla="*/ 5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4" h="63">
                <a:moveTo>
                  <a:pt x="63" y="28"/>
                </a:move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1" y="0"/>
                  <a:pt x="31" y="1"/>
                </a:cubicBezTo>
                <a:cubicBezTo>
                  <a:pt x="1" y="28"/>
                  <a:pt x="1" y="28"/>
                  <a:pt x="1" y="28"/>
                </a:cubicBezTo>
                <a:cubicBezTo>
                  <a:pt x="0" y="28"/>
                  <a:pt x="0" y="28"/>
                  <a:pt x="0" y="29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2"/>
                  <a:pt x="1" y="63"/>
                  <a:pt x="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3" y="63"/>
                  <a:pt x="64" y="62"/>
                  <a:pt x="64" y="61"/>
                </a:cubicBezTo>
                <a:cubicBezTo>
                  <a:pt x="64" y="29"/>
                  <a:pt x="64" y="29"/>
                  <a:pt x="64" y="29"/>
                </a:cubicBezTo>
                <a:cubicBezTo>
                  <a:pt x="64" y="28"/>
                  <a:pt x="64" y="28"/>
                  <a:pt x="63" y="28"/>
                </a:cubicBezTo>
                <a:close/>
                <a:moveTo>
                  <a:pt x="60" y="59"/>
                </a:moveTo>
                <a:cubicBezTo>
                  <a:pt x="28" y="59"/>
                  <a:pt x="28" y="59"/>
                  <a:pt x="28" y="59"/>
                </a:cubicBezTo>
                <a:cubicBezTo>
                  <a:pt x="28" y="43"/>
                  <a:pt x="28" y="43"/>
                  <a:pt x="28" y="4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51"/>
                  <a:pt x="36" y="51"/>
                  <a:pt x="36" y="51"/>
                </a:cubicBezTo>
                <a:cubicBezTo>
                  <a:pt x="40" y="51"/>
                  <a:pt x="40" y="51"/>
                  <a:pt x="40" y="51"/>
                </a:cubicBezTo>
                <a:cubicBezTo>
                  <a:pt x="40" y="41"/>
                  <a:pt x="40" y="41"/>
                  <a:pt x="40" y="41"/>
                </a:cubicBezTo>
                <a:cubicBezTo>
                  <a:pt x="40" y="40"/>
                  <a:pt x="39" y="39"/>
                  <a:pt x="38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5" y="39"/>
                  <a:pt x="24" y="40"/>
                  <a:pt x="24" y="41"/>
                </a:cubicBezTo>
                <a:cubicBezTo>
                  <a:pt x="24" y="59"/>
                  <a:pt x="24" y="59"/>
                  <a:pt x="24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4" y="30"/>
                  <a:pt x="4" y="30"/>
                  <a:pt x="4" y="30"/>
                </a:cubicBezTo>
                <a:cubicBezTo>
                  <a:pt x="32" y="5"/>
                  <a:pt x="32" y="5"/>
                  <a:pt x="32" y="5"/>
                </a:cubicBezTo>
                <a:cubicBezTo>
                  <a:pt x="60" y="30"/>
                  <a:pt x="60" y="30"/>
                  <a:pt x="60" y="30"/>
                </a:cubicBezTo>
                <a:lnTo>
                  <a:pt x="60" y="59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0" name="Freeform 293">
            <a:extLst>
              <a:ext uri="{FF2B5EF4-FFF2-40B4-BE49-F238E27FC236}">
                <a16:creationId xmlns:a16="http://schemas.microsoft.com/office/drawing/2014/main" id="{1E4FB643-B2F5-0B95-7E21-5E1BDAE980E1}"/>
              </a:ext>
            </a:extLst>
          </p:cNvPr>
          <p:cNvSpPr>
            <a:spLocks noChangeAspect="1"/>
          </p:cNvSpPr>
          <p:nvPr/>
        </p:nvSpPr>
        <p:spPr bwMode="auto">
          <a:xfrm>
            <a:off x="769576" y="7307997"/>
            <a:ext cx="439149" cy="228630"/>
          </a:xfrm>
          <a:custGeom>
            <a:avLst/>
            <a:gdLst>
              <a:gd name="T0" fmla="*/ 78 w 79"/>
              <a:gd name="T1" fmla="*/ 20 h 40"/>
              <a:gd name="T2" fmla="*/ 74 w 79"/>
              <a:gd name="T3" fmla="*/ 17 h 40"/>
              <a:gd name="T4" fmla="*/ 62 w 79"/>
              <a:gd name="T5" fmla="*/ 15 h 40"/>
              <a:gd name="T6" fmla="*/ 56 w 79"/>
              <a:gd name="T7" fmla="*/ 12 h 40"/>
              <a:gd name="T8" fmla="*/ 46 w 79"/>
              <a:gd name="T9" fmla="*/ 3 h 40"/>
              <a:gd name="T10" fmla="*/ 38 w 79"/>
              <a:gd name="T11" fmla="*/ 0 h 40"/>
              <a:gd name="T12" fmla="*/ 18 w 79"/>
              <a:gd name="T13" fmla="*/ 0 h 40"/>
              <a:gd name="T14" fmla="*/ 10 w 79"/>
              <a:gd name="T15" fmla="*/ 4 h 40"/>
              <a:gd name="T16" fmla="*/ 3 w 79"/>
              <a:gd name="T17" fmla="*/ 14 h 40"/>
              <a:gd name="T18" fmla="*/ 0 w 79"/>
              <a:gd name="T19" fmla="*/ 22 h 40"/>
              <a:gd name="T20" fmla="*/ 0 w 79"/>
              <a:gd name="T21" fmla="*/ 34 h 40"/>
              <a:gd name="T22" fmla="*/ 6 w 79"/>
              <a:gd name="T23" fmla="*/ 40 h 40"/>
              <a:gd name="T24" fmla="*/ 12 w 79"/>
              <a:gd name="T25" fmla="*/ 40 h 40"/>
              <a:gd name="T26" fmla="*/ 12 w 79"/>
              <a:gd name="T27" fmla="*/ 37 h 40"/>
              <a:gd name="T28" fmla="*/ 18 w 79"/>
              <a:gd name="T29" fmla="*/ 32 h 40"/>
              <a:gd name="T30" fmla="*/ 24 w 79"/>
              <a:gd name="T31" fmla="*/ 38 h 40"/>
              <a:gd name="T32" fmla="*/ 28 w 79"/>
              <a:gd name="T33" fmla="*/ 38 h 40"/>
              <a:gd name="T34" fmla="*/ 18 w 79"/>
              <a:gd name="T35" fmla="*/ 28 h 40"/>
              <a:gd name="T36" fmla="*/ 8 w 79"/>
              <a:gd name="T37" fmla="*/ 36 h 40"/>
              <a:gd name="T38" fmla="*/ 6 w 79"/>
              <a:gd name="T39" fmla="*/ 36 h 40"/>
              <a:gd name="T40" fmla="*/ 4 w 79"/>
              <a:gd name="T41" fmla="*/ 34 h 40"/>
              <a:gd name="T42" fmla="*/ 4 w 79"/>
              <a:gd name="T43" fmla="*/ 22 h 40"/>
              <a:gd name="T44" fmla="*/ 6 w 79"/>
              <a:gd name="T45" fmla="*/ 16 h 40"/>
              <a:gd name="T46" fmla="*/ 13 w 79"/>
              <a:gd name="T47" fmla="*/ 6 h 40"/>
              <a:gd name="T48" fmla="*/ 18 w 79"/>
              <a:gd name="T49" fmla="*/ 4 h 40"/>
              <a:gd name="T50" fmla="*/ 38 w 79"/>
              <a:gd name="T51" fmla="*/ 4 h 40"/>
              <a:gd name="T52" fmla="*/ 44 w 79"/>
              <a:gd name="T53" fmla="*/ 6 h 40"/>
              <a:gd name="T54" fmla="*/ 54 w 79"/>
              <a:gd name="T55" fmla="*/ 15 h 40"/>
              <a:gd name="T56" fmla="*/ 62 w 79"/>
              <a:gd name="T57" fmla="*/ 19 h 40"/>
              <a:gd name="T58" fmla="*/ 74 w 79"/>
              <a:gd name="T59" fmla="*/ 21 h 40"/>
              <a:gd name="T60" fmla="*/ 75 w 79"/>
              <a:gd name="T61" fmla="*/ 22 h 40"/>
              <a:gd name="T62" fmla="*/ 75 w 79"/>
              <a:gd name="T63" fmla="*/ 23 h 40"/>
              <a:gd name="T64" fmla="*/ 73 w 79"/>
              <a:gd name="T65" fmla="*/ 34 h 40"/>
              <a:gd name="T66" fmla="*/ 70 w 79"/>
              <a:gd name="T67" fmla="*/ 36 h 40"/>
              <a:gd name="T68" fmla="*/ 68 w 79"/>
              <a:gd name="T69" fmla="*/ 36 h 40"/>
              <a:gd name="T70" fmla="*/ 58 w 79"/>
              <a:gd name="T71" fmla="*/ 28 h 40"/>
              <a:gd name="T72" fmla="*/ 48 w 79"/>
              <a:gd name="T73" fmla="*/ 36 h 40"/>
              <a:gd name="T74" fmla="*/ 36 w 79"/>
              <a:gd name="T75" fmla="*/ 36 h 40"/>
              <a:gd name="T76" fmla="*/ 36 w 79"/>
              <a:gd name="T77" fmla="*/ 40 h 40"/>
              <a:gd name="T78" fmla="*/ 52 w 79"/>
              <a:gd name="T79" fmla="*/ 40 h 40"/>
              <a:gd name="T80" fmla="*/ 52 w 79"/>
              <a:gd name="T81" fmla="*/ 37 h 40"/>
              <a:gd name="T82" fmla="*/ 58 w 79"/>
              <a:gd name="T83" fmla="*/ 32 h 40"/>
              <a:gd name="T84" fmla="*/ 64 w 79"/>
              <a:gd name="T85" fmla="*/ 38 h 40"/>
              <a:gd name="T86" fmla="*/ 64 w 79"/>
              <a:gd name="T87" fmla="*/ 38 h 40"/>
              <a:gd name="T88" fmla="*/ 64 w 79"/>
              <a:gd name="T89" fmla="*/ 40 h 40"/>
              <a:gd name="T90" fmla="*/ 70 w 79"/>
              <a:gd name="T91" fmla="*/ 40 h 40"/>
              <a:gd name="T92" fmla="*/ 77 w 79"/>
              <a:gd name="T93" fmla="*/ 35 h 40"/>
              <a:gd name="T94" fmla="*/ 79 w 79"/>
              <a:gd name="T95" fmla="*/ 24 h 40"/>
              <a:gd name="T96" fmla="*/ 78 w 79"/>
              <a:gd name="T97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9" h="40">
                <a:moveTo>
                  <a:pt x="78" y="20"/>
                </a:moveTo>
                <a:cubicBezTo>
                  <a:pt x="77" y="18"/>
                  <a:pt x="76" y="18"/>
                  <a:pt x="74" y="17"/>
                </a:cubicBezTo>
                <a:cubicBezTo>
                  <a:pt x="62" y="15"/>
                  <a:pt x="62" y="15"/>
                  <a:pt x="62" y="15"/>
                </a:cubicBezTo>
                <a:cubicBezTo>
                  <a:pt x="61" y="15"/>
                  <a:pt x="58" y="13"/>
                  <a:pt x="56" y="12"/>
                </a:cubicBezTo>
                <a:cubicBezTo>
                  <a:pt x="46" y="3"/>
                  <a:pt x="46" y="3"/>
                  <a:pt x="46" y="3"/>
                </a:cubicBezTo>
                <a:cubicBezTo>
                  <a:pt x="44" y="1"/>
                  <a:pt x="41" y="0"/>
                  <a:pt x="38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0"/>
                  <a:pt x="12" y="2"/>
                  <a:pt x="10" y="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6"/>
                  <a:pt x="0" y="19"/>
                  <a:pt x="0" y="2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7"/>
                  <a:pt x="3" y="40"/>
                  <a:pt x="6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37"/>
                  <a:pt x="12" y="37"/>
                  <a:pt x="12" y="37"/>
                </a:cubicBezTo>
                <a:cubicBezTo>
                  <a:pt x="12" y="34"/>
                  <a:pt x="15" y="32"/>
                  <a:pt x="18" y="32"/>
                </a:cubicBezTo>
                <a:cubicBezTo>
                  <a:pt x="21" y="32"/>
                  <a:pt x="24" y="35"/>
                  <a:pt x="24" y="38"/>
                </a:cubicBezTo>
                <a:cubicBezTo>
                  <a:pt x="28" y="38"/>
                  <a:pt x="28" y="38"/>
                  <a:pt x="28" y="38"/>
                </a:cubicBezTo>
                <a:cubicBezTo>
                  <a:pt x="28" y="32"/>
                  <a:pt x="24" y="28"/>
                  <a:pt x="18" y="28"/>
                </a:cubicBezTo>
                <a:cubicBezTo>
                  <a:pt x="13" y="28"/>
                  <a:pt x="9" y="31"/>
                  <a:pt x="8" y="36"/>
                </a:cubicBezTo>
                <a:cubicBezTo>
                  <a:pt x="6" y="36"/>
                  <a:pt x="6" y="36"/>
                  <a:pt x="6" y="36"/>
                </a:cubicBezTo>
                <a:cubicBezTo>
                  <a:pt x="5" y="36"/>
                  <a:pt x="4" y="35"/>
                  <a:pt x="4" y="34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0"/>
                  <a:pt x="5" y="18"/>
                  <a:pt x="6" y="16"/>
                </a:cubicBezTo>
                <a:cubicBezTo>
                  <a:pt x="13" y="6"/>
                  <a:pt x="13" y="6"/>
                  <a:pt x="13" y="6"/>
                </a:cubicBezTo>
                <a:cubicBezTo>
                  <a:pt x="14" y="5"/>
                  <a:pt x="16" y="4"/>
                  <a:pt x="1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40" y="4"/>
                  <a:pt x="42" y="5"/>
                  <a:pt x="44" y="6"/>
                </a:cubicBezTo>
                <a:cubicBezTo>
                  <a:pt x="54" y="15"/>
                  <a:pt x="54" y="15"/>
                  <a:pt x="54" y="15"/>
                </a:cubicBezTo>
                <a:cubicBezTo>
                  <a:pt x="56" y="17"/>
                  <a:pt x="59" y="18"/>
                  <a:pt x="62" y="19"/>
                </a:cubicBezTo>
                <a:cubicBezTo>
                  <a:pt x="74" y="21"/>
                  <a:pt x="74" y="21"/>
                  <a:pt x="74" y="21"/>
                </a:cubicBezTo>
                <a:cubicBezTo>
                  <a:pt x="74" y="21"/>
                  <a:pt x="75" y="22"/>
                  <a:pt x="75" y="22"/>
                </a:cubicBezTo>
                <a:cubicBezTo>
                  <a:pt x="75" y="22"/>
                  <a:pt x="75" y="23"/>
                  <a:pt x="75" y="23"/>
                </a:cubicBezTo>
                <a:cubicBezTo>
                  <a:pt x="73" y="34"/>
                  <a:pt x="73" y="34"/>
                  <a:pt x="73" y="34"/>
                </a:cubicBezTo>
                <a:cubicBezTo>
                  <a:pt x="73" y="35"/>
                  <a:pt x="71" y="36"/>
                  <a:pt x="70" y="36"/>
                </a:cubicBezTo>
                <a:cubicBezTo>
                  <a:pt x="68" y="36"/>
                  <a:pt x="68" y="36"/>
                  <a:pt x="68" y="36"/>
                </a:cubicBezTo>
                <a:cubicBezTo>
                  <a:pt x="67" y="31"/>
                  <a:pt x="63" y="28"/>
                  <a:pt x="58" y="28"/>
                </a:cubicBezTo>
                <a:cubicBezTo>
                  <a:pt x="53" y="28"/>
                  <a:pt x="49" y="31"/>
                  <a:pt x="48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40"/>
                  <a:pt x="36" y="40"/>
                  <a:pt x="36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37"/>
                  <a:pt x="52" y="37"/>
                  <a:pt x="52" y="37"/>
                </a:cubicBezTo>
                <a:cubicBezTo>
                  <a:pt x="53" y="34"/>
                  <a:pt x="55" y="32"/>
                  <a:pt x="58" y="32"/>
                </a:cubicBezTo>
                <a:cubicBezTo>
                  <a:pt x="61" y="32"/>
                  <a:pt x="64" y="35"/>
                  <a:pt x="64" y="38"/>
                </a:cubicBezTo>
                <a:cubicBezTo>
                  <a:pt x="64" y="38"/>
                  <a:pt x="64" y="38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70" y="40"/>
                  <a:pt x="70" y="40"/>
                  <a:pt x="70" y="40"/>
                </a:cubicBezTo>
                <a:cubicBezTo>
                  <a:pt x="73" y="40"/>
                  <a:pt x="76" y="38"/>
                  <a:pt x="77" y="35"/>
                </a:cubicBezTo>
                <a:cubicBezTo>
                  <a:pt x="79" y="24"/>
                  <a:pt x="79" y="24"/>
                  <a:pt x="79" y="24"/>
                </a:cubicBezTo>
                <a:cubicBezTo>
                  <a:pt x="79" y="23"/>
                  <a:pt x="79" y="21"/>
                  <a:pt x="78" y="20"/>
                </a:cubicBez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5" name="Freeform 422">
            <a:extLst>
              <a:ext uri="{FF2B5EF4-FFF2-40B4-BE49-F238E27FC236}">
                <a16:creationId xmlns:a16="http://schemas.microsoft.com/office/drawing/2014/main" id="{F8550785-56D6-E8F6-AA7B-8E00C302B41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0021" y="6554172"/>
            <a:ext cx="338260" cy="340402"/>
          </a:xfrm>
          <a:custGeom>
            <a:avLst/>
            <a:gdLst>
              <a:gd name="T0" fmla="*/ 54 w 64"/>
              <a:gd name="T1" fmla="*/ 64 h 64"/>
              <a:gd name="T2" fmla="*/ 44 w 64"/>
              <a:gd name="T3" fmla="*/ 59 h 64"/>
              <a:gd name="T4" fmla="*/ 44 w 64"/>
              <a:gd name="T5" fmla="*/ 58 h 64"/>
              <a:gd name="T6" fmla="*/ 44 w 64"/>
              <a:gd name="T7" fmla="*/ 42 h 64"/>
              <a:gd name="T8" fmla="*/ 44 w 64"/>
              <a:gd name="T9" fmla="*/ 41 h 64"/>
              <a:gd name="T10" fmla="*/ 54 w 64"/>
              <a:gd name="T11" fmla="*/ 36 h 64"/>
              <a:gd name="T12" fmla="*/ 60 w 64"/>
              <a:gd name="T13" fmla="*/ 38 h 64"/>
              <a:gd name="T14" fmla="*/ 60 w 64"/>
              <a:gd name="T15" fmla="*/ 22 h 64"/>
              <a:gd name="T16" fmla="*/ 32 w 64"/>
              <a:gd name="T17" fmla="*/ 4 h 64"/>
              <a:gd name="T18" fmla="*/ 32 w 64"/>
              <a:gd name="T19" fmla="*/ 4 h 64"/>
              <a:gd name="T20" fmla="*/ 4 w 64"/>
              <a:gd name="T21" fmla="*/ 22 h 64"/>
              <a:gd name="T22" fmla="*/ 4 w 64"/>
              <a:gd name="T23" fmla="*/ 38 h 64"/>
              <a:gd name="T24" fmla="*/ 10 w 64"/>
              <a:gd name="T25" fmla="*/ 36 h 64"/>
              <a:gd name="T26" fmla="*/ 20 w 64"/>
              <a:gd name="T27" fmla="*/ 41 h 64"/>
              <a:gd name="T28" fmla="*/ 20 w 64"/>
              <a:gd name="T29" fmla="*/ 42 h 64"/>
              <a:gd name="T30" fmla="*/ 20 w 64"/>
              <a:gd name="T31" fmla="*/ 58 h 64"/>
              <a:gd name="T32" fmla="*/ 20 w 64"/>
              <a:gd name="T33" fmla="*/ 59 h 64"/>
              <a:gd name="T34" fmla="*/ 10 w 64"/>
              <a:gd name="T35" fmla="*/ 64 h 64"/>
              <a:gd name="T36" fmla="*/ 0 w 64"/>
              <a:gd name="T37" fmla="*/ 59 h 64"/>
              <a:gd name="T38" fmla="*/ 0 w 64"/>
              <a:gd name="T39" fmla="*/ 58 h 64"/>
              <a:gd name="T40" fmla="*/ 0 w 64"/>
              <a:gd name="T41" fmla="*/ 42 h 64"/>
              <a:gd name="T42" fmla="*/ 0 w 64"/>
              <a:gd name="T43" fmla="*/ 42 h 64"/>
              <a:gd name="T44" fmla="*/ 0 w 64"/>
              <a:gd name="T45" fmla="*/ 22 h 64"/>
              <a:gd name="T46" fmla="*/ 32 w 64"/>
              <a:gd name="T47" fmla="*/ 0 h 64"/>
              <a:gd name="T48" fmla="*/ 32 w 64"/>
              <a:gd name="T49" fmla="*/ 0 h 64"/>
              <a:gd name="T50" fmla="*/ 64 w 64"/>
              <a:gd name="T51" fmla="*/ 22 h 64"/>
              <a:gd name="T52" fmla="*/ 64 w 64"/>
              <a:gd name="T53" fmla="*/ 42 h 64"/>
              <a:gd name="T54" fmla="*/ 64 w 64"/>
              <a:gd name="T55" fmla="*/ 42 h 64"/>
              <a:gd name="T56" fmla="*/ 64 w 64"/>
              <a:gd name="T57" fmla="*/ 58 h 64"/>
              <a:gd name="T58" fmla="*/ 64 w 64"/>
              <a:gd name="T59" fmla="*/ 59 h 64"/>
              <a:gd name="T60" fmla="*/ 54 w 64"/>
              <a:gd name="T61" fmla="*/ 64 h 64"/>
              <a:gd name="T62" fmla="*/ 48 w 64"/>
              <a:gd name="T63" fmla="*/ 57 h 64"/>
              <a:gd name="T64" fmla="*/ 54 w 64"/>
              <a:gd name="T65" fmla="*/ 60 h 64"/>
              <a:gd name="T66" fmla="*/ 60 w 64"/>
              <a:gd name="T67" fmla="*/ 57 h 64"/>
              <a:gd name="T68" fmla="*/ 60 w 64"/>
              <a:gd name="T69" fmla="*/ 43 h 64"/>
              <a:gd name="T70" fmla="*/ 54 w 64"/>
              <a:gd name="T71" fmla="*/ 40 h 64"/>
              <a:gd name="T72" fmla="*/ 48 w 64"/>
              <a:gd name="T73" fmla="*/ 43 h 64"/>
              <a:gd name="T74" fmla="*/ 48 w 64"/>
              <a:gd name="T75" fmla="*/ 57 h 64"/>
              <a:gd name="T76" fmla="*/ 4 w 64"/>
              <a:gd name="T77" fmla="*/ 57 h 64"/>
              <a:gd name="T78" fmla="*/ 10 w 64"/>
              <a:gd name="T79" fmla="*/ 60 h 64"/>
              <a:gd name="T80" fmla="*/ 16 w 64"/>
              <a:gd name="T81" fmla="*/ 57 h 64"/>
              <a:gd name="T82" fmla="*/ 16 w 64"/>
              <a:gd name="T83" fmla="*/ 43 h 64"/>
              <a:gd name="T84" fmla="*/ 10 w 64"/>
              <a:gd name="T85" fmla="*/ 40 h 64"/>
              <a:gd name="T86" fmla="*/ 4 w 64"/>
              <a:gd name="T87" fmla="*/ 43 h 64"/>
              <a:gd name="T88" fmla="*/ 4 w 64"/>
              <a:gd name="T89" fmla="*/ 57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4" h="64">
                <a:moveTo>
                  <a:pt x="54" y="64"/>
                </a:moveTo>
                <a:cubicBezTo>
                  <a:pt x="53" y="64"/>
                  <a:pt x="48" y="64"/>
                  <a:pt x="44" y="59"/>
                </a:cubicBezTo>
                <a:cubicBezTo>
                  <a:pt x="44" y="59"/>
                  <a:pt x="44" y="58"/>
                  <a:pt x="44" y="58"/>
                </a:cubicBezTo>
                <a:cubicBezTo>
                  <a:pt x="44" y="42"/>
                  <a:pt x="44" y="42"/>
                  <a:pt x="44" y="42"/>
                </a:cubicBezTo>
                <a:cubicBezTo>
                  <a:pt x="44" y="42"/>
                  <a:pt x="44" y="41"/>
                  <a:pt x="44" y="41"/>
                </a:cubicBezTo>
                <a:cubicBezTo>
                  <a:pt x="45" y="40"/>
                  <a:pt x="48" y="36"/>
                  <a:pt x="54" y="36"/>
                </a:cubicBezTo>
                <a:cubicBezTo>
                  <a:pt x="55" y="36"/>
                  <a:pt x="57" y="36"/>
                  <a:pt x="60" y="38"/>
                </a:cubicBezTo>
                <a:cubicBezTo>
                  <a:pt x="60" y="22"/>
                  <a:pt x="60" y="22"/>
                  <a:pt x="60" y="22"/>
                </a:cubicBezTo>
                <a:cubicBezTo>
                  <a:pt x="60" y="20"/>
                  <a:pt x="55" y="4"/>
                  <a:pt x="32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8" y="4"/>
                  <a:pt x="4" y="22"/>
                  <a:pt x="4" y="22"/>
                </a:cubicBezTo>
                <a:cubicBezTo>
                  <a:pt x="4" y="38"/>
                  <a:pt x="4" y="38"/>
                  <a:pt x="4" y="38"/>
                </a:cubicBezTo>
                <a:cubicBezTo>
                  <a:pt x="6" y="37"/>
                  <a:pt x="8" y="36"/>
                  <a:pt x="10" y="36"/>
                </a:cubicBezTo>
                <a:cubicBezTo>
                  <a:pt x="11" y="36"/>
                  <a:pt x="16" y="36"/>
                  <a:pt x="20" y="41"/>
                </a:cubicBezTo>
                <a:cubicBezTo>
                  <a:pt x="20" y="41"/>
                  <a:pt x="20" y="42"/>
                  <a:pt x="20" y="42"/>
                </a:cubicBezTo>
                <a:cubicBezTo>
                  <a:pt x="20" y="58"/>
                  <a:pt x="20" y="58"/>
                  <a:pt x="20" y="58"/>
                </a:cubicBezTo>
                <a:cubicBezTo>
                  <a:pt x="20" y="58"/>
                  <a:pt x="20" y="59"/>
                  <a:pt x="20" y="59"/>
                </a:cubicBezTo>
                <a:cubicBezTo>
                  <a:pt x="19" y="60"/>
                  <a:pt x="16" y="64"/>
                  <a:pt x="10" y="64"/>
                </a:cubicBezTo>
                <a:cubicBezTo>
                  <a:pt x="9" y="64"/>
                  <a:pt x="4" y="64"/>
                  <a:pt x="0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5" y="0"/>
                  <a:pt x="32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59" y="0"/>
                  <a:pt x="64" y="21"/>
                  <a:pt x="64" y="2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58"/>
                  <a:pt x="64" y="58"/>
                  <a:pt x="64" y="58"/>
                </a:cubicBezTo>
                <a:cubicBezTo>
                  <a:pt x="64" y="58"/>
                  <a:pt x="64" y="59"/>
                  <a:pt x="64" y="59"/>
                </a:cubicBezTo>
                <a:cubicBezTo>
                  <a:pt x="63" y="60"/>
                  <a:pt x="60" y="64"/>
                  <a:pt x="54" y="64"/>
                </a:cubicBezTo>
                <a:close/>
                <a:moveTo>
                  <a:pt x="48" y="57"/>
                </a:moveTo>
                <a:cubicBezTo>
                  <a:pt x="50" y="60"/>
                  <a:pt x="54" y="60"/>
                  <a:pt x="54" y="60"/>
                </a:cubicBezTo>
                <a:cubicBezTo>
                  <a:pt x="57" y="60"/>
                  <a:pt x="59" y="58"/>
                  <a:pt x="60" y="57"/>
                </a:cubicBezTo>
                <a:cubicBezTo>
                  <a:pt x="60" y="43"/>
                  <a:pt x="60" y="43"/>
                  <a:pt x="60" y="43"/>
                </a:cubicBezTo>
                <a:cubicBezTo>
                  <a:pt x="58" y="40"/>
                  <a:pt x="54" y="40"/>
                  <a:pt x="54" y="40"/>
                </a:cubicBezTo>
                <a:cubicBezTo>
                  <a:pt x="51" y="40"/>
                  <a:pt x="49" y="42"/>
                  <a:pt x="48" y="43"/>
                </a:cubicBezTo>
                <a:lnTo>
                  <a:pt x="48" y="57"/>
                </a:lnTo>
                <a:close/>
                <a:moveTo>
                  <a:pt x="4" y="57"/>
                </a:moveTo>
                <a:cubicBezTo>
                  <a:pt x="6" y="60"/>
                  <a:pt x="10" y="60"/>
                  <a:pt x="10" y="60"/>
                </a:cubicBezTo>
                <a:cubicBezTo>
                  <a:pt x="13" y="60"/>
                  <a:pt x="15" y="58"/>
                  <a:pt x="16" y="57"/>
                </a:cubicBezTo>
                <a:cubicBezTo>
                  <a:pt x="16" y="43"/>
                  <a:pt x="16" y="43"/>
                  <a:pt x="16" y="43"/>
                </a:cubicBezTo>
                <a:cubicBezTo>
                  <a:pt x="14" y="40"/>
                  <a:pt x="10" y="40"/>
                  <a:pt x="10" y="40"/>
                </a:cubicBezTo>
                <a:cubicBezTo>
                  <a:pt x="7" y="40"/>
                  <a:pt x="5" y="42"/>
                  <a:pt x="4" y="43"/>
                </a:cubicBezTo>
                <a:lnTo>
                  <a:pt x="4" y="57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56525024-F520-6836-A1AE-B32993AEC3F1}"/>
              </a:ext>
            </a:extLst>
          </p:cNvPr>
          <p:cNvGrpSpPr>
            <a:grpSpLocks noChangeAspect="1"/>
          </p:cNvGrpSpPr>
          <p:nvPr/>
        </p:nvGrpSpPr>
        <p:grpSpPr>
          <a:xfrm>
            <a:off x="823833" y="5101121"/>
            <a:ext cx="348546" cy="370604"/>
            <a:chOff x="11466513" y="1004888"/>
            <a:chExt cx="250825" cy="266699"/>
          </a:xfrm>
          <a:solidFill>
            <a:srgbClr val="00806E"/>
          </a:solidFill>
        </p:grpSpPr>
        <p:sp>
          <p:nvSpPr>
            <p:cNvPr id="48" name="Freeform 109">
              <a:extLst>
                <a:ext uri="{FF2B5EF4-FFF2-40B4-BE49-F238E27FC236}">
                  <a16:creationId xmlns:a16="http://schemas.microsoft.com/office/drawing/2014/main" id="{231F8518-8F18-7F1E-1639-350169B194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6513" y="1004888"/>
              <a:ext cx="250825" cy="266699"/>
            </a:xfrm>
            <a:custGeom>
              <a:avLst/>
              <a:gdLst>
                <a:gd name="T0" fmla="*/ 62 w 64"/>
                <a:gd name="T1" fmla="*/ 4 h 68"/>
                <a:gd name="T2" fmla="*/ 44 w 64"/>
                <a:gd name="T3" fmla="*/ 4 h 68"/>
                <a:gd name="T4" fmla="*/ 44 w 64"/>
                <a:gd name="T5" fmla="*/ 0 h 68"/>
                <a:gd name="T6" fmla="*/ 40 w 64"/>
                <a:gd name="T7" fmla="*/ 0 h 68"/>
                <a:gd name="T8" fmla="*/ 40 w 64"/>
                <a:gd name="T9" fmla="*/ 16 h 68"/>
                <a:gd name="T10" fmla="*/ 44 w 64"/>
                <a:gd name="T11" fmla="*/ 16 h 68"/>
                <a:gd name="T12" fmla="*/ 44 w 64"/>
                <a:gd name="T13" fmla="*/ 8 h 68"/>
                <a:gd name="T14" fmla="*/ 60 w 64"/>
                <a:gd name="T15" fmla="*/ 8 h 68"/>
                <a:gd name="T16" fmla="*/ 60 w 64"/>
                <a:gd name="T17" fmla="*/ 64 h 68"/>
                <a:gd name="T18" fmla="*/ 4 w 64"/>
                <a:gd name="T19" fmla="*/ 64 h 68"/>
                <a:gd name="T20" fmla="*/ 4 w 64"/>
                <a:gd name="T21" fmla="*/ 8 h 68"/>
                <a:gd name="T22" fmla="*/ 12 w 64"/>
                <a:gd name="T23" fmla="*/ 8 h 68"/>
                <a:gd name="T24" fmla="*/ 12 w 64"/>
                <a:gd name="T25" fmla="*/ 4 h 68"/>
                <a:gd name="T26" fmla="*/ 2 w 64"/>
                <a:gd name="T27" fmla="*/ 4 h 68"/>
                <a:gd name="T28" fmla="*/ 0 w 64"/>
                <a:gd name="T29" fmla="*/ 6 h 68"/>
                <a:gd name="T30" fmla="*/ 0 w 64"/>
                <a:gd name="T31" fmla="*/ 66 h 68"/>
                <a:gd name="T32" fmla="*/ 2 w 64"/>
                <a:gd name="T33" fmla="*/ 68 h 68"/>
                <a:gd name="T34" fmla="*/ 62 w 64"/>
                <a:gd name="T35" fmla="*/ 68 h 68"/>
                <a:gd name="T36" fmla="*/ 64 w 64"/>
                <a:gd name="T37" fmla="*/ 66 h 68"/>
                <a:gd name="T38" fmla="*/ 64 w 64"/>
                <a:gd name="T39" fmla="*/ 6 h 68"/>
                <a:gd name="T40" fmla="*/ 62 w 64"/>
                <a:gd name="T41" fmla="*/ 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8">
                  <a:moveTo>
                    <a:pt x="62" y="4"/>
                  </a:moveTo>
                  <a:cubicBezTo>
                    <a:pt x="44" y="4"/>
                    <a:pt x="44" y="4"/>
                    <a:pt x="4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7"/>
                    <a:pt x="1" y="68"/>
                    <a:pt x="2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3" y="68"/>
                    <a:pt x="64" y="67"/>
                    <a:pt x="64" y="6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5"/>
                    <a:pt x="63" y="4"/>
                    <a:pt x="6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49" name="Freeform 110">
              <a:extLst>
                <a:ext uri="{FF2B5EF4-FFF2-40B4-BE49-F238E27FC236}">
                  <a16:creationId xmlns:a16="http://schemas.microsoft.com/office/drawing/2014/main" id="{7464B523-3E9E-1D0C-9409-44A561DB3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300" y="1004888"/>
              <a:ext cx="47625" cy="61912"/>
            </a:xfrm>
            <a:custGeom>
              <a:avLst/>
              <a:gdLst>
                <a:gd name="T0" fmla="*/ 30 w 30"/>
                <a:gd name="T1" fmla="*/ 9 h 39"/>
                <a:gd name="T2" fmla="*/ 10 w 30"/>
                <a:gd name="T3" fmla="*/ 9 h 39"/>
                <a:gd name="T4" fmla="*/ 10 w 30"/>
                <a:gd name="T5" fmla="*/ 0 h 39"/>
                <a:gd name="T6" fmla="*/ 0 w 30"/>
                <a:gd name="T7" fmla="*/ 0 h 39"/>
                <a:gd name="T8" fmla="*/ 0 w 30"/>
                <a:gd name="T9" fmla="*/ 39 h 39"/>
                <a:gd name="T10" fmla="*/ 10 w 30"/>
                <a:gd name="T11" fmla="*/ 39 h 39"/>
                <a:gd name="T12" fmla="*/ 10 w 30"/>
                <a:gd name="T13" fmla="*/ 19 h 39"/>
                <a:gd name="T14" fmla="*/ 30 w 30"/>
                <a:gd name="T15" fmla="*/ 19 h 39"/>
                <a:gd name="T16" fmla="*/ 30 w 30"/>
                <a:gd name="T17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9">
                  <a:moveTo>
                    <a:pt x="30" y="9"/>
                  </a:move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9"/>
                  </a:lnTo>
                  <a:lnTo>
                    <a:pt x="10" y="39"/>
                  </a:lnTo>
                  <a:lnTo>
                    <a:pt x="10" y="19"/>
                  </a:lnTo>
                  <a:lnTo>
                    <a:pt x="30" y="19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0" name="Freeform 111">
              <a:extLst>
                <a:ext uri="{FF2B5EF4-FFF2-40B4-BE49-F238E27FC236}">
                  <a16:creationId xmlns:a16="http://schemas.microsoft.com/office/drawing/2014/main" id="{6BDFAB18-3683-266F-DB75-8384B0C26F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4613" y="1093788"/>
              <a:ext cx="76200" cy="130175"/>
            </a:xfrm>
            <a:custGeom>
              <a:avLst/>
              <a:gdLst>
                <a:gd name="T0" fmla="*/ 7 w 19"/>
                <a:gd name="T1" fmla="*/ 30 h 33"/>
                <a:gd name="T2" fmla="*/ 0 w 19"/>
                <a:gd name="T3" fmla="*/ 29 h 33"/>
                <a:gd name="T4" fmla="*/ 0 w 19"/>
                <a:gd name="T5" fmla="*/ 33 h 33"/>
                <a:gd name="T6" fmla="*/ 3 w 19"/>
                <a:gd name="T7" fmla="*/ 33 h 33"/>
                <a:gd name="T8" fmla="*/ 7 w 19"/>
                <a:gd name="T9" fmla="*/ 33 h 33"/>
                <a:gd name="T10" fmla="*/ 12 w 19"/>
                <a:gd name="T11" fmla="*/ 33 h 33"/>
                <a:gd name="T12" fmla="*/ 16 w 19"/>
                <a:gd name="T13" fmla="*/ 31 h 33"/>
                <a:gd name="T14" fmla="*/ 18 w 19"/>
                <a:gd name="T15" fmla="*/ 27 h 33"/>
                <a:gd name="T16" fmla="*/ 19 w 19"/>
                <a:gd name="T17" fmla="*/ 23 h 33"/>
                <a:gd name="T18" fmla="*/ 19 w 19"/>
                <a:gd name="T19" fmla="*/ 20 h 33"/>
                <a:gd name="T20" fmla="*/ 17 w 19"/>
                <a:gd name="T21" fmla="*/ 18 h 33"/>
                <a:gd name="T22" fmla="*/ 15 w 19"/>
                <a:gd name="T23" fmla="*/ 16 h 33"/>
                <a:gd name="T24" fmla="*/ 12 w 19"/>
                <a:gd name="T25" fmla="*/ 15 h 33"/>
                <a:gd name="T26" fmla="*/ 12 w 19"/>
                <a:gd name="T27" fmla="*/ 15 h 33"/>
                <a:gd name="T28" fmla="*/ 17 w 19"/>
                <a:gd name="T29" fmla="*/ 13 h 33"/>
                <a:gd name="T30" fmla="*/ 18 w 19"/>
                <a:gd name="T31" fmla="*/ 8 h 33"/>
                <a:gd name="T32" fmla="*/ 16 w 19"/>
                <a:gd name="T33" fmla="*/ 2 h 33"/>
                <a:gd name="T34" fmla="*/ 9 w 19"/>
                <a:gd name="T35" fmla="*/ 0 h 33"/>
                <a:gd name="T36" fmla="*/ 5 w 19"/>
                <a:gd name="T37" fmla="*/ 1 h 33"/>
                <a:gd name="T38" fmla="*/ 1 w 19"/>
                <a:gd name="T39" fmla="*/ 2 h 33"/>
                <a:gd name="T40" fmla="*/ 1 w 19"/>
                <a:gd name="T41" fmla="*/ 6 h 33"/>
                <a:gd name="T42" fmla="*/ 4 w 19"/>
                <a:gd name="T43" fmla="*/ 4 h 33"/>
                <a:gd name="T44" fmla="*/ 8 w 19"/>
                <a:gd name="T45" fmla="*/ 4 h 33"/>
                <a:gd name="T46" fmla="*/ 12 w 19"/>
                <a:gd name="T47" fmla="*/ 5 h 33"/>
                <a:gd name="T48" fmla="*/ 14 w 19"/>
                <a:gd name="T49" fmla="*/ 8 h 33"/>
                <a:gd name="T50" fmla="*/ 11 w 19"/>
                <a:gd name="T51" fmla="*/ 13 h 33"/>
                <a:gd name="T52" fmla="*/ 3 w 19"/>
                <a:gd name="T53" fmla="*/ 14 h 33"/>
                <a:gd name="T54" fmla="*/ 2 w 19"/>
                <a:gd name="T55" fmla="*/ 14 h 33"/>
                <a:gd name="T56" fmla="*/ 2 w 19"/>
                <a:gd name="T57" fmla="*/ 18 h 33"/>
                <a:gd name="T58" fmla="*/ 4 w 19"/>
                <a:gd name="T59" fmla="*/ 18 h 33"/>
                <a:gd name="T60" fmla="*/ 7 w 19"/>
                <a:gd name="T61" fmla="*/ 18 h 33"/>
                <a:gd name="T62" fmla="*/ 12 w 19"/>
                <a:gd name="T63" fmla="*/ 19 h 33"/>
                <a:gd name="T64" fmla="*/ 14 w 19"/>
                <a:gd name="T65" fmla="*/ 24 h 33"/>
                <a:gd name="T66" fmla="*/ 13 w 19"/>
                <a:gd name="T67" fmla="*/ 28 h 33"/>
                <a:gd name="T68" fmla="*/ 7 w 19"/>
                <a:gd name="T69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" h="33">
                  <a:moveTo>
                    <a:pt x="7" y="30"/>
                  </a:moveTo>
                  <a:cubicBezTo>
                    <a:pt x="5" y="30"/>
                    <a:pt x="3" y="29"/>
                    <a:pt x="0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3"/>
                    <a:pt x="2" y="33"/>
                    <a:pt x="3" y="33"/>
                  </a:cubicBezTo>
                  <a:cubicBezTo>
                    <a:pt x="4" y="33"/>
                    <a:pt x="5" y="33"/>
                    <a:pt x="7" y="33"/>
                  </a:cubicBezTo>
                  <a:cubicBezTo>
                    <a:pt x="9" y="33"/>
                    <a:pt x="10" y="33"/>
                    <a:pt x="12" y="33"/>
                  </a:cubicBezTo>
                  <a:cubicBezTo>
                    <a:pt x="13" y="32"/>
                    <a:pt x="15" y="31"/>
                    <a:pt x="16" y="31"/>
                  </a:cubicBezTo>
                  <a:cubicBezTo>
                    <a:pt x="17" y="30"/>
                    <a:pt x="18" y="29"/>
                    <a:pt x="18" y="27"/>
                  </a:cubicBezTo>
                  <a:cubicBezTo>
                    <a:pt x="19" y="26"/>
                    <a:pt x="19" y="25"/>
                    <a:pt x="19" y="23"/>
                  </a:cubicBezTo>
                  <a:cubicBezTo>
                    <a:pt x="19" y="22"/>
                    <a:pt x="19" y="21"/>
                    <a:pt x="19" y="20"/>
                  </a:cubicBezTo>
                  <a:cubicBezTo>
                    <a:pt x="18" y="19"/>
                    <a:pt x="18" y="19"/>
                    <a:pt x="17" y="18"/>
                  </a:cubicBezTo>
                  <a:cubicBezTo>
                    <a:pt x="17" y="17"/>
                    <a:pt x="16" y="17"/>
                    <a:pt x="15" y="16"/>
                  </a:cubicBezTo>
                  <a:cubicBezTo>
                    <a:pt x="14" y="16"/>
                    <a:pt x="13" y="16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4" y="15"/>
                    <a:pt x="16" y="14"/>
                    <a:pt x="17" y="13"/>
                  </a:cubicBezTo>
                  <a:cubicBezTo>
                    <a:pt x="18" y="11"/>
                    <a:pt x="18" y="10"/>
                    <a:pt x="18" y="8"/>
                  </a:cubicBezTo>
                  <a:cubicBezTo>
                    <a:pt x="18" y="5"/>
                    <a:pt x="18" y="4"/>
                    <a:pt x="16" y="2"/>
                  </a:cubicBezTo>
                  <a:cubicBezTo>
                    <a:pt x="14" y="1"/>
                    <a:pt x="12" y="0"/>
                    <a:pt x="9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5"/>
                    <a:pt x="4" y="4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4"/>
                    <a:pt x="12" y="5"/>
                  </a:cubicBezTo>
                  <a:cubicBezTo>
                    <a:pt x="13" y="6"/>
                    <a:pt x="14" y="7"/>
                    <a:pt x="14" y="8"/>
                  </a:cubicBezTo>
                  <a:cubicBezTo>
                    <a:pt x="14" y="10"/>
                    <a:pt x="13" y="12"/>
                    <a:pt x="11" y="13"/>
                  </a:cubicBezTo>
                  <a:cubicBezTo>
                    <a:pt x="9" y="14"/>
                    <a:pt x="7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8"/>
                    <a:pt x="3" y="18"/>
                    <a:pt x="4" y="18"/>
                  </a:cubicBezTo>
                  <a:cubicBezTo>
                    <a:pt x="5" y="18"/>
                    <a:pt x="6" y="18"/>
                    <a:pt x="7" y="18"/>
                  </a:cubicBezTo>
                  <a:cubicBezTo>
                    <a:pt x="9" y="18"/>
                    <a:pt x="11" y="18"/>
                    <a:pt x="12" y="19"/>
                  </a:cubicBezTo>
                  <a:cubicBezTo>
                    <a:pt x="14" y="20"/>
                    <a:pt x="14" y="22"/>
                    <a:pt x="14" y="24"/>
                  </a:cubicBezTo>
                  <a:cubicBezTo>
                    <a:pt x="14" y="26"/>
                    <a:pt x="14" y="27"/>
                    <a:pt x="13" y="28"/>
                  </a:cubicBezTo>
                  <a:cubicBezTo>
                    <a:pt x="11" y="29"/>
                    <a:pt x="9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1" name="Freeform 112">
              <a:extLst>
                <a:ext uri="{FF2B5EF4-FFF2-40B4-BE49-F238E27FC236}">
                  <a16:creationId xmlns:a16="http://schemas.microsoft.com/office/drawing/2014/main" id="{5B7F4867-193D-95E9-9456-06981D6E5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9863" y="1098550"/>
              <a:ext cx="82550" cy="125412"/>
            </a:xfrm>
            <a:custGeom>
              <a:avLst/>
              <a:gdLst>
                <a:gd name="T0" fmla="*/ 25 w 52"/>
                <a:gd name="T1" fmla="*/ 0 h 79"/>
                <a:gd name="T2" fmla="*/ 2 w 52"/>
                <a:gd name="T3" fmla="*/ 7 h 79"/>
                <a:gd name="T4" fmla="*/ 2 w 52"/>
                <a:gd name="T5" fmla="*/ 17 h 79"/>
                <a:gd name="T6" fmla="*/ 22 w 52"/>
                <a:gd name="T7" fmla="*/ 10 h 79"/>
                <a:gd name="T8" fmla="*/ 22 w 52"/>
                <a:gd name="T9" fmla="*/ 69 h 79"/>
                <a:gd name="T10" fmla="*/ 0 w 52"/>
                <a:gd name="T11" fmla="*/ 69 h 79"/>
                <a:gd name="T12" fmla="*/ 0 w 52"/>
                <a:gd name="T13" fmla="*/ 79 h 79"/>
                <a:gd name="T14" fmla="*/ 52 w 52"/>
                <a:gd name="T15" fmla="*/ 79 h 79"/>
                <a:gd name="T16" fmla="*/ 52 w 52"/>
                <a:gd name="T17" fmla="*/ 69 h 79"/>
                <a:gd name="T18" fmla="*/ 32 w 52"/>
                <a:gd name="T19" fmla="*/ 69 h 79"/>
                <a:gd name="T20" fmla="*/ 32 w 52"/>
                <a:gd name="T21" fmla="*/ 0 h 79"/>
                <a:gd name="T22" fmla="*/ 25 w 52"/>
                <a:gd name="T2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79">
                  <a:moveTo>
                    <a:pt x="25" y="0"/>
                  </a:moveTo>
                  <a:lnTo>
                    <a:pt x="2" y="7"/>
                  </a:lnTo>
                  <a:lnTo>
                    <a:pt x="2" y="17"/>
                  </a:lnTo>
                  <a:lnTo>
                    <a:pt x="22" y="10"/>
                  </a:lnTo>
                  <a:lnTo>
                    <a:pt x="22" y="69"/>
                  </a:lnTo>
                  <a:lnTo>
                    <a:pt x="0" y="69"/>
                  </a:lnTo>
                  <a:lnTo>
                    <a:pt x="0" y="79"/>
                  </a:lnTo>
                  <a:lnTo>
                    <a:pt x="52" y="79"/>
                  </a:lnTo>
                  <a:lnTo>
                    <a:pt x="52" y="69"/>
                  </a:lnTo>
                  <a:lnTo>
                    <a:pt x="32" y="69"/>
                  </a:lnTo>
                  <a:lnTo>
                    <a:pt x="32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</p:grpSp>
      <p:sp>
        <p:nvSpPr>
          <p:cNvPr id="53" name="Textfeld 52">
            <a:extLst>
              <a:ext uri="{FF2B5EF4-FFF2-40B4-BE49-F238E27FC236}">
                <a16:creationId xmlns:a16="http://schemas.microsoft.com/office/drawing/2014/main" id="{141CDD8F-646A-30F6-AF8D-8043E924AF82}"/>
              </a:ext>
            </a:extLst>
          </p:cNvPr>
          <p:cNvSpPr txBox="1"/>
          <p:nvPr/>
        </p:nvSpPr>
        <p:spPr>
          <a:xfrm>
            <a:off x="7675568" y="5059808"/>
            <a:ext cx="7320620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Lieblingsessen</a:t>
            </a:r>
            <a:r>
              <a:rPr lang="de-DE" sz="2400">
                <a:latin typeface="The Group TEXT"/>
                <a:cs typeface="Dubai Medium"/>
              </a:rPr>
              <a:t>: Schnitzel mit Pommes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Lieblingsfilm/-serie</a:t>
            </a:r>
            <a:r>
              <a:rPr lang="de-DE" sz="2400">
                <a:latin typeface="The Group TEXT"/>
                <a:cs typeface="Dubai Medium"/>
              </a:rPr>
              <a:t>: Wolf </a:t>
            </a:r>
            <a:r>
              <a:rPr lang="de-DE" sz="2400" err="1">
                <a:latin typeface="The Group TEXT"/>
                <a:cs typeface="Dubai Medium"/>
              </a:rPr>
              <a:t>of</a:t>
            </a:r>
            <a:r>
              <a:rPr lang="de-DE" sz="2400">
                <a:latin typeface="The Group TEXT"/>
                <a:cs typeface="Dubai Medium"/>
              </a:rPr>
              <a:t> Wallstreet, Breaking Bad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Hobbies</a:t>
            </a:r>
            <a:r>
              <a:rPr lang="de-DE" sz="2400">
                <a:latin typeface="The Group TEXT"/>
                <a:cs typeface="Dubai Medium"/>
              </a:rPr>
              <a:t>:  Fußball, Ski fahren</a:t>
            </a: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Lieblingssport</a:t>
            </a:r>
            <a:r>
              <a:rPr lang="de-DE" sz="2400">
                <a:latin typeface="The Group TEXT"/>
                <a:cs typeface="Dubai Medium"/>
              </a:rPr>
              <a:t>: Fußball</a:t>
            </a:r>
          </a:p>
        </p:txBody>
      </p:sp>
      <p:grpSp>
        <p:nvGrpSpPr>
          <p:cNvPr id="54" name="Google Shape;9271;p60">
            <a:extLst>
              <a:ext uri="{FF2B5EF4-FFF2-40B4-BE49-F238E27FC236}">
                <a16:creationId xmlns:a16="http://schemas.microsoft.com/office/drawing/2014/main" id="{30EFA989-0A22-1276-3CB5-871A65CA8288}"/>
              </a:ext>
            </a:extLst>
          </p:cNvPr>
          <p:cNvGrpSpPr/>
          <p:nvPr/>
        </p:nvGrpSpPr>
        <p:grpSpPr>
          <a:xfrm>
            <a:off x="7241658" y="5057580"/>
            <a:ext cx="410335" cy="355243"/>
            <a:chOff x="3564243" y="2289904"/>
            <a:chExt cx="422342" cy="355243"/>
          </a:xfrm>
          <a:solidFill>
            <a:srgbClr val="00806E"/>
          </a:solidFill>
        </p:grpSpPr>
        <p:sp>
          <p:nvSpPr>
            <p:cNvPr id="1047" name="Google Shape;9272;p60">
              <a:extLst>
                <a:ext uri="{FF2B5EF4-FFF2-40B4-BE49-F238E27FC236}">
                  <a16:creationId xmlns:a16="http://schemas.microsoft.com/office/drawing/2014/main" id="{CDA3918B-F13A-4851-47A7-BCDA2B999E69}"/>
                </a:ext>
              </a:extLst>
            </p:cNvPr>
            <p:cNvSpPr/>
            <p:nvPr/>
          </p:nvSpPr>
          <p:spPr>
            <a:xfrm>
              <a:off x="3564243" y="2291587"/>
              <a:ext cx="66177" cy="351655"/>
            </a:xfrm>
            <a:custGeom>
              <a:avLst/>
              <a:gdLst/>
              <a:ahLst/>
              <a:cxnLst/>
              <a:rect l="l" t="t" r="r" b="b"/>
              <a:pathLst>
                <a:path w="2084" h="11074" extrusionOk="0">
                  <a:moveTo>
                    <a:pt x="1703" y="1918"/>
                  </a:moveTo>
                  <a:lnTo>
                    <a:pt x="1703" y="2727"/>
                  </a:lnTo>
                  <a:cubicBezTo>
                    <a:pt x="1703" y="2823"/>
                    <a:pt x="1667" y="2930"/>
                    <a:pt x="1608" y="2966"/>
                  </a:cubicBezTo>
                  <a:cubicBezTo>
                    <a:pt x="1453" y="3085"/>
                    <a:pt x="1298" y="3287"/>
                    <a:pt x="1239" y="3501"/>
                  </a:cubicBezTo>
                  <a:lnTo>
                    <a:pt x="834" y="3501"/>
                  </a:lnTo>
                  <a:cubicBezTo>
                    <a:pt x="798" y="3299"/>
                    <a:pt x="667" y="3085"/>
                    <a:pt x="524" y="2989"/>
                  </a:cubicBezTo>
                  <a:cubicBezTo>
                    <a:pt x="453" y="2942"/>
                    <a:pt x="393" y="2823"/>
                    <a:pt x="393" y="2727"/>
                  </a:cubicBezTo>
                  <a:lnTo>
                    <a:pt x="393" y="1918"/>
                  </a:lnTo>
                  <a:close/>
                  <a:moveTo>
                    <a:pt x="1227" y="3882"/>
                  </a:moveTo>
                  <a:lnTo>
                    <a:pt x="1227" y="5144"/>
                  </a:lnTo>
                  <a:cubicBezTo>
                    <a:pt x="1227" y="6359"/>
                    <a:pt x="1239" y="7549"/>
                    <a:pt x="1369" y="8752"/>
                  </a:cubicBezTo>
                  <a:cubicBezTo>
                    <a:pt x="1453" y="9478"/>
                    <a:pt x="1489" y="10085"/>
                    <a:pt x="1489" y="10205"/>
                  </a:cubicBezTo>
                  <a:cubicBezTo>
                    <a:pt x="1477" y="10478"/>
                    <a:pt x="1298" y="10681"/>
                    <a:pt x="1048" y="10681"/>
                  </a:cubicBezTo>
                  <a:cubicBezTo>
                    <a:pt x="798" y="10681"/>
                    <a:pt x="619" y="10490"/>
                    <a:pt x="619" y="10228"/>
                  </a:cubicBezTo>
                  <a:cubicBezTo>
                    <a:pt x="619" y="10097"/>
                    <a:pt x="655" y="9490"/>
                    <a:pt x="738" y="8764"/>
                  </a:cubicBezTo>
                  <a:cubicBezTo>
                    <a:pt x="869" y="7561"/>
                    <a:pt x="881" y="6371"/>
                    <a:pt x="881" y="5168"/>
                  </a:cubicBezTo>
                  <a:lnTo>
                    <a:pt x="881" y="3882"/>
                  </a:lnTo>
                  <a:close/>
                  <a:moveTo>
                    <a:pt x="203" y="1"/>
                  </a:moveTo>
                  <a:cubicBezTo>
                    <a:pt x="96" y="1"/>
                    <a:pt x="0" y="84"/>
                    <a:pt x="0" y="191"/>
                  </a:cubicBezTo>
                  <a:lnTo>
                    <a:pt x="0" y="2727"/>
                  </a:lnTo>
                  <a:cubicBezTo>
                    <a:pt x="0" y="2966"/>
                    <a:pt x="143" y="3216"/>
                    <a:pt x="334" y="3335"/>
                  </a:cubicBezTo>
                  <a:cubicBezTo>
                    <a:pt x="393" y="3358"/>
                    <a:pt x="477" y="3573"/>
                    <a:pt x="477" y="3692"/>
                  </a:cubicBezTo>
                  <a:lnTo>
                    <a:pt x="477" y="5144"/>
                  </a:lnTo>
                  <a:cubicBezTo>
                    <a:pt x="477" y="6359"/>
                    <a:pt x="465" y="7526"/>
                    <a:pt x="346" y="8716"/>
                  </a:cubicBezTo>
                  <a:cubicBezTo>
                    <a:pt x="274" y="9454"/>
                    <a:pt x="226" y="10074"/>
                    <a:pt x="226" y="10228"/>
                  </a:cubicBezTo>
                  <a:cubicBezTo>
                    <a:pt x="226" y="10705"/>
                    <a:pt x="584" y="11074"/>
                    <a:pt x="1048" y="11074"/>
                  </a:cubicBezTo>
                  <a:cubicBezTo>
                    <a:pt x="1512" y="11074"/>
                    <a:pt x="1870" y="10705"/>
                    <a:pt x="1870" y="10228"/>
                  </a:cubicBezTo>
                  <a:cubicBezTo>
                    <a:pt x="1870" y="10074"/>
                    <a:pt x="1822" y="9454"/>
                    <a:pt x="1750" y="8716"/>
                  </a:cubicBezTo>
                  <a:cubicBezTo>
                    <a:pt x="1608" y="7526"/>
                    <a:pt x="1608" y="6359"/>
                    <a:pt x="1608" y="5144"/>
                  </a:cubicBezTo>
                  <a:lnTo>
                    <a:pt x="1608" y="3692"/>
                  </a:lnTo>
                  <a:cubicBezTo>
                    <a:pt x="1608" y="3561"/>
                    <a:pt x="1715" y="3358"/>
                    <a:pt x="1834" y="3275"/>
                  </a:cubicBezTo>
                  <a:cubicBezTo>
                    <a:pt x="2024" y="3144"/>
                    <a:pt x="2084" y="2906"/>
                    <a:pt x="2084" y="2704"/>
                  </a:cubicBezTo>
                  <a:lnTo>
                    <a:pt x="2084" y="251"/>
                  </a:lnTo>
                  <a:cubicBezTo>
                    <a:pt x="2084" y="168"/>
                    <a:pt x="2001" y="72"/>
                    <a:pt x="1893" y="72"/>
                  </a:cubicBezTo>
                  <a:cubicBezTo>
                    <a:pt x="1786" y="72"/>
                    <a:pt x="1703" y="168"/>
                    <a:pt x="1703" y="263"/>
                  </a:cubicBezTo>
                  <a:lnTo>
                    <a:pt x="1703" y="1537"/>
                  </a:lnTo>
                  <a:lnTo>
                    <a:pt x="1239" y="1537"/>
                  </a:lnTo>
                  <a:lnTo>
                    <a:pt x="1239" y="191"/>
                  </a:lnTo>
                  <a:cubicBezTo>
                    <a:pt x="1239" y="84"/>
                    <a:pt x="1155" y="1"/>
                    <a:pt x="1048" y="1"/>
                  </a:cubicBezTo>
                  <a:cubicBezTo>
                    <a:pt x="941" y="1"/>
                    <a:pt x="858" y="84"/>
                    <a:pt x="858" y="191"/>
                  </a:cubicBezTo>
                  <a:lnTo>
                    <a:pt x="858" y="1537"/>
                  </a:lnTo>
                  <a:lnTo>
                    <a:pt x="393" y="1537"/>
                  </a:lnTo>
                  <a:lnTo>
                    <a:pt x="393" y="191"/>
                  </a:lnTo>
                  <a:cubicBezTo>
                    <a:pt x="393" y="84"/>
                    <a:pt x="298" y="1"/>
                    <a:pt x="2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8" name="Google Shape;9273;p60">
              <a:extLst>
                <a:ext uri="{FF2B5EF4-FFF2-40B4-BE49-F238E27FC236}">
                  <a16:creationId xmlns:a16="http://schemas.microsoft.com/office/drawing/2014/main" id="{E6FC354E-9145-3916-4892-AF25467ACCF2}"/>
                </a:ext>
              </a:extLst>
            </p:cNvPr>
            <p:cNvSpPr/>
            <p:nvPr/>
          </p:nvSpPr>
          <p:spPr>
            <a:xfrm>
              <a:off x="3636835" y="2373674"/>
              <a:ext cx="236702" cy="236289"/>
            </a:xfrm>
            <a:custGeom>
              <a:avLst/>
              <a:gdLst/>
              <a:ahLst/>
              <a:cxnLst/>
              <a:rect l="l" t="t" r="r" b="b"/>
              <a:pathLst>
                <a:path w="7454" h="7441" extrusionOk="0">
                  <a:moveTo>
                    <a:pt x="1175" y="0"/>
                  </a:moveTo>
                  <a:cubicBezTo>
                    <a:pt x="1121" y="0"/>
                    <a:pt x="1069" y="25"/>
                    <a:pt x="1036" y="71"/>
                  </a:cubicBezTo>
                  <a:cubicBezTo>
                    <a:pt x="369" y="881"/>
                    <a:pt x="0" y="1905"/>
                    <a:pt x="0" y="2952"/>
                  </a:cubicBezTo>
                  <a:cubicBezTo>
                    <a:pt x="0" y="5429"/>
                    <a:pt x="2024" y="7441"/>
                    <a:pt x="4489" y="7441"/>
                  </a:cubicBezTo>
                  <a:cubicBezTo>
                    <a:pt x="5537" y="7441"/>
                    <a:pt x="6561" y="7072"/>
                    <a:pt x="7358" y="6405"/>
                  </a:cubicBezTo>
                  <a:cubicBezTo>
                    <a:pt x="7454" y="6322"/>
                    <a:pt x="7454" y="6203"/>
                    <a:pt x="7394" y="6131"/>
                  </a:cubicBezTo>
                  <a:cubicBezTo>
                    <a:pt x="7352" y="6083"/>
                    <a:pt x="7286" y="6058"/>
                    <a:pt x="7224" y="6058"/>
                  </a:cubicBezTo>
                  <a:cubicBezTo>
                    <a:pt x="7180" y="6058"/>
                    <a:pt x="7138" y="6071"/>
                    <a:pt x="7108" y="6096"/>
                  </a:cubicBezTo>
                  <a:cubicBezTo>
                    <a:pt x="6382" y="6703"/>
                    <a:pt x="5441" y="7048"/>
                    <a:pt x="4489" y="7048"/>
                  </a:cubicBezTo>
                  <a:cubicBezTo>
                    <a:pt x="2227" y="7048"/>
                    <a:pt x="381" y="5203"/>
                    <a:pt x="381" y="2928"/>
                  </a:cubicBezTo>
                  <a:cubicBezTo>
                    <a:pt x="381" y="1988"/>
                    <a:pt x="727" y="1047"/>
                    <a:pt x="1334" y="309"/>
                  </a:cubicBezTo>
                  <a:cubicBezTo>
                    <a:pt x="1405" y="226"/>
                    <a:pt x="1393" y="107"/>
                    <a:pt x="1298" y="47"/>
                  </a:cubicBezTo>
                  <a:cubicBezTo>
                    <a:pt x="1261" y="16"/>
                    <a:pt x="1217" y="0"/>
                    <a:pt x="11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9" name="Google Shape;9274;p60">
              <a:extLst>
                <a:ext uri="{FF2B5EF4-FFF2-40B4-BE49-F238E27FC236}">
                  <a16:creationId xmlns:a16="http://schemas.microsoft.com/office/drawing/2014/main" id="{E873131E-B327-5B3D-70C3-30DF8B5CEA16}"/>
                </a:ext>
              </a:extLst>
            </p:cNvPr>
            <p:cNvSpPr/>
            <p:nvPr/>
          </p:nvSpPr>
          <p:spPr>
            <a:xfrm>
              <a:off x="3685230" y="2324104"/>
              <a:ext cx="237083" cy="235971"/>
            </a:xfrm>
            <a:custGeom>
              <a:avLst/>
              <a:gdLst/>
              <a:ahLst/>
              <a:cxnLst/>
              <a:rect l="l" t="t" r="r" b="b"/>
              <a:pathLst>
                <a:path w="7466" h="7431" extrusionOk="0">
                  <a:moveTo>
                    <a:pt x="2953" y="1"/>
                  </a:moveTo>
                  <a:cubicBezTo>
                    <a:pt x="1905" y="1"/>
                    <a:pt x="893" y="358"/>
                    <a:pt x="96" y="1025"/>
                  </a:cubicBezTo>
                  <a:cubicBezTo>
                    <a:pt x="0" y="1108"/>
                    <a:pt x="0" y="1227"/>
                    <a:pt x="60" y="1299"/>
                  </a:cubicBezTo>
                  <a:cubicBezTo>
                    <a:pt x="99" y="1344"/>
                    <a:pt x="151" y="1364"/>
                    <a:pt x="205" y="1364"/>
                  </a:cubicBezTo>
                  <a:cubicBezTo>
                    <a:pt x="250" y="1364"/>
                    <a:pt x="295" y="1350"/>
                    <a:pt x="334" y="1322"/>
                  </a:cubicBezTo>
                  <a:cubicBezTo>
                    <a:pt x="1060" y="715"/>
                    <a:pt x="2001" y="394"/>
                    <a:pt x="2953" y="394"/>
                  </a:cubicBezTo>
                  <a:cubicBezTo>
                    <a:pt x="5215" y="394"/>
                    <a:pt x="7061" y="2227"/>
                    <a:pt x="7061" y="4501"/>
                  </a:cubicBezTo>
                  <a:cubicBezTo>
                    <a:pt x="7061" y="5454"/>
                    <a:pt x="6727" y="6371"/>
                    <a:pt x="6120" y="7121"/>
                  </a:cubicBezTo>
                  <a:cubicBezTo>
                    <a:pt x="6049" y="7204"/>
                    <a:pt x="6061" y="7323"/>
                    <a:pt x="6156" y="7383"/>
                  </a:cubicBezTo>
                  <a:cubicBezTo>
                    <a:pt x="6180" y="7418"/>
                    <a:pt x="6227" y="7430"/>
                    <a:pt x="6275" y="7430"/>
                  </a:cubicBezTo>
                  <a:cubicBezTo>
                    <a:pt x="6322" y="7430"/>
                    <a:pt x="6382" y="7395"/>
                    <a:pt x="6418" y="7359"/>
                  </a:cubicBezTo>
                  <a:cubicBezTo>
                    <a:pt x="7084" y="6549"/>
                    <a:pt x="7442" y="5537"/>
                    <a:pt x="7442" y="4501"/>
                  </a:cubicBezTo>
                  <a:cubicBezTo>
                    <a:pt x="7465" y="2013"/>
                    <a:pt x="5441" y="1"/>
                    <a:pt x="2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0" name="Google Shape;9275;p60">
              <a:extLst>
                <a:ext uri="{FF2B5EF4-FFF2-40B4-BE49-F238E27FC236}">
                  <a16:creationId xmlns:a16="http://schemas.microsoft.com/office/drawing/2014/main" id="{D505DCF4-73C1-A28D-2119-3378F6D5BA73}"/>
                </a:ext>
              </a:extLst>
            </p:cNvPr>
            <p:cNvSpPr/>
            <p:nvPr/>
          </p:nvSpPr>
          <p:spPr>
            <a:xfrm>
              <a:off x="3663668" y="2351699"/>
              <a:ext cx="230668" cy="230668"/>
            </a:xfrm>
            <a:custGeom>
              <a:avLst/>
              <a:gdLst/>
              <a:ahLst/>
              <a:cxnLst/>
              <a:rect l="l" t="t" r="r" b="b"/>
              <a:pathLst>
                <a:path w="7264" h="7264" extrusionOk="0">
                  <a:moveTo>
                    <a:pt x="3632" y="382"/>
                  </a:moveTo>
                  <a:cubicBezTo>
                    <a:pt x="5418" y="382"/>
                    <a:pt x="6871" y="1846"/>
                    <a:pt x="6871" y="3632"/>
                  </a:cubicBezTo>
                  <a:cubicBezTo>
                    <a:pt x="6871" y="5418"/>
                    <a:pt x="5418" y="6871"/>
                    <a:pt x="3632" y="6871"/>
                  </a:cubicBezTo>
                  <a:cubicBezTo>
                    <a:pt x="1846" y="6871"/>
                    <a:pt x="382" y="5418"/>
                    <a:pt x="382" y="3632"/>
                  </a:cubicBezTo>
                  <a:cubicBezTo>
                    <a:pt x="382" y="1846"/>
                    <a:pt x="1846" y="382"/>
                    <a:pt x="3632" y="382"/>
                  </a:cubicBezTo>
                  <a:close/>
                  <a:moveTo>
                    <a:pt x="3632" y="1"/>
                  </a:moveTo>
                  <a:cubicBezTo>
                    <a:pt x="1632" y="1"/>
                    <a:pt x="1" y="1632"/>
                    <a:pt x="1" y="3632"/>
                  </a:cubicBezTo>
                  <a:cubicBezTo>
                    <a:pt x="1" y="5633"/>
                    <a:pt x="1632" y="7264"/>
                    <a:pt x="3632" y="7264"/>
                  </a:cubicBezTo>
                  <a:cubicBezTo>
                    <a:pt x="5644" y="7264"/>
                    <a:pt x="7263" y="5621"/>
                    <a:pt x="7263" y="3632"/>
                  </a:cubicBezTo>
                  <a:cubicBezTo>
                    <a:pt x="7263" y="1620"/>
                    <a:pt x="5620" y="1"/>
                    <a:pt x="3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1" name="Google Shape;9276;p60">
              <a:extLst>
                <a:ext uri="{FF2B5EF4-FFF2-40B4-BE49-F238E27FC236}">
                  <a16:creationId xmlns:a16="http://schemas.microsoft.com/office/drawing/2014/main" id="{2E66EC58-2881-95ED-0162-6C80D66437B9}"/>
                </a:ext>
              </a:extLst>
            </p:cNvPr>
            <p:cNvSpPr/>
            <p:nvPr/>
          </p:nvSpPr>
          <p:spPr>
            <a:xfrm>
              <a:off x="3933998" y="2289904"/>
              <a:ext cx="52586" cy="355243"/>
            </a:xfrm>
            <a:custGeom>
              <a:avLst/>
              <a:gdLst/>
              <a:ahLst/>
              <a:cxnLst/>
              <a:rect l="l" t="t" r="r" b="b"/>
              <a:pathLst>
                <a:path w="1656" h="11187" extrusionOk="0">
                  <a:moveTo>
                    <a:pt x="1251" y="554"/>
                  </a:moveTo>
                  <a:lnTo>
                    <a:pt x="1251" y="5555"/>
                  </a:lnTo>
                  <a:lnTo>
                    <a:pt x="715" y="5578"/>
                  </a:lnTo>
                  <a:lnTo>
                    <a:pt x="703" y="5578"/>
                  </a:lnTo>
                  <a:cubicBezTo>
                    <a:pt x="693" y="5580"/>
                    <a:pt x="683" y="5580"/>
                    <a:pt x="673" y="5580"/>
                  </a:cubicBezTo>
                  <a:cubicBezTo>
                    <a:pt x="583" y="5580"/>
                    <a:pt x="481" y="5536"/>
                    <a:pt x="417" y="5483"/>
                  </a:cubicBezTo>
                  <a:cubicBezTo>
                    <a:pt x="382" y="5436"/>
                    <a:pt x="370" y="5412"/>
                    <a:pt x="370" y="5412"/>
                  </a:cubicBezTo>
                  <a:lnTo>
                    <a:pt x="370" y="2411"/>
                  </a:lnTo>
                  <a:cubicBezTo>
                    <a:pt x="370" y="1697"/>
                    <a:pt x="703" y="1006"/>
                    <a:pt x="1251" y="554"/>
                  </a:cubicBezTo>
                  <a:close/>
                  <a:moveTo>
                    <a:pt x="1263" y="5959"/>
                  </a:moveTo>
                  <a:cubicBezTo>
                    <a:pt x="1263" y="9448"/>
                    <a:pt x="1275" y="10258"/>
                    <a:pt x="1275" y="10281"/>
                  </a:cubicBezTo>
                  <a:cubicBezTo>
                    <a:pt x="1263" y="10496"/>
                    <a:pt x="1203" y="10769"/>
                    <a:pt x="941" y="10769"/>
                  </a:cubicBezTo>
                  <a:cubicBezTo>
                    <a:pt x="858" y="10769"/>
                    <a:pt x="620" y="10769"/>
                    <a:pt x="620" y="10258"/>
                  </a:cubicBezTo>
                  <a:cubicBezTo>
                    <a:pt x="620" y="10115"/>
                    <a:pt x="667" y="9710"/>
                    <a:pt x="727" y="9246"/>
                  </a:cubicBezTo>
                  <a:cubicBezTo>
                    <a:pt x="822" y="8472"/>
                    <a:pt x="941" y="7400"/>
                    <a:pt x="941" y="6686"/>
                  </a:cubicBezTo>
                  <a:lnTo>
                    <a:pt x="941" y="5959"/>
                  </a:lnTo>
                  <a:close/>
                  <a:moveTo>
                    <a:pt x="1453" y="0"/>
                  </a:moveTo>
                  <a:cubicBezTo>
                    <a:pt x="1420" y="0"/>
                    <a:pt x="1388" y="6"/>
                    <a:pt x="1358" y="18"/>
                  </a:cubicBezTo>
                  <a:cubicBezTo>
                    <a:pt x="524" y="530"/>
                    <a:pt x="1" y="1447"/>
                    <a:pt x="1" y="2435"/>
                  </a:cubicBezTo>
                  <a:lnTo>
                    <a:pt x="1" y="5424"/>
                  </a:lnTo>
                  <a:cubicBezTo>
                    <a:pt x="1" y="5555"/>
                    <a:pt x="60" y="5674"/>
                    <a:pt x="179" y="5781"/>
                  </a:cubicBezTo>
                  <a:cubicBezTo>
                    <a:pt x="286" y="5876"/>
                    <a:pt x="417" y="5936"/>
                    <a:pt x="548" y="5959"/>
                  </a:cubicBezTo>
                  <a:lnTo>
                    <a:pt x="548" y="6709"/>
                  </a:lnTo>
                  <a:cubicBezTo>
                    <a:pt x="548" y="7400"/>
                    <a:pt x="429" y="8460"/>
                    <a:pt x="346" y="9222"/>
                  </a:cubicBezTo>
                  <a:cubicBezTo>
                    <a:pt x="286" y="9710"/>
                    <a:pt x="239" y="10091"/>
                    <a:pt x="239" y="10281"/>
                  </a:cubicBezTo>
                  <a:cubicBezTo>
                    <a:pt x="239" y="11115"/>
                    <a:pt x="774" y="11186"/>
                    <a:pt x="941" y="11186"/>
                  </a:cubicBezTo>
                  <a:cubicBezTo>
                    <a:pt x="1275" y="11186"/>
                    <a:pt x="1656" y="10948"/>
                    <a:pt x="1656" y="10281"/>
                  </a:cubicBezTo>
                  <a:lnTo>
                    <a:pt x="1656" y="185"/>
                  </a:lnTo>
                  <a:cubicBezTo>
                    <a:pt x="1656" y="113"/>
                    <a:pt x="1608" y="54"/>
                    <a:pt x="1548" y="18"/>
                  </a:cubicBezTo>
                  <a:cubicBezTo>
                    <a:pt x="1519" y="6"/>
                    <a:pt x="1486" y="0"/>
                    <a:pt x="14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5" name="Google Shape;9932;p61">
            <a:extLst>
              <a:ext uri="{FF2B5EF4-FFF2-40B4-BE49-F238E27FC236}">
                <a16:creationId xmlns:a16="http://schemas.microsoft.com/office/drawing/2014/main" id="{7F376A3E-2E9A-2B87-9232-10EE973D5F40}"/>
              </a:ext>
            </a:extLst>
          </p:cNvPr>
          <p:cNvGrpSpPr/>
          <p:nvPr/>
        </p:nvGrpSpPr>
        <p:grpSpPr>
          <a:xfrm>
            <a:off x="7268608" y="5812384"/>
            <a:ext cx="411535" cy="315587"/>
            <a:chOff x="3042703" y="1529137"/>
            <a:chExt cx="411535" cy="315587"/>
          </a:xfrm>
          <a:solidFill>
            <a:srgbClr val="00806E"/>
          </a:solidFill>
        </p:grpSpPr>
        <p:sp>
          <p:nvSpPr>
            <p:cNvPr id="1037" name="Google Shape;9933;p61">
              <a:extLst>
                <a:ext uri="{FF2B5EF4-FFF2-40B4-BE49-F238E27FC236}">
                  <a16:creationId xmlns:a16="http://schemas.microsoft.com/office/drawing/2014/main" id="{1BF776B0-5794-7A36-07A9-DD4C663F45AF}"/>
                </a:ext>
              </a:extLst>
            </p:cNvPr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8" name="Google Shape;9934;p61">
              <a:extLst>
                <a:ext uri="{FF2B5EF4-FFF2-40B4-BE49-F238E27FC236}">
                  <a16:creationId xmlns:a16="http://schemas.microsoft.com/office/drawing/2014/main" id="{89626F31-B4EC-25FF-9150-6714511EF93C}"/>
                </a:ext>
              </a:extLst>
            </p:cNvPr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9" name="Google Shape;9935;p61">
              <a:extLst>
                <a:ext uri="{FF2B5EF4-FFF2-40B4-BE49-F238E27FC236}">
                  <a16:creationId xmlns:a16="http://schemas.microsoft.com/office/drawing/2014/main" id="{6B2FB778-EE69-C410-09E3-27EB084CAA25}"/>
                </a:ext>
              </a:extLst>
            </p:cNvPr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0" name="Google Shape;9936;p61">
              <a:extLst>
                <a:ext uri="{FF2B5EF4-FFF2-40B4-BE49-F238E27FC236}">
                  <a16:creationId xmlns:a16="http://schemas.microsoft.com/office/drawing/2014/main" id="{D872FAC0-29FE-5BE8-5EAD-A72B689ECFCE}"/>
                </a:ext>
              </a:extLst>
            </p:cNvPr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1" name="Google Shape;9937;p61">
              <a:extLst>
                <a:ext uri="{FF2B5EF4-FFF2-40B4-BE49-F238E27FC236}">
                  <a16:creationId xmlns:a16="http://schemas.microsoft.com/office/drawing/2014/main" id="{B0B7192E-4190-CA9B-2267-69BB0708685B}"/>
                </a:ext>
              </a:extLst>
            </p:cNvPr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2" name="Google Shape;9938;p61">
              <a:extLst>
                <a:ext uri="{FF2B5EF4-FFF2-40B4-BE49-F238E27FC236}">
                  <a16:creationId xmlns:a16="http://schemas.microsoft.com/office/drawing/2014/main" id="{356F2BFA-1DFD-9674-BBE3-D5941420D3DA}"/>
                </a:ext>
              </a:extLst>
            </p:cNvPr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3" name="Google Shape;9939;p61">
              <a:extLst>
                <a:ext uri="{FF2B5EF4-FFF2-40B4-BE49-F238E27FC236}">
                  <a16:creationId xmlns:a16="http://schemas.microsoft.com/office/drawing/2014/main" id="{3DC4E21A-601C-DC3A-6622-C7D970F0FA42}"/>
                </a:ext>
              </a:extLst>
            </p:cNvPr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4" name="Google Shape;9940;p61">
              <a:extLst>
                <a:ext uri="{FF2B5EF4-FFF2-40B4-BE49-F238E27FC236}">
                  <a16:creationId xmlns:a16="http://schemas.microsoft.com/office/drawing/2014/main" id="{BD1A06C0-9CD9-8B24-1CF3-4C7C2A07AE15}"/>
                </a:ext>
              </a:extLst>
            </p:cNvPr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5" name="Google Shape;9941;p61">
              <a:extLst>
                <a:ext uri="{FF2B5EF4-FFF2-40B4-BE49-F238E27FC236}">
                  <a16:creationId xmlns:a16="http://schemas.microsoft.com/office/drawing/2014/main" id="{4581D4B1-C968-509A-6024-11EAA923C87E}"/>
                </a:ext>
              </a:extLst>
            </p:cNvPr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6" name="Google Shape;9942;p61">
              <a:extLst>
                <a:ext uri="{FF2B5EF4-FFF2-40B4-BE49-F238E27FC236}">
                  <a16:creationId xmlns:a16="http://schemas.microsoft.com/office/drawing/2014/main" id="{57EF061E-4DC4-ACCF-29E3-CE7F8B3932D8}"/>
                </a:ext>
              </a:extLst>
            </p:cNvPr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6" name="Google Shape;11962;p64">
            <a:extLst>
              <a:ext uri="{FF2B5EF4-FFF2-40B4-BE49-F238E27FC236}">
                <a16:creationId xmlns:a16="http://schemas.microsoft.com/office/drawing/2014/main" id="{D1F35AE9-4FDB-273C-0740-E992A9348A57}"/>
              </a:ext>
            </a:extLst>
          </p:cNvPr>
          <p:cNvGrpSpPr/>
          <p:nvPr/>
        </p:nvGrpSpPr>
        <p:grpSpPr>
          <a:xfrm>
            <a:off x="7311035" y="6891972"/>
            <a:ext cx="352209" cy="334939"/>
            <a:chOff x="7066548" y="2912594"/>
            <a:chExt cx="352209" cy="334939"/>
          </a:xfrm>
          <a:solidFill>
            <a:srgbClr val="00806E"/>
          </a:solidFill>
        </p:grpSpPr>
        <p:sp>
          <p:nvSpPr>
            <p:cNvPr id="60" name="Google Shape;11963;p64">
              <a:extLst>
                <a:ext uri="{FF2B5EF4-FFF2-40B4-BE49-F238E27FC236}">
                  <a16:creationId xmlns:a16="http://schemas.microsoft.com/office/drawing/2014/main" id="{AA72004B-256D-29DD-2FA4-867F65936177}"/>
                </a:ext>
              </a:extLst>
            </p:cNvPr>
            <p:cNvSpPr/>
            <p:nvPr/>
          </p:nvSpPr>
          <p:spPr>
            <a:xfrm>
              <a:off x="7066548" y="2912594"/>
              <a:ext cx="219264" cy="266399"/>
            </a:xfrm>
            <a:custGeom>
              <a:avLst/>
              <a:gdLst/>
              <a:ahLst/>
              <a:cxnLst/>
              <a:rect l="l" t="t" r="r" b="b"/>
              <a:pathLst>
                <a:path w="6894" h="8376" extrusionOk="0">
                  <a:moveTo>
                    <a:pt x="6584" y="363"/>
                  </a:moveTo>
                  <a:lnTo>
                    <a:pt x="6584" y="1839"/>
                  </a:lnTo>
                  <a:lnTo>
                    <a:pt x="1774" y="2911"/>
                  </a:lnTo>
                  <a:lnTo>
                    <a:pt x="1774" y="1434"/>
                  </a:lnTo>
                  <a:lnTo>
                    <a:pt x="6584" y="363"/>
                  </a:lnTo>
                  <a:close/>
                  <a:moveTo>
                    <a:pt x="6584" y="2137"/>
                  </a:moveTo>
                  <a:lnTo>
                    <a:pt x="6584" y="6078"/>
                  </a:lnTo>
                  <a:cubicBezTo>
                    <a:pt x="6584" y="6209"/>
                    <a:pt x="6525" y="6423"/>
                    <a:pt x="6346" y="6578"/>
                  </a:cubicBezTo>
                  <a:cubicBezTo>
                    <a:pt x="6203" y="6721"/>
                    <a:pt x="5989" y="6863"/>
                    <a:pt x="5596" y="6863"/>
                  </a:cubicBezTo>
                  <a:cubicBezTo>
                    <a:pt x="5191" y="6863"/>
                    <a:pt x="4882" y="6625"/>
                    <a:pt x="4882" y="6328"/>
                  </a:cubicBezTo>
                  <a:cubicBezTo>
                    <a:pt x="4882" y="6030"/>
                    <a:pt x="5215" y="5792"/>
                    <a:pt x="5596" y="5792"/>
                  </a:cubicBezTo>
                  <a:cubicBezTo>
                    <a:pt x="5751" y="5792"/>
                    <a:pt x="5906" y="5840"/>
                    <a:pt x="6084" y="5899"/>
                  </a:cubicBezTo>
                  <a:cubicBezTo>
                    <a:pt x="6104" y="5904"/>
                    <a:pt x="6126" y="5907"/>
                    <a:pt x="6148" y="5907"/>
                  </a:cubicBezTo>
                  <a:cubicBezTo>
                    <a:pt x="6179" y="5907"/>
                    <a:pt x="6211" y="5901"/>
                    <a:pt x="6239" y="5887"/>
                  </a:cubicBezTo>
                  <a:cubicBezTo>
                    <a:pt x="6287" y="5851"/>
                    <a:pt x="6311" y="5804"/>
                    <a:pt x="6311" y="5744"/>
                  </a:cubicBezTo>
                  <a:lnTo>
                    <a:pt x="6311" y="2196"/>
                  </a:lnTo>
                  <a:lnTo>
                    <a:pt x="6584" y="2137"/>
                  </a:lnTo>
                  <a:close/>
                  <a:moveTo>
                    <a:pt x="6735" y="1"/>
                  </a:moveTo>
                  <a:cubicBezTo>
                    <a:pt x="6724" y="1"/>
                    <a:pt x="6713" y="2"/>
                    <a:pt x="6704" y="5"/>
                  </a:cubicBezTo>
                  <a:lnTo>
                    <a:pt x="1560" y="1137"/>
                  </a:lnTo>
                  <a:cubicBezTo>
                    <a:pt x="1489" y="1148"/>
                    <a:pt x="1429" y="1220"/>
                    <a:pt x="1429" y="1303"/>
                  </a:cubicBezTo>
                  <a:lnTo>
                    <a:pt x="1429" y="3101"/>
                  </a:lnTo>
                  <a:lnTo>
                    <a:pt x="1429" y="4030"/>
                  </a:lnTo>
                  <a:cubicBezTo>
                    <a:pt x="1429" y="4113"/>
                    <a:pt x="1500" y="4185"/>
                    <a:pt x="1596" y="4185"/>
                  </a:cubicBezTo>
                  <a:cubicBezTo>
                    <a:pt x="1679" y="4185"/>
                    <a:pt x="1751" y="4113"/>
                    <a:pt x="1751" y="4030"/>
                  </a:cubicBezTo>
                  <a:lnTo>
                    <a:pt x="1751" y="3232"/>
                  </a:lnTo>
                  <a:lnTo>
                    <a:pt x="2024" y="3173"/>
                  </a:lnTo>
                  <a:lnTo>
                    <a:pt x="2024" y="7304"/>
                  </a:lnTo>
                  <a:cubicBezTo>
                    <a:pt x="2024" y="7459"/>
                    <a:pt x="1858" y="8078"/>
                    <a:pt x="1036" y="8078"/>
                  </a:cubicBezTo>
                  <a:cubicBezTo>
                    <a:pt x="643" y="8078"/>
                    <a:pt x="322" y="7840"/>
                    <a:pt x="322" y="7542"/>
                  </a:cubicBezTo>
                  <a:cubicBezTo>
                    <a:pt x="322" y="7244"/>
                    <a:pt x="655" y="7006"/>
                    <a:pt x="1036" y="7006"/>
                  </a:cubicBezTo>
                  <a:cubicBezTo>
                    <a:pt x="1191" y="7006"/>
                    <a:pt x="1358" y="7042"/>
                    <a:pt x="1536" y="7102"/>
                  </a:cubicBezTo>
                  <a:cubicBezTo>
                    <a:pt x="1552" y="7112"/>
                    <a:pt x="1573" y="7118"/>
                    <a:pt x="1596" y="7118"/>
                  </a:cubicBezTo>
                  <a:cubicBezTo>
                    <a:pt x="1623" y="7118"/>
                    <a:pt x="1653" y="7109"/>
                    <a:pt x="1679" y="7090"/>
                  </a:cubicBezTo>
                  <a:cubicBezTo>
                    <a:pt x="1727" y="7066"/>
                    <a:pt x="1751" y="7018"/>
                    <a:pt x="1751" y="6959"/>
                  </a:cubicBezTo>
                  <a:lnTo>
                    <a:pt x="1751" y="4744"/>
                  </a:lnTo>
                  <a:cubicBezTo>
                    <a:pt x="1751" y="4649"/>
                    <a:pt x="1679" y="4577"/>
                    <a:pt x="1596" y="4577"/>
                  </a:cubicBezTo>
                  <a:cubicBezTo>
                    <a:pt x="1500" y="4577"/>
                    <a:pt x="1429" y="4649"/>
                    <a:pt x="1429" y="4744"/>
                  </a:cubicBezTo>
                  <a:lnTo>
                    <a:pt x="1429" y="6732"/>
                  </a:lnTo>
                  <a:cubicBezTo>
                    <a:pt x="1298" y="6709"/>
                    <a:pt x="1167" y="6673"/>
                    <a:pt x="1048" y="6673"/>
                  </a:cubicBezTo>
                  <a:cubicBezTo>
                    <a:pt x="465" y="6673"/>
                    <a:pt x="0" y="7066"/>
                    <a:pt x="0" y="7518"/>
                  </a:cubicBezTo>
                  <a:cubicBezTo>
                    <a:pt x="0" y="7995"/>
                    <a:pt x="465" y="8376"/>
                    <a:pt x="1048" y="8376"/>
                  </a:cubicBezTo>
                  <a:cubicBezTo>
                    <a:pt x="1596" y="8376"/>
                    <a:pt x="1905" y="8137"/>
                    <a:pt x="2072" y="7935"/>
                  </a:cubicBezTo>
                  <a:cubicBezTo>
                    <a:pt x="2274" y="7697"/>
                    <a:pt x="2358" y="7435"/>
                    <a:pt x="2358" y="7268"/>
                  </a:cubicBezTo>
                  <a:lnTo>
                    <a:pt x="2358" y="3089"/>
                  </a:lnTo>
                  <a:lnTo>
                    <a:pt x="5965" y="2280"/>
                  </a:lnTo>
                  <a:lnTo>
                    <a:pt x="5965" y="5542"/>
                  </a:lnTo>
                  <a:cubicBezTo>
                    <a:pt x="5834" y="5518"/>
                    <a:pt x="5703" y="5482"/>
                    <a:pt x="5584" y="5482"/>
                  </a:cubicBezTo>
                  <a:cubicBezTo>
                    <a:pt x="5001" y="5482"/>
                    <a:pt x="4537" y="5875"/>
                    <a:pt x="4537" y="6328"/>
                  </a:cubicBezTo>
                  <a:cubicBezTo>
                    <a:pt x="4537" y="6804"/>
                    <a:pt x="5001" y="7185"/>
                    <a:pt x="5584" y="7185"/>
                  </a:cubicBezTo>
                  <a:cubicBezTo>
                    <a:pt x="6477" y="7185"/>
                    <a:pt x="6894" y="6506"/>
                    <a:pt x="6894" y="6054"/>
                  </a:cubicBezTo>
                  <a:lnTo>
                    <a:pt x="6894" y="1922"/>
                  </a:lnTo>
                  <a:lnTo>
                    <a:pt x="6894" y="125"/>
                  </a:lnTo>
                  <a:cubicBezTo>
                    <a:pt x="6894" y="113"/>
                    <a:pt x="6882" y="65"/>
                    <a:pt x="6834" y="29"/>
                  </a:cubicBezTo>
                  <a:cubicBezTo>
                    <a:pt x="6800" y="12"/>
                    <a:pt x="6765" y="1"/>
                    <a:pt x="67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2" name="Google Shape;11964;p64">
              <a:extLst>
                <a:ext uri="{FF2B5EF4-FFF2-40B4-BE49-F238E27FC236}">
                  <a16:creationId xmlns:a16="http://schemas.microsoft.com/office/drawing/2014/main" id="{FD2A4B99-FA36-6DDC-4F0B-8E6438EBD6FF}"/>
                </a:ext>
              </a:extLst>
            </p:cNvPr>
            <p:cNvSpPr/>
            <p:nvPr/>
          </p:nvSpPr>
          <p:spPr>
            <a:xfrm>
              <a:off x="7262690" y="2968571"/>
              <a:ext cx="156067" cy="278962"/>
            </a:xfrm>
            <a:custGeom>
              <a:avLst/>
              <a:gdLst/>
              <a:ahLst/>
              <a:cxnLst/>
              <a:rect l="l" t="t" r="r" b="b"/>
              <a:pathLst>
                <a:path w="4907" h="8771" extrusionOk="0">
                  <a:moveTo>
                    <a:pt x="1928" y="0"/>
                  </a:moveTo>
                  <a:cubicBezTo>
                    <a:pt x="1909" y="0"/>
                    <a:pt x="1889" y="3"/>
                    <a:pt x="1870" y="8"/>
                  </a:cubicBezTo>
                  <a:cubicBezTo>
                    <a:pt x="1787" y="31"/>
                    <a:pt x="1727" y="103"/>
                    <a:pt x="1727" y="210"/>
                  </a:cubicBezTo>
                  <a:lnTo>
                    <a:pt x="1727" y="3746"/>
                  </a:lnTo>
                  <a:cubicBezTo>
                    <a:pt x="1727" y="3841"/>
                    <a:pt x="1799" y="3913"/>
                    <a:pt x="1882" y="3913"/>
                  </a:cubicBezTo>
                  <a:cubicBezTo>
                    <a:pt x="1977" y="3913"/>
                    <a:pt x="2049" y="3841"/>
                    <a:pt x="2049" y="3746"/>
                  </a:cubicBezTo>
                  <a:lnTo>
                    <a:pt x="2049" y="627"/>
                  </a:lnTo>
                  <a:cubicBezTo>
                    <a:pt x="2108" y="734"/>
                    <a:pt x="2180" y="853"/>
                    <a:pt x="2275" y="972"/>
                  </a:cubicBezTo>
                  <a:lnTo>
                    <a:pt x="2287" y="984"/>
                  </a:lnTo>
                  <a:lnTo>
                    <a:pt x="2322" y="1008"/>
                  </a:lnTo>
                  <a:lnTo>
                    <a:pt x="2334" y="1032"/>
                  </a:lnTo>
                  <a:cubicBezTo>
                    <a:pt x="2858" y="1770"/>
                    <a:pt x="3346" y="2246"/>
                    <a:pt x="3787" y="2425"/>
                  </a:cubicBezTo>
                  <a:cubicBezTo>
                    <a:pt x="4180" y="2591"/>
                    <a:pt x="4370" y="3091"/>
                    <a:pt x="4466" y="3508"/>
                  </a:cubicBezTo>
                  <a:cubicBezTo>
                    <a:pt x="4525" y="3782"/>
                    <a:pt x="4549" y="4068"/>
                    <a:pt x="4573" y="4306"/>
                  </a:cubicBezTo>
                  <a:cubicBezTo>
                    <a:pt x="4216" y="3853"/>
                    <a:pt x="3573" y="3175"/>
                    <a:pt x="2561" y="2794"/>
                  </a:cubicBezTo>
                  <a:cubicBezTo>
                    <a:pt x="2543" y="2789"/>
                    <a:pt x="2524" y="2787"/>
                    <a:pt x="2505" y="2787"/>
                  </a:cubicBezTo>
                  <a:cubicBezTo>
                    <a:pt x="2471" y="2787"/>
                    <a:pt x="2436" y="2795"/>
                    <a:pt x="2406" y="2817"/>
                  </a:cubicBezTo>
                  <a:cubicBezTo>
                    <a:pt x="2358" y="2841"/>
                    <a:pt x="2334" y="2889"/>
                    <a:pt x="2334" y="2948"/>
                  </a:cubicBezTo>
                  <a:lnTo>
                    <a:pt x="2334" y="7366"/>
                  </a:lnTo>
                  <a:cubicBezTo>
                    <a:pt x="2334" y="7735"/>
                    <a:pt x="1894" y="8437"/>
                    <a:pt x="1191" y="8437"/>
                  </a:cubicBezTo>
                  <a:cubicBezTo>
                    <a:pt x="727" y="8437"/>
                    <a:pt x="334" y="8151"/>
                    <a:pt x="334" y="7818"/>
                  </a:cubicBezTo>
                  <a:cubicBezTo>
                    <a:pt x="334" y="7473"/>
                    <a:pt x="727" y="7187"/>
                    <a:pt x="1191" y="7187"/>
                  </a:cubicBezTo>
                  <a:cubicBezTo>
                    <a:pt x="1382" y="7187"/>
                    <a:pt x="1620" y="7247"/>
                    <a:pt x="1822" y="7354"/>
                  </a:cubicBezTo>
                  <a:cubicBezTo>
                    <a:pt x="1841" y="7363"/>
                    <a:pt x="1861" y="7367"/>
                    <a:pt x="1881" y="7367"/>
                  </a:cubicBezTo>
                  <a:cubicBezTo>
                    <a:pt x="1914" y="7367"/>
                    <a:pt x="1948" y="7357"/>
                    <a:pt x="1977" y="7342"/>
                  </a:cubicBezTo>
                  <a:cubicBezTo>
                    <a:pt x="2013" y="7306"/>
                    <a:pt x="2049" y="7258"/>
                    <a:pt x="2049" y="7199"/>
                  </a:cubicBezTo>
                  <a:lnTo>
                    <a:pt x="2049" y="4520"/>
                  </a:lnTo>
                  <a:cubicBezTo>
                    <a:pt x="2049" y="4437"/>
                    <a:pt x="1977" y="4365"/>
                    <a:pt x="1882" y="4365"/>
                  </a:cubicBezTo>
                  <a:cubicBezTo>
                    <a:pt x="1799" y="4365"/>
                    <a:pt x="1727" y="4437"/>
                    <a:pt x="1727" y="4520"/>
                  </a:cubicBezTo>
                  <a:lnTo>
                    <a:pt x="1727" y="6961"/>
                  </a:lnTo>
                  <a:cubicBezTo>
                    <a:pt x="1525" y="6901"/>
                    <a:pt x="1334" y="6866"/>
                    <a:pt x="1168" y="6866"/>
                  </a:cubicBezTo>
                  <a:cubicBezTo>
                    <a:pt x="537" y="6866"/>
                    <a:pt x="1" y="7294"/>
                    <a:pt x="1" y="7818"/>
                  </a:cubicBezTo>
                  <a:cubicBezTo>
                    <a:pt x="1" y="8330"/>
                    <a:pt x="513" y="8771"/>
                    <a:pt x="1168" y="8771"/>
                  </a:cubicBezTo>
                  <a:cubicBezTo>
                    <a:pt x="1584" y="8771"/>
                    <a:pt x="1977" y="8592"/>
                    <a:pt x="2263" y="8259"/>
                  </a:cubicBezTo>
                  <a:cubicBezTo>
                    <a:pt x="2489" y="7997"/>
                    <a:pt x="2644" y="7651"/>
                    <a:pt x="2644" y="7366"/>
                  </a:cubicBezTo>
                  <a:lnTo>
                    <a:pt x="2644" y="3187"/>
                  </a:lnTo>
                  <a:cubicBezTo>
                    <a:pt x="3775" y="3675"/>
                    <a:pt x="4382" y="4568"/>
                    <a:pt x="4549" y="4842"/>
                  </a:cubicBezTo>
                  <a:cubicBezTo>
                    <a:pt x="4589" y="4901"/>
                    <a:pt x="4654" y="4928"/>
                    <a:pt x="4723" y="4928"/>
                  </a:cubicBezTo>
                  <a:cubicBezTo>
                    <a:pt x="4736" y="4928"/>
                    <a:pt x="4750" y="4927"/>
                    <a:pt x="4763" y="4925"/>
                  </a:cubicBezTo>
                  <a:cubicBezTo>
                    <a:pt x="4847" y="4901"/>
                    <a:pt x="4894" y="4818"/>
                    <a:pt x="4894" y="4746"/>
                  </a:cubicBezTo>
                  <a:cubicBezTo>
                    <a:pt x="4906" y="4544"/>
                    <a:pt x="4894" y="3996"/>
                    <a:pt x="4763" y="3460"/>
                  </a:cubicBezTo>
                  <a:cubicBezTo>
                    <a:pt x="4597" y="2758"/>
                    <a:pt x="4311" y="2329"/>
                    <a:pt x="3894" y="2151"/>
                  </a:cubicBezTo>
                  <a:cubicBezTo>
                    <a:pt x="3513" y="1984"/>
                    <a:pt x="3061" y="1555"/>
                    <a:pt x="2584" y="865"/>
                  </a:cubicBezTo>
                  <a:cubicBezTo>
                    <a:pt x="2572" y="841"/>
                    <a:pt x="2561" y="805"/>
                    <a:pt x="2525" y="781"/>
                  </a:cubicBezTo>
                  <a:cubicBezTo>
                    <a:pt x="2346" y="508"/>
                    <a:pt x="2203" y="270"/>
                    <a:pt x="2108" y="103"/>
                  </a:cubicBezTo>
                  <a:cubicBezTo>
                    <a:pt x="2070" y="36"/>
                    <a:pt x="2002" y="0"/>
                    <a:pt x="1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3" name="Google Shape;11965;p64">
              <a:extLst>
                <a:ext uri="{FF2B5EF4-FFF2-40B4-BE49-F238E27FC236}">
                  <a16:creationId xmlns:a16="http://schemas.microsoft.com/office/drawing/2014/main" id="{4FAE8D9E-1ADA-9D91-5F5A-EC83ED4ACB4D}"/>
                </a:ext>
              </a:extLst>
            </p:cNvPr>
            <p:cNvSpPr/>
            <p:nvPr/>
          </p:nvSpPr>
          <p:spPr>
            <a:xfrm>
              <a:off x="7356610" y="3200843"/>
              <a:ext cx="58362" cy="24363"/>
            </a:xfrm>
            <a:custGeom>
              <a:avLst/>
              <a:gdLst/>
              <a:ahLst/>
              <a:cxnLst/>
              <a:rect l="l" t="t" r="r" b="b"/>
              <a:pathLst>
                <a:path w="1835" h="766" extrusionOk="0">
                  <a:moveTo>
                    <a:pt x="1669" y="1"/>
                  </a:moveTo>
                  <a:cubicBezTo>
                    <a:pt x="1636" y="1"/>
                    <a:pt x="1603" y="13"/>
                    <a:pt x="1572" y="39"/>
                  </a:cubicBezTo>
                  <a:cubicBezTo>
                    <a:pt x="1572" y="39"/>
                    <a:pt x="1120" y="348"/>
                    <a:pt x="155" y="444"/>
                  </a:cubicBezTo>
                  <a:cubicBezTo>
                    <a:pt x="60" y="456"/>
                    <a:pt x="0" y="527"/>
                    <a:pt x="0" y="622"/>
                  </a:cubicBezTo>
                  <a:cubicBezTo>
                    <a:pt x="24" y="706"/>
                    <a:pt x="84" y="765"/>
                    <a:pt x="167" y="765"/>
                  </a:cubicBezTo>
                  <a:lnTo>
                    <a:pt x="179" y="765"/>
                  </a:lnTo>
                  <a:cubicBezTo>
                    <a:pt x="1263" y="658"/>
                    <a:pt x="1739" y="325"/>
                    <a:pt x="1763" y="301"/>
                  </a:cubicBezTo>
                  <a:cubicBezTo>
                    <a:pt x="1822" y="229"/>
                    <a:pt x="1834" y="146"/>
                    <a:pt x="1786" y="63"/>
                  </a:cubicBezTo>
                  <a:cubicBezTo>
                    <a:pt x="1753" y="22"/>
                    <a:pt x="1711" y="1"/>
                    <a:pt x="1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4" name="Google Shape;11966;p64">
              <a:extLst>
                <a:ext uri="{FF2B5EF4-FFF2-40B4-BE49-F238E27FC236}">
                  <a16:creationId xmlns:a16="http://schemas.microsoft.com/office/drawing/2014/main" id="{27428CC7-A748-B2A0-6DEA-2FBBA4C9DF1C}"/>
                </a:ext>
              </a:extLst>
            </p:cNvPr>
            <p:cNvSpPr/>
            <p:nvPr/>
          </p:nvSpPr>
          <p:spPr>
            <a:xfrm>
              <a:off x="7068806" y="3188821"/>
              <a:ext cx="179539" cy="24617"/>
            </a:xfrm>
            <a:custGeom>
              <a:avLst/>
              <a:gdLst/>
              <a:ahLst/>
              <a:cxnLst/>
              <a:rect l="l" t="t" r="r" b="b"/>
              <a:pathLst>
                <a:path w="5645" h="774" extrusionOk="0">
                  <a:moveTo>
                    <a:pt x="1675" y="1"/>
                  </a:moveTo>
                  <a:cubicBezTo>
                    <a:pt x="1452" y="1"/>
                    <a:pt x="1243" y="9"/>
                    <a:pt x="1048" y="24"/>
                  </a:cubicBezTo>
                  <a:cubicBezTo>
                    <a:pt x="632" y="60"/>
                    <a:pt x="322" y="131"/>
                    <a:pt x="144" y="202"/>
                  </a:cubicBezTo>
                  <a:cubicBezTo>
                    <a:pt x="36" y="250"/>
                    <a:pt x="1" y="369"/>
                    <a:pt x="84" y="464"/>
                  </a:cubicBezTo>
                  <a:cubicBezTo>
                    <a:pt x="106" y="502"/>
                    <a:pt x="147" y="520"/>
                    <a:pt x="189" y="520"/>
                  </a:cubicBezTo>
                  <a:cubicBezTo>
                    <a:pt x="215" y="520"/>
                    <a:pt x="240" y="514"/>
                    <a:pt x="263" y="500"/>
                  </a:cubicBezTo>
                  <a:cubicBezTo>
                    <a:pt x="394" y="441"/>
                    <a:pt x="656" y="369"/>
                    <a:pt x="1168" y="345"/>
                  </a:cubicBezTo>
                  <a:cubicBezTo>
                    <a:pt x="1340" y="332"/>
                    <a:pt x="1521" y="327"/>
                    <a:pt x="1709" y="327"/>
                  </a:cubicBezTo>
                  <a:cubicBezTo>
                    <a:pt x="2909" y="327"/>
                    <a:pt x="4373" y="568"/>
                    <a:pt x="5454" y="774"/>
                  </a:cubicBezTo>
                  <a:lnTo>
                    <a:pt x="5478" y="774"/>
                  </a:lnTo>
                  <a:cubicBezTo>
                    <a:pt x="5561" y="774"/>
                    <a:pt x="5632" y="714"/>
                    <a:pt x="5644" y="643"/>
                  </a:cubicBezTo>
                  <a:cubicBezTo>
                    <a:pt x="5644" y="560"/>
                    <a:pt x="5585" y="488"/>
                    <a:pt x="5513" y="464"/>
                  </a:cubicBezTo>
                  <a:cubicBezTo>
                    <a:pt x="3958" y="153"/>
                    <a:pt x="2672" y="1"/>
                    <a:pt x="16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5" name="Google Shape;11967;p64">
              <a:extLst>
                <a:ext uri="{FF2B5EF4-FFF2-40B4-BE49-F238E27FC236}">
                  <a16:creationId xmlns:a16="http://schemas.microsoft.com/office/drawing/2014/main" id="{A25A1B40-FE99-8FDE-67F5-840CE0C74CD4}"/>
                </a:ext>
              </a:extLst>
            </p:cNvPr>
            <p:cNvSpPr/>
            <p:nvPr/>
          </p:nvSpPr>
          <p:spPr>
            <a:xfrm>
              <a:off x="7361158" y="3154726"/>
              <a:ext cx="49997" cy="20482"/>
            </a:xfrm>
            <a:custGeom>
              <a:avLst/>
              <a:gdLst/>
              <a:ahLst/>
              <a:cxnLst/>
              <a:rect l="l" t="t" r="r" b="b"/>
              <a:pathLst>
                <a:path w="1572" h="644" extrusionOk="0">
                  <a:moveTo>
                    <a:pt x="1375" y="1"/>
                  </a:moveTo>
                  <a:cubicBezTo>
                    <a:pt x="1352" y="1"/>
                    <a:pt x="1330" y="5"/>
                    <a:pt x="1310" y="12"/>
                  </a:cubicBezTo>
                  <a:cubicBezTo>
                    <a:pt x="1131" y="120"/>
                    <a:pt x="750" y="251"/>
                    <a:pt x="143" y="310"/>
                  </a:cubicBezTo>
                  <a:cubicBezTo>
                    <a:pt x="60" y="322"/>
                    <a:pt x="0" y="382"/>
                    <a:pt x="0" y="477"/>
                  </a:cubicBezTo>
                  <a:cubicBezTo>
                    <a:pt x="0" y="560"/>
                    <a:pt x="72" y="643"/>
                    <a:pt x="155" y="643"/>
                  </a:cubicBezTo>
                  <a:lnTo>
                    <a:pt x="179" y="643"/>
                  </a:lnTo>
                  <a:cubicBezTo>
                    <a:pt x="881" y="584"/>
                    <a:pt x="1274" y="417"/>
                    <a:pt x="1465" y="310"/>
                  </a:cubicBezTo>
                  <a:cubicBezTo>
                    <a:pt x="1560" y="251"/>
                    <a:pt x="1572" y="120"/>
                    <a:pt x="1501" y="48"/>
                  </a:cubicBezTo>
                  <a:cubicBezTo>
                    <a:pt x="1469" y="16"/>
                    <a:pt x="1421" y="1"/>
                    <a:pt x="13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6" name="Google Shape;11968;p64">
              <a:extLst>
                <a:ext uri="{FF2B5EF4-FFF2-40B4-BE49-F238E27FC236}">
                  <a16:creationId xmlns:a16="http://schemas.microsoft.com/office/drawing/2014/main" id="{60B433EC-2EAF-8CAE-4244-05F6621AFE97}"/>
                </a:ext>
              </a:extLst>
            </p:cNvPr>
            <p:cNvSpPr/>
            <p:nvPr/>
          </p:nvSpPr>
          <p:spPr>
            <a:xfrm>
              <a:off x="7155920" y="3139523"/>
              <a:ext cx="148084" cy="33045"/>
            </a:xfrm>
            <a:custGeom>
              <a:avLst/>
              <a:gdLst/>
              <a:ahLst/>
              <a:cxnLst/>
              <a:rect l="l" t="t" r="r" b="b"/>
              <a:pathLst>
                <a:path w="4656" h="1039" extrusionOk="0">
                  <a:moveTo>
                    <a:pt x="172" y="1"/>
                  </a:moveTo>
                  <a:cubicBezTo>
                    <a:pt x="97" y="1"/>
                    <a:pt x="34" y="68"/>
                    <a:pt x="12" y="145"/>
                  </a:cubicBezTo>
                  <a:cubicBezTo>
                    <a:pt x="0" y="240"/>
                    <a:pt x="84" y="312"/>
                    <a:pt x="167" y="324"/>
                  </a:cubicBezTo>
                  <a:cubicBezTo>
                    <a:pt x="726" y="383"/>
                    <a:pt x="1536" y="526"/>
                    <a:pt x="2489" y="705"/>
                  </a:cubicBezTo>
                  <a:cubicBezTo>
                    <a:pt x="3382" y="883"/>
                    <a:pt x="4001" y="979"/>
                    <a:pt x="4477" y="1038"/>
                  </a:cubicBezTo>
                  <a:lnTo>
                    <a:pt x="4501" y="1038"/>
                  </a:lnTo>
                  <a:cubicBezTo>
                    <a:pt x="4572" y="1038"/>
                    <a:pt x="4644" y="979"/>
                    <a:pt x="4656" y="895"/>
                  </a:cubicBezTo>
                  <a:cubicBezTo>
                    <a:pt x="4644" y="824"/>
                    <a:pt x="4584" y="740"/>
                    <a:pt x="4501" y="729"/>
                  </a:cubicBezTo>
                  <a:cubicBezTo>
                    <a:pt x="4036" y="669"/>
                    <a:pt x="3417" y="562"/>
                    <a:pt x="2536" y="383"/>
                  </a:cubicBezTo>
                  <a:cubicBezTo>
                    <a:pt x="1584" y="193"/>
                    <a:pt x="762" y="62"/>
                    <a:pt x="191" y="2"/>
                  </a:cubicBezTo>
                  <a:cubicBezTo>
                    <a:pt x="185" y="1"/>
                    <a:pt x="178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7" name="Google Shape;9735;p61">
            <a:extLst>
              <a:ext uri="{FF2B5EF4-FFF2-40B4-BE49-F238E27FC236}">
                <a16:creationId xmlns:a16="http://schemas.microsoft.com/office/drawing/2014/main" id="{BDA04869-5DF9-4DC4-5228-C5FA088094BA}"/>
              </a:ext>
            </a:extLst>
          </p:cNvPr>
          <p:cNvGrpSpPr/>
          <p:nvPr/>
        </p:nvGrpSpPr>
        <p:grpSpPr>
          <a:xfrm>
            <a:off x="7316008" y="7539165"/>
            <a:ext cx="364135" cy="359930"/>
            <a:chOff x="2174559" y="3356116"/>
            <a:chExt cx="364135" cy="359930"/>
          </a:xfrm>
          <a:solidFill>
            <a:srgbClr val="00806E"/>
          </a:solidFill>
        </p:grpSpPr>
        <p:sp>
          <p:nvSpPr>
            <p:cNvPr id="58" name="Google Shape;9736;p61">
              <a:extLst>
                <a:ext uri="{FF2B5EF4-FFF2-40B4-BE49-F238E27FC236}">
                  <a16:creationId xmlns:a16="http://schemas.microsoft.com/office/drawing/2014/main" id="{7A90BA61-D52A-7CD1-E328-56165DEC1482}"/>
                </a:ext>
              </a:extLst>
            </p:cNvPr>
            <p:cNvSpPr/>
            <p:nvPr/>
          </p:nvSpPr>
          <p:spPr>
            <a:xfrm>
              <a:off x="2273915" y="3452414"/>
              <a:ext cx="166920" cy="166920"/>
            </a:xfrm>
            <a:custGeom>
              <a:avLst/>
              <a:gdLst/>
              <a:ahLst/>
              <a:cxnLst/>
              <a:rect l="l" t="t" r="r" b="b"/>
              <a:pathLst>
                <a:path w="5240" h="5240" extrusionOk="0">
                  <a:moveTo>
                    <a:pt x="4715" y="358"/>
                  </a:moveTo>
                  <a:cubicBezTo>
                    <a:pt x="4763" y="358"/>
                    <a:pt x="4787" y="370"/>
                    <a:pt x="4811" y="406"/>
                  </a:cubicBezTo>
                  <a:cubicBezTo>
                    <a:pt x="4846" y="429"/>
                    <a:pt x="4858" y="477"/>
                    <a:pt x="4858" y="513"/>
                  </a:cubicBezTo>
                  <a:cubicBezTo>
                    <a:pt x="4858" y="548"/>
                    <a:pt x="4846" y="584"/>
                    <a:pt x="4811" y="608"/>
                  </a:cubicBezTo>
                  <a:lnTo>
                    <a:pt x="4418" y="1013"/>
                  </a:lnTo>
                  <a:lnTo>
                    <a:pt x="4192" y="787"/>
                  </a:lnTo>
                  <a:lnTo>
                    <a:pt x="4608" y="406"/>
                  </a:lnTo>
                  <a:cubicBezTo>
                    <a:pt x="4644" y="370"/>
                    <a:pt x="4680" y="358"/>
                    <a:pt x="4715" y="358"/>
                  </a:cubicBezTo>
                  <a:close/>
                  <a:moveTo>
                    <a:pt x="3965" y="1048"/>
                  </a:moveTo>
                  <a:lnTo>
                    <a:pt x="4192" y="1263"/>
                  </a:lnTo>
                  <a:lnTo>
                    <a:pt x="3358" y="2084"/>
                  </a:lnTo>
                  <a:lnTo>
                    <a:pt x="3132" y="1858"/>
                  </a:lnTo>
                  <a:lnTo>
                    <a:pt x="3965" y="1048"/>
                  </a:lnTo>
                  <a:close/>
                  <a:moveTo>
                    <a:pt x="2894" y="2096"/>
                  </a:moveTo>
                  <a:lnTo>
                    <a:pt x="3120" y="2322"/>
                  </a:lnTo>
                  <a:lnTo>
                    <a:pt x="2287" y="3156"/>
                  </a:lnTo>
                  <a:lnTo>
                    <a:pt x="2060" y="2930"/>
                  </a:lnTo>
                  <a:lnTo>
                    <a:pt x="2894" y="2096"/>
                  </a:lnTo>
                  <a:close/>
                  <a:moveTo>
                    <a:pt x="1846" y="3168"/>
                  </a:moveTo>
                  <a:lnTo>
                    <a:pt x="2060" y="3394"/>
                  </a:lnTo>
                  <a:lnTo>
                    <a:pt x="1227" y="4227"/>
                  </a:lnTo>
                  <a:lnTo>
                    <a:pt x="1013" y="4001"/>
                  </a:lnTo>
                  <a:lnTo>
                    <a:pt x="1846" y="3168"/>
                  </a:lnTo>
                  <a:close/>
                  <a:moveTo>
                    <a:pt x="774" y="4227"/>
                  </a:moveTo>
                  <a:lnTo>
                    <a:pt x="989" y="4454"/>
                  </a:lnTo>
                  <a:lnTo>
                    <a:pt x="596" y="4858"/>
                  </a:lnTo>
                  <a:cubicBezTo>
                    <a:pt x="560" y="4882"/>
                    <a:pt x="513" y="4894"/>
                    <a:pt x="489" y="4894"/>
                  </a:cubicBezTo>
                  <a:cubicBezTo>
                    <a:pt x="441" y="4894"/>
                    <a:pt x="417" y="4882"/>
                    <a:pt x="382" y="4858"/>
                  </a:cubicBezTo>
                  <a:cubicBezTo>
                    <a:pt x="358" y="4823"/>
                    <a:pt x="334" y="4775"/>
                    <a:pt x="334" y="4751"/>
                  </a:cubicBezTo>
                  <a:cubicBezTo>
                    <a:pt x="322" y="4704"/>
                    <a:pt x="334" y="4656"/>
                    <a:pt x="370" y="4632"/>
                  </a:cubicBezTo>
                  <a:lnTo>
                    <a:pt x="774" y="4227"/>
                  </a:lnTo>
                  <a:close/>
                  <a:moveTo>
                    <a:pt x="4739" y="1"/>
                  </a:moveTo>
                  <a:cubicBezTo>
                    <a:pt x="4608" y="1"/>
                    <a:pt x="4489" y="48"/>
                    <a:pt x="4406" y="144"/>
                  </a:cubicBezTo>
                  <a:lnTo>
                    <a:pt x="4001" y="548"/>
                  </a:lnTo>
                  <a:lnTo>
                    <a:pt x="3846" y="406"/>
                  </a:lnTo>
                  <a:cubicBezTo>
                    <a:pt x="3816" y="376"/>
                    <a:pt x="3772" y="361"/>
                    <a:pt x="3727" y="361"/>
                  </a:cubicBezTo>
                  <a:cubicBezTo>
                    <a:pt x="3683" y="361"/>
                    <a:pt x="3638" y="376"/>
                    <a:pt x="3608" y="406"/>
                  </a:cubicBezTo>
                  <a:cubicBezTo>
                    <a:pt x="3549" y="465"/>
                    <a:pt x="3549" y="584"/>
                    <a:pt x="3608" y="644"/>
                  </a:cubicBezTo>
                  <a:lnTo>
                    <a:pt x="3763" y="787"/>
                  </a:lnTo>
                  <a:lnTo>
                    <a:pt x="2929" y="1620"/>
                  </a:lnTo>
                  <a:lnTo>
                    <a:pt x="2775" y="1477"/>
                  </a:lnTo>
                  <a:cubicBezTo>
                    <a:pt x="2745" y="1447"/>
                    <a:pt x="2700" y="1432"/>
                    <a:pt x="2656" y="1432"/>
                  </a:cubicBezTo>
                  <a:cubicBezTo>
                    <a:pt x="2611" y="1432"/>
                    <a:pt x="2566" y="1447"/>
                    <a:pt x="2537" y="1477"/>
                  </a:cubicBezTo>
                  <a:cubicBezTo>
                    <a:pt x="2477" y="1537"/>
                    <a:pt x="2477" y="1656"/>
                    <a:pt x="2537" y="1715"/>
                  </a:cubicBezTo>
                  <a:lnTo>
                    <a:pt x="2691" y="1858"/>
                  </a:lnTo>
                  <a:lnTo>
                    <a:pt x="1858" y="2692"/>
                  </a:lnTo>
                  <a:lnTo>
                    <a:pt x="1703" y="2549"/>
                  </a:lnTo>
                  <a:cubicBezTo>
                    <a:pt x="1673" y="2519"/>
                    <a:pt x="1629" y="2504"/>
                    <a:pt x="1584" y="2504"/>
                  </a:cubicBezTo>
                  <a:cubicBezTo>
                    <a:pt x="1539" y="2504"/>
                    <a:pt x="1495" y="2519"/>
                    <a:pt x="1465" y="2549"/>
                  </a:cubicBezTo>
                  <a:cubicBezTo>
                    <a:pt x="1405" y="2608"/>
                    <a:pt x="1405" y="2727"/>
                    <a:pt x="1465" y="2787"/>
                  </a:cubicBezTo>
                  <a:lnTo>
                    <a:pt x="1620" y="2930"/>
                  </a:lnTo>
                  <a:lnTo>
                    <a:pt x="786" y="3763"/>
                  </a:lnTo>
                  <a:lnTo>
                    <a:pt x="632" y="3620"/>
                  </a:lnTo>
                  <a:cubicBezTo>
                    <a:pt x="602" y="3590"/>
                    <a:pt x="557" y="3576"/>
                    <a:pt x="513" y="3576"/>
                  </a:cubicBezTo>
                  <a:cubicBezTo>
                    <a:pt x="468" y="3576"/>
                    <a:pt x="423" y="3590"/>
                    <a:pt x="393" y="3620"/>
                  </a:cubicBezTo>
                  <a:cubicBezTo>
                    <a:pt x="334" y="3680"/>
                    <a:pt x="334" y="3799"/>
                    <a:pt x="393" y="3858"/>
                  </a:cubicBezTo>
                  <a:lnTo>
                    <a:pt x="548" y="4001"/>
                  </a:lnTo>
                  <a:lnTo>
                    <a:pt x="143" y="4406"/>
                  </a:lnTo>
                  <a:cubicBezTo>
                    <a:pt x="36" y="4477"/>
                    <a:pt x="1" y="4620"/>
                    <a:pt x="1" y="4751"/>
                  </a:cubicBezTo>
                  <a:cubicBezTo>
                    <a:pt x="1" y="4882"/>
                    <a:pt x="36" y="5001"/>
                    <a:pt x="143" y="5097"/>
                  </a:cubicBezTo>
                  <a:cubicBezTo>
                    <a:pt x="239" y="5180"/>
                    <a:pt x="370" y="5239"/>
                    <a:pt x="489" y="5239"/>
                  </a:cubicBezTo>
                  <a:cubicBezTo>
                    <a:pt x="620" y="5239"/>
                    <a:pt x="739" y="5192"/>
                    <a:pt x="834" y="5097"/>
                  </a:cubicBezTo>
                  <a:lnTo>
                    <a:pt x="1227" y="4692"/>
                  </a:lnTo>
                  <a:lnTo>
                    <a:pt x="1382" y="4835"/>
                  </a:lnTo>
                  <a:cubicBezTo>
                    <a:pt x="1405" y="4870"/>
                    <a:pt x="1453" y="4882"/>
                    <a:pt x="1501" y="4882"/>
                  </a:cubicBezTo>
                  <a:cubicBezTo>
                    <a:pt x="1548" y="4882"/>
                    <a:pt x="1584" y="4870"/>
                    <a:pt x="1620" y="4835"/>
                  </a:cubicBezTo>
                  <a:cubicBezTo>
                    <a:pt x="1679" y="4775"/>
                    <a:pt x="1679" y="4656"/>
                    <a:pt x="1620" y="4597"/>
                  </a:cubicBezTo>
                  <a:lnTo>
                    <a:pt x="1465" y="4454"/>
                  </a:lnTo>
                  <a:lnTo>
                    <a:pt x="2298" y="3620"/>
                  </a:lnTo>
                  <a:lnTo>
                    <a:pt x="2453" y="3763"/>
                  </a:lnTo>
                  <a:cubicBezTo>
                    <a:pt x="2477" y="3799"/>
                    <a:pt x="2525" y="3811"/>
                    <a:pt x="2572" y="3811"/>
                  </a:cubicBezTo>
                  <a:cubicBezTo>
                    <a:pt x="2620" y="3811"/>
                    <a:pt x="2656" y="3799"/>
                    <a:pt x="2691" y="3763"/>
                  </a:cubicBezTo>
                  <a:cubicBezTo>
                    <a:pt x="2751" y="3704"/>
                    <a:pt x="2751" y="3584"/>
                    <a:pt x="2691" y="3525"/>
                  </a:cubicBezTo>
                  <a:lnTo>
                    <a:pt x="2537" y="3382"/>
                  </a:lnTo>
                  <a:lnTo>
                    <a:pt x="3370" y="2549"/>
                  </a:lnTo>
                  <a:lnTo>
                    <a:pt x="3525" y="2692"/>
                  </a:lnTo>
                  <a:cubicBezTo>
                    <a:pt x="3549" y="2727"/>
                    <a:pt x="3596" y="2739"/>
                    <a:pt x="3644" y="2739"/>
                  </a:cubicBezTo>
                  <a:cubicBezTo>
                    <a:pt x="3691" y="2739"/>
                    <a:pt x="3727" y="2727"/>
                    <a:pt x="3763" y="2692"/>
                  </a:cubicBezTo>
                  <a:cubicBezTo>
                    <a:pt x="3822" y="2632"/>
                    <a:pt x="3822" y="2513"/>
                    <a:pt x="3763" y="2453"/>
                  </a:cubicBezTo>
                  <a:lnTo>
                    <a:pt x="3608" y="2311"/>
                  </a:lnTo>
                  <a:lnTo>
                    <a:pt x="4442" y="1477"/>
                  </a:lnTo>
                  <a:lnTo>
                    <a:pt x="4596" y="1620"/>
                  </a:lnTo>
                  <a:cubicBezTo>
                    <a:pt x="4620" y="1656"/>
                    <a:pt x="4668" y="1668"/>
                    <a:pt x="4715" y="1668"/>
                  </a:cubicBezTo>
                  <a:cubicBezTo>
                    <a:pt x="4763" y="1668"/>
                    <a:pt x="4799" y="1656"/>
                    <a:pt x="4834" y="1620"/>
                  </a:cubicBezTo>
                  <a:cubicBezTo>
                    <a:pt x="4894" y="1560"/>
                    <a:pt x="4894" y="1441"/>
                    <a:pt x="4834" y="1382"/>
                  </a:cubicBezTo>
                  <a:lnTo>
                    <a:pt x="4680" y="1239"/>
                  </a:lnTo>
                  <a:lnTo>
                    <a:pt x="5085" y="834"/>
                  </a:lnTo>
                  <a:cubicBezTo>
                    <a:pt x="5180" y="739"/>
                    <a:pt x="5239" y="608"/>
                    <a:pt x="5239" y="489"/>
                  </a:cubicBezTo>
                  <a:cubicBezTo>
                    <a:pt x="5239" y="358"/>
                    <a:pt x="5192" y="239"/>
                    <a:pt x="5085" y="144"/>
                  </a:cubicBezTo>
                  <a:cubicBezTo>
                    <a:pt x="5001" y="60"/>
                    <a:pt x="4858" y="1"/>
                    <a:pt x="4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59" name="Google Shape;9737;p61">
              <a:extLst>
                <a:ext uri="{FF2B5EF4-FFF2-40B4-BE49-F238E27FC236}">
                  <a16:creationId xmlns:a16="http://schemas.microsoft.com/office/drawing/2014/main" id="{96ECF2FA-F0C8-DB40-1D02-0F5D65D34C18}"/>
                </a:ext>
              </a:extLst>
            </p:cNvPr>
            <p:cNvSpPr/>
            <p:nvPr/>
          </p:nvSpPr>
          <p:spPr>
            <a:xfrm>
              <a:off x="2174559" y="3356116"/>
              <a:ext cx="364135" cy="359930"/>
            </a:xfrm>
            <a:custGeom>
              <a:avLst/>
              <a:gdLst/>
              <a:ahLst/>
              <a:cxnLst/>
              <a:rect l="l" t="t" r="r" b="b"/>
              <a:pathLst>
                <a:path w="11431" h="11299" extrusionOk="0">
                  <a:moveTo>
                    <a:pt x="8142" y="339"/>
                  </a:moveTo>
                  <a:cubicBezTo>
                    <a:pt x="8988" y="339"/>
                    <a:pt x="9829" y="482"/>
                    <a:pt x="10632" y="750"/>
                  </a:cubicBezTo>
                  <a:cubicBezTo>
                    <a:pt x="10930" y="1631"/>
                    <a:pt x="11061" y="2583"/>
                    <a:pt x="11037" y="3500"/>
                  </a:cubicBezTo>
                  <a:lnTo>
                    <a:pt x="7858" y="345"/>
                  </a:lnTo>
                  <a:cubicBezTo>
                    <a:pt x="7953" y="341"/>
                    <a:pt x="8048" y="339"/>
                    <a:pt x="8142" y="339"/>
                  </a:cubicBezTo>
                  <a:close/>
                  <a:moveTo>
                    <a:pt x="572" y="6453"/>
                  </a:moveTo>
                  <a:lnTo>
                    <a:pt x="4917" y="10798"/>
                  </a:lnTo>
                  <a:cubicBezTo>
                    <a:pt x="4620" y="10858"/>
                    <a:pt x="4322" y="10894"/>
                    <a:pt x="4001" y="10929"/>
                  </a:cubicBezTo>
                  <a:lnTo>
                    <a:pt x="441" y="7358"/>
                  </a:lnTo>
                  <a:cubicBezTo>
                    <a:pt x="464" y="7060"/>
                    <a:pt x="512" y="6750"/>
                    <a:pt x="572" y="6453"/>
                  </a:cubicBezTo>
                  <a:close/>
                  <a:moveTo>
                    <a:pt x="405" y="7798"/>
                  </a:moveTo>
                  <a:lnTo>
                    <a:pt x="3560" y="10953"/>
                  </a:lnTo>
                  <a:cubicBezTo>
                    <a:pt x="3462" y="10957"/>
                    <a:pt x="3363" y="10959"/>
                    <a:pt x="3264" y="10959"/>
                  </a:cubicBezTo>
                  <a:cubicBezTo>
                    <a:pt x="2440" y="10959"/>
                    <a:pt x="1596" y="10826"/>
                    <a:pt x="810" y="10560"/>
                  </a:cubicBezTo>
                  <a:cubicBezTo>
                    <a:pt x="512" y="9679"/>
                    <a:pt x="381" y="8727"/>
                    <a:pt x="405" y="7798"/>
                  </a:cubicBezTo>
                  <a:close/>
                  <a:moveTo>
                    <a:pt x="8188" y="1"/>
                  </a:moveTo>
                  <a:cubicBezTo>
                    <a:pt x="7942" y="1"/>
                    <a:pt x="7697" y="12"/>
                    <a:pt x="7453" y="35"/>
                  </a:cubicBezTo>
                  <a:cubicBezTo>
                    <a:pt x="7013" y="71"/>
                    <a:pt x="6560" y="154"/>
                    <a:pt x="6132" y="261"/>
                  </a:cubicBezTo>
                  <a:cubicBezTo>
                    <a:pt x="4739" y="607"/>
                    <a:pt x="3453" y="1345"/>
                    <a:pt x="2429" y="2369"/>
                  </a:cubicBezTo>
                  <a:cubicBezTo>
                    <a:pt x="1893" y="2905"/>
                    <a:pt x="1429" y="3512"/>
                    <a:pt x="1072" y="4167"/>
                  </a:cubicBezTo>
                  <a:cubicBezTo>
                    <a:pt x="1024" y="4250"/>
                    <a:pt x="1060" y="4345"/>
                    <a:pt x="1131" y="4393"/>
                  </a:cubicBezTo>
                  <a:cubicBezTo>
                    <a:pt x="1154" y="4408"/>
                    <a:pt x="1180" y="4415"/>
                    <a:pt x="1206" y="4415"/>
                  </a:cubicBezTo>
                  <a:cubicBezTo>
                    <a:pt x="1264" y="4415"/>
                    <a:pt x="1325" y="4382"/>
                    <a:pt x="1357" y="4333"/>
                  </a:cubicBezTo>
                  <a:cubicBezTo>
                    <a:pt x="1703" y="3714"/>
                    <a:pt x="2143" y="3131"/>
                    <a:pt x="2655" y="2607"/>
                  </a:cubicBezTo>
                  <a:cubicBezTo>
                    <a:pt x="3620" y="1643"/>
                    <a:pt x="4810" y="952"/>
                    <a:pt x="6108" y="595"/>
                  </a:cubicBezTo>
                  <a:lnTo>
                    <a:pt x="9156" y="3655"/>
                  </a:lnTo>
                  <a:cubicBezTo>
                    <a:pt x="9180" y="3679"/>
                    <a:pt x="9227" y="3690"/>
                    <a:pt x="9275" y="3690"/>
                  </a:cubicBezTo>
                  <a:cubicBezTo>
                    <a:pt x="9323" y="3690"/>
                    <a:pt x="9358" y="3679"/>
                    <a:pt x="9394" y="3655"/>
                  </a:cubicBezTo>
                  <a:cubicBezTo>
                    <a:pt x="9454" y="3595"/>
                    <a:pt x="9454" y="3476"/>
                    <a:pt x="9394" y="3417"/>
                  </a:cubicBezTo>
                  <a:lnTo>
                    <a:pt x="6489" y="511"/>
                  </a:lnTo>
                  <a:cubicBezTo>
                    <a:pt x="6787" y="452"/>
                    <a:pt x="7084" y="404"/>
                    <a:pt x="7394" y="381"/>
                  </a:cubicBezTo>
                  <a:lnTo>
                    <a:pt x="10966" y="3952"/>
                  </a:lnTo>
                  <a:cubicBezTo>
                    <a:pt x="10942" y="4250"/>
                    <a:pt x="10894" y="4560"/>
                    <a:pt x="10835" y="4857"/>
                  </a:cubicBezTo>
                  <a:lnTo>
                    <a:pt x="9954" y="3976"/>
                  </a:lnTo>
                  <a:cubicBezTo>
                    <a:pt x="9924" y="3946"/>
                    <a:pt x="9879" y="3932"/>
                    <a:pt x="9835" y="3932"/>
                  </a:cubicBezTo>
                  <a:cubicBezTo>
                    <a:pt x="9790" y="3932"/>
                    <a:pt x="9745" y="3946"/>
                    <a:pt x="9716" y="3976"/>
                  </a:cubicBezTo>
                  <a:cubicBezTo>
                    <a:pt x="9656" y="4036"/>
                    <a:pt x="9656" y="4155"/>
                    <a:pt x="9716" y="4214"/>
                  </a:cubicBezTo>
                  <a:lnTo>
                    <a:pt x="10751" y="5238"/>
                  </a:lnTo>
                  <a:cubicBezTo>
                    <a:pt x="10394" y="6548"/>
                    <a:pt x="9704" y="7739"/>
                    <a:pt x="8751" y="8691"/>
                  </a:cubicBezTo>
                  <a:cubicBezTo>
                    <a:pt x="7787" y="9667"/>
                    <a:pt x="6596" y="10346"/>
                    <a:pt x="5298" y="10703"/>
                  </a:cubicBezTo>
                  <a:lnTo>
                    <a:pt x="679" y="6060"/>
                  </a:lnTo>
                  <a:cubicBezTo>
                    <a:pt x="762" y="5715"/>
                    <a:pt x="881" y="5381"/>
                    <a:pt x="1012" y="5048"/>
                  </a:cubicBezTo>
                  <a:cubicBezTo>
                    <a:pt x="1048" y="4964"/>
                    <a:pt x="1012" y="4869"/>
                    <a:pt x="929" y="4822"/>
                  </a:cubicBezTo>
                  <a:cubicBezTo>
                    <a:pt x="906" y="4816"/>
                    <a:pt x="884" y="4813"/>
                    <a:pt x="864" y="4813"/>
                  </a:cubicBezTo>
                  <a:cubicBezTo>
                    <a:pt x="796" y="4813"/>
                    <a:pt x="739" y="4844"/>
                    <a:pt x="703" y="4917"/>
                  </a:cubicBezTo>
                  <a:cubicBezTo>
                    <a:pt x="536" y="5286"/>
                    <a:pt x="417" y="5679"/>
                    <a:pt x="322" y="6072"/>
                  </a:cubicBezTo>
                  <a:cubicBezTo>
                    <a:pt x="214" y="6512"/>
                    <a:pt x="143" y="6953"/>
                    <a:pt x="95" y="7405"/>
                  </a:cubicBezTo>
                  <a:cubicBezTo>
                    <a:pt x="0" y="8548"/>
                    <a:pt x="143" y="9667"/>
                    <a:pt x="512" y="10751"/>
                  </a:cubicBezTo>
                  <a:cubicBezTo>
                    <a:pt x="524" y="10798"/>
                    <a:pt x="572" y="10834"/>
                    <a:pt x="619" y="10858"/>
                  </a:cubicBezTo>
                  <a:cubicBezTo>
                    <a:pt x="1465" y="11156"/>
                    <a:pt x="2381" y="11299"/>
                    <a:pt x="3298" y="11299"/>
                  </a:cubicBezTo>
                  <a:cubicBezTo>
                    <a:pt x="3512" y="11299"/>
                    <a:pt x="3739" y="11287"/>
                    <a:pt x="3965" y="11275"/>
                  </a:cubicBezTo>
                  <a:cubicBezTo>
                    <a:pt x="4405" y="11227"/>
                    <a:pt x="4858" y="11156"/>
                    <a:pt x="5286" y="11049"/>
                  </a:cubicBezTo>
                  <a:cubicBezTo>
                    <a:pt x="6680" y="10691"/>
                    <a:pt x="7965" y="9965"/>
                    <a:pt x="8989" y="8929"/>
                  </a:cubicBezTo>
                  <a:cubicBezTo>
                    <a:pt x="10013" y="7905"/>
                    <a:pt x="10751" y="6631"/>
                    <a:pt x="11109" y="5226"/>
                  </a:cubicBezTo>
                  <a:cubicBezTo>
                    <a:pt x="11204" y="4798"/>
                    <a:pt x="11287" y="4345"/>
                    <a:pt x="11323" y="3905"/>
                  </a:cubicBezTo>
                  <a:cubicBezTo>
                    <a:pt x="11430" y="2774"/>
                    <a:pt x="11287" y="1631"/>
                    <a:pt x="10906" y="559"/>
                  </a:cubicBezTo>
                  <a:cubicBezTo>
                    <a:pt x="10894" y="511"/>
                    <a:pt x="10859" y="464"/>
                    <a:pt x="10811" y="452"/>
                  </a:cubicBezTo>
                  <a:cubicBezTo>
                    <a:pt x="9980" y="153"/>
                    <a:pt x="9082" y="1"/>
                    <a:pt x="81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pic>
        <p:nvPicPr>
          <p:cNvPr id="4" name="Grafik 3">
            <a:extLst>
              <a:ext uri="{FF2B5EF4-FFF2-40B4-BE49-F238E27FC236}">
                <a16:creationId xmlns:a16="http://schemas.microsoft.com/office/drawing/2014/main" id="{2544A00A-269E-64C6-CD72-DD99F408F1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98" r="8998"/>
          <a:stretch/>
        </p:blipFill>
        <p:spPr>
          <a:xfrm rot="20127251">
            <a:off x="10550705" y="1082100"/>
            <a:ext cx="2323891" cy="3778539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FFFFFF">
              <a:shade val="85000"/>
            </a:srgbClr>
          </a:solidFill>
          <a:ln w="88900" cap="sq">
            <a:solidFill>
              <a:srgbClr val="C2FE06"/>
            </a:solidFill>
            <a:miter lim="800000"/>
          </a:ln>
          <a:effectLst>
            <a:outerShdw blurRad="50800" dist="114300" dir="2700000" algn="tl" rotWithShape="0">
              <a:prstClr val="black">
                <a:alpha val="5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28212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3B8EA-F447-1F9B-9C92-F8B51C669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3B4427CD-57FD-8DA8-EF7B-27BC8868D3C8}"/>
              </a:ext>
            </a:extLst>
          </p:cNvPr>
          <p:cNvSpPr/>
          <p:nvPr/>
        </p:nvSpPr>
        <p:spPr>
          <a:xfrm>
            <a:off x="-3891" y="-1"/>
            <a:ext cx="15123241" cy="1080000"/>
          </a:xfrm>
          <a:prstGeom prst="rect">
            <a:avLst/>
          </a:prstGeom>
          <a:gradFill flip="none" rotWithShape="1">
            <a:gsLst>
              <a:gs pos="21000">
                <a:srgbClr val="002733"/>
              </a:gs>
              <a:gs pos="84000">
                <a:srgbClr val="080B3E"/>
              </a:gs>
              <a:gs pos="57000">
                <a:srgbClr val="00206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75000"/>
                  <a:lumOff val="25000"/>
                </a:schemeClr>
              </a:solidFill>
              <a:latin typeface="The Group TEXT" panose="00000500000000000000" pitchFamily="2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2BE96808-64EE-BDD2-0145-82F3008105DA}"/>
              </a:ext>
            </a:extLst>
          </p:cNvPr>
          <p:cNvSpPr txBox="1"/>
          <p:nvPr/>
        </p:nvSpPr>
        <p:spPr>
          <a:xfrm>
            <a:off x="754639" y="1982147"/>
            <a:ext cx="6176210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Name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Manuel Kranjc </a:t>
            </a:r>
          </a:p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Fachrichtung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Wirtschaftsinformatik</a:t>
            </a:r>
            <a:b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</a:br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Eintrittsdatum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01.09.2025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22F87C8B-664A-CF1F-B02C-6C93DD997F41}"/>
              </a:ext>
            </a:extLst>
          </p:cNvPr>
          <p:cNvSpPr txBox="1"/>
          <p:nvPr/>
        </p:nvSpPr>
        <p:spPr>
          <a:xfrm>
            <a:off x="1221140" y="5016442"/>
            <a:ext cx="577971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Geburtsdatum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25.11.2000</a:t>
            </a: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Wohnort/Heimat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Gaimersheim</a:t>
            </a: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Lieblingsspiel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</a:t>
            </a:r>
            <a:r>
              <a:rPr lang="de-DE" sz="2400" err="1">
                <a:latin typeface="The Group TEXT" panose="00000500000000000000" pitchFamily="2" charset="0"/>
                <a:cs typeface="Dubai Medium" panose="020B0603030403030204" pitchFamily="34" charset="-78"/>
              </a:rPr>
              <a:t>Geoguessr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Traumauto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Audi RS6 GT, Ferrari 				       	     Testarossa</a:t>
            </a:r>
          </a:p>
        </p:txBody>
      </p:sp>
      <p:sp>
        <p:nvSpPr>
          <p:cNvPr id="33" name="Freeform 418">
            <a:extLst>
              <a:ext uri="{FF2B5EF4-FFF2-40B4-BE49-F238E27FC236}">
                <a16:creationId xmlns:a16="http://schemas.microsoft.com/office/drawing/2014/main" id="{18840CFB-0795-A1F2-4823-0D1681E83B1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2812" y="5768304"/>
            <a:ext cx="338260" cy="334004"/>
          </a:xfrm>
          <a:custGeom>
            <a:avLst/>
            <a:gdLst>
              <a:gd name="T0" fmla="*/ 63 w 64"/>
              <a:gd name="T1" fmla="*/ 28 h 63"/>
              <a:gd name="T2" fmla="*/ 33 w 64"/>
              <a:gd name="T3" fmla="*/ 1 h 63"/>
              <a:gd name="T4" fmla="*/ 31 w 64"/>
              <a:gd name="T5" fmla="*/ 1 h 63"/>
              <a:gd name="T6" fmla="*/ 1 w 64"/>
              <a:gd name="T7" fmla="*/ 28 h 63"/>
              <a:gd name="T8" fmla="*/ 0 w 64"/>
              <a:gd name="T9" fmla="*/ 29 h 63"/>
              <a:gd name="T10" fmla="*/ 0 w 64"/>
              <a:gd name="T11" fmla="*/ 61 h 63"/>
              <a:gd name="T12" fmla="*/ 2 w 64"/>
              <a:gd name="T13" fmla="*/ 63 h 63"/>
              <a:gd name="T14" fmla="*/ 62 w 64"/>
              <a:gd name="T15" fmla="*/ 63 h 63"/>
              <a:gd name="T16" fmla="*/ 64 w 64"/>
              <a:gd name="T17" fmla="*/ 61 h 63"/>
              <a:gd name="T18" fmla="*/ 64 w 64"/>
              <a:gd name="T19" fmla="*/ 29 h 63"/>
              <a:gd name="T20" fmla="*/ 63 w 64"/>
              <a:gd name="T21" fmla="*/ 28 h 63"/>
              <a:gd name="T22" fmla="*/ 60 w 64"/>
              <a:gd name="T23" fmla="*/ 59 h 63"/>
              <a:gd name="T24" fmla="*/ 28 w 64"/>
              <a:gd name="T25" fmla="*/ 59 h 63"/>
              <a:gd name="T26" fmla="*/ 28 w 64"/>
              <a:gd name="T27" fmla="*/ 43 h 63"/>
              <a:gd name="T28" fmla="*/ 36 w 64"/>
              <a:gd name="T29" fmla="*/ 43 h 63"/>
              <a:gd name="T30" fmla="*/ 36 w 64"/>
              <a:gd name="T31" fmla="*/ 51 h 63"/>
              <a:gd name="T32" fmla="*/ 40 w 64"/>
              <a:gd name="T33" fmla="*/ 51 h 63"/>
              <a:gd name="T34" fmla="*/ 40 w 64"/>
              <a:gd name="T35" fmla="*/ 41 h 63"/>
              <a:gd name="T36" fmla="*/ 38 w 64"/>
              <a:gd name="T37" fmla="*/ 39 h 63"/>
              <a:gd name="T38" fmla="*/ 26 w 64"/>
              <a:gd name="T39" fmla="*/ 39 h 63"/>
              <a:gd name="T40" fmla="*/ 24 w 64"/>
              <a:gd name="T41" fmla="*/ 41 h 63"/>
              <a:gd name="T42" fmla="*/ 24 w 64"/>
              <a:gd name="T43" fmla="*/ 59 h 63"/>
              <a:gd name="T44" fmla="*/ 4 w 64"/>
              <a:gd name="T45" fmla="*/ 59 h 63"/>
              <a:gd name="T46" fmla="*/ 4 w 64"/>
              <a:gd name="T47" fmla="*/ 30 h 63"/>
              <a:gd name="T48" fmla="*/ 32 w 64"/>
              <a:gd name="T49" fmla="*/ 5 h 63"/>
              <a:gd name="T50" fmla="*/ 60 w 64"/>
              <a:gd name="T51" fmla="*/ 30 h 63"/>
              <a:gd name="T52" fmla="*/ 60 w 64"/>
              <a:gd name="T53" fmla="*/ 5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4" h="63">
                <a:moveTo>
                  <a:pt x="63" y="28"/>
                </a:move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1" y="0"/>
                  <a:pt x="31" y="1"/>
                </a:cubicBezTo>
                <a:cubicBezTo>
                  <a:pt x="1" y="28"/>
                  <a:pt x="1" y="28"/>
                  <a:pt x="1" y="28"/>
                </a:cubicBezTo>
                <a:cubicBezTo>
                  <a:pt x="0" y="28"/>
                  <a:pt x="0" y="28"/>
                  <a:pt x="0" y="29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2"/>
                  <a:pt x="1" y="63"/>
                  <a:pt x="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3" y="63"/>
                  <a:pt x="64" y="62"/>
                  <a:pt x="64" y="61"/>
                </a:cubicBezTo>
                <a:cubicBezTo>
                  <a:pt x="64" y="29"/>
                  <a:pt x="64" y="29"/>
                  <a:pt x="64" y="29"/>
                </a:cubicBezTo>
                <a:cubicBezTo>
                  <a:pt x="64" y="28"/>
                  <a:pt x="64" y="28"/>
                  <a:pt x="63" y="28"/>
                </a:cubicBezTo>
                <a:close/>
                <a:moveTo>
                  <a:pt x="60" y="59"/>
                </a:moveTo>
                <a:cubicBezTo>
                  <a:pt x="28" y="59"/>
                  <a:pt x="28" y="59"/>
                  <a:pt x="28" y="59"/>
                </a:cubicBezTo>
                <a:cubicBezTo>
                  <a:pt x="28" y="43"/>
                  <a:pt x="28" y="43"/>
                  <a:pt x="28" y="4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51"/>
                  <a:pt x="36" y="51"/>
                  <a:pt x="36" y="51"/>
                </a:cubicBezTo>
                <a:cubicBezTo>
                  <a:pt x="40" y="51"/>
                  <a:pt x="40" y="51"/>
                  <a:pt x="40" y="51"/>
                </a:cubicBezTo>
                <a:cubicBezTo>
                  <a:pt x="40" y="41"/>
                  <a:pt x="40" y="41"/>
                  <a:pt x="40" y="41"/>
                </a:cubicBezTo>
                <a:cubicBezTo>
                  <a:pt x="40" y="40"/>
                  <a:pt x="39" y="39"/>
                  <a:pt x="38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5" y="39"/>
                  <a:pt x="24" y="40"/>
                  <a:pt x="24" y="41"/>
                </a:cubicBezTo>
                <a:cubicBezTo>
                  <a:pt x="24" y="59"/>
                  <a:pt x="24" y="59"/>
                  <a:pt x="24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4" y="30"/>
                  <a:pt x="4" y="30"/>
                  <a:pt x="4" y="30"/>
                </a:cubicBezTo>
                <a:cubicBezTo>
                  <a:pt x="32" y="5"/>
                  <a:pt x="32" y="5"/>
                  <a:pt x="32" y="5"/>
                </a:cubicBezTo>
                <a:cubicBezTo>
                  <a:pt x="60" y="30"/>
                  <a:pt x="60" y="30"/>
                  <a:pt x="60" y="30"/>
                </a:cubicBezTo>
                <a:lnTo>
                  <a:pt x="60" y="59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0" name="Freeform 293">
            <a:extLst>
              <a:ext uri="{FF2B5EF4-FFF2-40B4-BE49-F238E27FC236}">
                <a16:creationId xmlns:a16="http://schemas.microsoft.com/office/drawing/2014/main" id="{27EB8EFF-9052-EB33-7733-2C7C1AC2EBF5}"/>
              </a:ext>
            </a:extLst>
          </p:cNvPr>
          <p:cNvSpPr>
            <a:spLocks noChangeAspect="1"/>
          </p:cNvSpPr>
          <p:nvPr/>
        </p:nvSpPr>
        <p:spPr bwMode="auto">
          <a:xfrm>
            <a:off x="769576" y="7307997"/>
            <a:ext cx="439149" cy="228630"/>
          </a:xfrm>
          <a:custGeom>
            <a:avLst/>
            <a:gdLst>
              <a:gd name="T0" fmla="*/ 78 w 79"/>
              <a:gd name="T1" fmla="*/ 20 h 40"/>
              <a:gd name="T2" fmla="*/ 74 w 79"/>
              <a:gd name="T3" fmla="*/ 17 h 40"/>
              <a:gd name="T4" fmla="*/ 62 w 79"/>
              <a:gd name="T5" fmla="*/ 15 h 40"/>
              <a:gd name="T6" fmla="*/ 56 w 79"/>
              <a:gd name="T7" fmla="*/ 12 h 40"/>
              <a:gd name="T8" fmla="*/ 46 w 79"/>
              <a:gd name="T9" fmla="*/ 3 h 40"/>
              <a:gd name="T10" fmla="*/ 38 w 79"/>
              <a:gd name="T11" fmla="*/ 0 h 40"/>
              <a:gd name="T12" fmla="*/ 18 w 79"/>
              <a:gd name="T13" fmla="*/ 0 h 40"/>
              <a:gd name="T14" fmla="*/ 10 w 79"/>
              <a:gd name="T15" fmla="*/ 4 h 40"/>
              <a:gd name="T16" fmla="*/ 3 w 79"/>
              <a:gd name="T17" fmla="*/ 14 h 40"/>
              <a:gd name="T18" fmla="*/ 0 w 79"/>
              <a:gd name="T19" fmla="*/ 22 h 40"/>
              <a:gd name="T20" fmla="*/ 0 w 79"/>
              <a:gd name="T21" fmla="*/ 34 h 40"/>
              <a:gd name="T22" fmla="*/ 6 w 79"/>
              <a:gd name="T23" fmla="*/ 40 h 40"/>
              <a:gd name="T24" fmla="*/ 12 w 79"/>
              <a:gd name="T25" fmla="*/ 40 h 40"/>
              <a:gd name="T26" fmla="*/ 12 w 79"/>
              <a:gd name="T27" fmla="*/ 37 h 40"/>
              <a:gd name="T28" fmla="*/ 18 w 79"/>
              <a:gd name="T29" fmla="*/ 32 h 40"/>
              <a:gd name="T30" fmla="*/ 24 w 79"/>
              <a:gd name="T31" fmla="*/ 38 h 40"/>
              <a:gd name="T32" fmla="*/ 28 w 79"/>
              <a:gd name="T33" fmla="*/ 38 h 40"/>
              <a:gd name="T34" fmla="*/ 18 w 79"/>
              <a:gd name="T35" fmla="*/ 28 h 40"/>
              <a:gd name="T36" fmla="*/ 8 w 79"/>
              <a:gd name="T37" fmla="*/ 36 h 40"/>
              <a:gd name="T38" fmla="*/ 6 w 79"/>
              <a:gd name="T39" fmla="*/ 36 h 40"/>
              <a:gd name="T40" fmla="*/ 4 w 79"/>
              <a:gd name="T41" fmla="*/ 34 h 40"/>
              <a:gd name="T42" fmla="*/ 4 w 79"/>
              <a:gd name="T43" fmla="*/ 22 h 40"/>
              <a:gd name="T44" fmla="*/ 6 w 79"/>
              <a:gd name="T45" fmla="*/ 16 h 40"/>
              <a:gd name="T46" fmla="*/ 13 w 79"/>
              <a:gd name="T47" fmla="*/ 6 h 40"/>
              <a:gd name="T48" fmla="*/ 18 w 79"/>
              <a:gd name="T49" fmla="*/ 4 h 40"/>
              <a:gd name="T50" fmla="*/ 38 w 79"/>
              <a:gd name="T51" fmla="*/ 4 h 40"/>
              <a:gd name="T52" fmla="*/ 44 w 79"/>
              <a:gd name="T53" fmla="*/ 6 h 40"/>
              <a:gd name="T54" fmla="*/ 54 w 79"/>
              <a:gd name="T55" fmla="*/ 15 h 40"/>
              <a:gd name="T56" fmla="*/ 62 w 79"/>
              <a:gd name="T57" fmla="*/ 19 h 40"/>
              <a:gd name="T58" fmla="*/ 74 w 79"/>
              <a:gd name="T59" fmla="*/ 21 h 40"/>
              <a:gd name="T60" fmla="*/ 75 w 79"/>
              <a:gd name="T61" fmla="*/ 22 h 40"/>
              <a:gd name="T62" fmla="*/ 75 w 79"/>
              <a:gd name="T63" fmla="*/ 23 h 40"/>
              <a:gd name="T64" fmla="*/ 73 w 79"/>
              <a:gd name="T65" fmla="*/ 34 h 40"/>
              <a:gd name="T66" fmla="*/ 70 w 79"/>
              <a:gd name="T67" fmla="*/ 36 h 40"/>
              <a:gd name="T68" fmla="*/ 68 w 79"/>
              <a:gd name="T69" fmla="*/ 36 h 40"/>
              <a:gd name="T70" fmla="*/ 58 w 79"/>
              <a:gd name="T71" fmla="*/ 28 h 40"/>
              <a:gd name="T72" fmla="*/ 48 w 79"/>
              <a:gd name="T73" fmla="*/ 36 h 40"/>
              <a:gd name="T74" fmla="*/ 36 w 79"/>
              <a:gd name="T75" fmla="*/ 36 h 40"/>
              <a:gd name="T76" fmla="*/ 36 w 79"/>
              <a:gd name="T77" fmla="*/ 40 h 40"/>
              <a:gd name="T78" fmla="*/ 52 w 79"/>
              <a:gd name="T79" fmla="*/ 40 h 40"/>
              <a:gd name="T80" fmla="*/ 52 w 79"/>
              <a:gd name="T81" fmla="*/ 37 h 40"/>
              <a:gd name="T82" fmla="*/ 58 w 79"/>
              <a:gd name="T83" fmla="*/ 32 h 40"/>
              <a:gd name="T84" fmla="*/ 64 w 79"/>
              <a:gd name="T85" fmla="*/ 38 h 40"/>
              <a:gd name="T86" fmla="*/ 64 w 79"/>
              <a:gd name="T87" fmla="*/ 38 h 40"/>
              <a:gd name="T88" fmla="*/ 64 w 79"/>
              <a:gd name="T89" fmla="*/ 40 h 40"/>
              <a:gd name="T90" fmla="*/ 70 w 79"/>
              <a:gd name="T91" fmla="*/ 40 h 40"/>
              <a:gd name="T92" fmla="*/ 77 w 79"/>
              <a:gd name="T93" fmla="*/ 35 h 40"/>
              <a:gd name="T94" fmla="*/ 79 w 79"/>
              <a:gd name="T95" fmla="*/ 24 h 40"/>
              <a:gd name="T96" fmla="*/ 78 w 79"/>
              <a:gd name="T97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9" h="40">
                <a:moveTo>
                  <a:pt x="78" y="20"/>
                </a:moveTo>
                <a:cubicBezTo>
                  <a:pt x="77" y="18"/>
                  <a:pt x="76" y="18"/>
                  <a:pt x="74" y="17"/>
                </a:cubicBezTo>
                <a:cubicBezTo>
                  <a:pt x="62" y="15"/>
                  <a:pt x="62" y="15"/>
                  <a:pt x="62" y="15"/>
                </a:cubicBezTo>
                <a:cubicBezTo>
                  <a:pt x="61" y="15"/>
                  <a:pt x="58" y="13"/>
                  <a:pt x="56" y="12"/>
                </a:cubicBezTo>
                <a:cubicBezTo>
                  <a:pt x="46" y="3"/>
                  <a:pt x="46" y="3"/>
                  <a:pt x="46" y="3"/>
                </a:cubicBezTo>
                <a:cubicBezTo>
                  <a:pt x="44" y="1"/>
                  <a:pt x="41" y="0"/>
                  <a:pt x="38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0"/>
                  <a:pt x="12" y="2"/>
                  <a:pt x="10" y="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6"/>
                  <a:pt x="0" y="19"/>
                  <a:pt x="0" y="2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7"/>
                  <a:pt x="3" y="40"/>
                  <a:pt x="6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37"/>
                  <a:pt x="12" y="37"/>
                  <a:pt x="12" y="37"/>
                </a:cubicBezTo>
                <a:cubicBezTo>
                  <a:pt x="12" y="34"/>
                  <a:pt x="15" y="32"/>
                  <a:pt x="18" y="32"/>
                </a:cubicBezTo>
                <a:cubicBezTo>
                  <a:pt x="21" y="32"/>
                  <a:pt x="24" y="35"/>
                  <a:pt x="24" y="38"/>
                </a:cubicBezTo>
                <a:cubicBezTo>
                  <a:pt x="28" y="38"/>
                  <a:pt x="28" y="38"/>
                  <a:pt x="28" y="38"/>
                </a:cubicBezTo>
                <a:cubicBezTo>
                  <a:pt x="28" y="32"/>
                  <a:pt x="24" y="28"/>
                  <a:pt x="18" y="28"/>
                </a:cubicBezTo>
                <a:cubicBezTo>
                  <a:pt x="13" y="28"/>
                  <a:pt x="9" y="31"/>
                  <a:pt x="8" y="36"/>
                </a:cubicBezTo>
                <a:cubicBezTo>
                  <a:pt x="6" y="36"/>
                  <a:pt x="6" y="36"/>
                  <a:pt x="6" y="36"/>
                </a:cubicBezTo>
                <a:cubicBezTo>
                  <a:pt x="5" y="36"/>
                  <a:pt x="4" y="35"/>
                  <a:pt x="4" y="34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0"/>
                  <a:pt x="5" y="18"/>
                  <a:pt x="6" y="16"/>
                </a:cubicBezTo>
                <a:cubicBezTo>
                  <a:pt x="13" y="6"/>
                  <a:pt x="13" y="6"/>
                  <a:pt x="13" y="6"/>
                </a:cubicBezTo>
                <a:cubicBezTo>
                  <a:pt x="14" y="5"/>
                  <a:pt x="16" y="4"/>
                  <a:pt x="1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40" y="4"/>
                  <a:pt x="42" y="5"/>
                  <a:pt x="44" y="6"/>
                </a:cubicBezTo>
                <a:cubicBezTo>
                  <a:pt x="54" y="15"/>
                  <a:pt x="54" y="15"/>
                  <a:pt x="54" y="15"/>
                </a:cubicBezTo>
                <a:cubicBezTo>
                  <a:pt x="56" y="17"/>
                  <a:pt x="59" y="18"/>
                  <a:pt x="62" y="19"/>
                </a:cubicBezTo>
                <a:cubicBezTo>
                  <a:pt x="74" y="21"/>
                  <a:pt x="74" y="21"/>
                  <a:pt x="74" y="21"/>
                </a:cubicBezTo>
                <a:cubicBezTo>
                  <a:pt x="74" y="21"/>
                  <a:pt x="75" y="22"/>
                  <a:pt x="75" y="22"/>
                </a:cubicBezTo>
                <a:cubicBezTo>
                  <a:pt x="75" y="22"/>
                  <a:pt x="75" y="23"/>
                  <a:pt x="75" y="23"/>
                </a:cubicBezTo>
                <a:cubicBezTo>
                  <a:pt x="73" y="34"/>
                  <a:pt x="73" y="34"/>
                  <a:pt x="73" y="34"/>
                </a:cubicBezTo>
                <a:cubicBezTo>
                  <a:pt x="73" y="35"/>
                  <a:pt x="71" y="36"/>
                  <a:pt x="70" y="36"/>
                </a:cubicBezTo>
                <a:cubicBezTo>
                  <a:pt x="68" y="36"/>
                  <a:pt x="68" y="36"/>
                  <a:pt x="68" y="36"/>
                </a:cubicBezTo>
                <a:cubicBezTo>
                  <a:pt x="67" y="31"/>
                  <a:pt x="63" y="28"/>
                  <a:pt x="58" y="28"/>
                </a:cubicBezTo>
                <a:cubicBezTo>
                  <a:pt x="53" y="28"/>
                  <a:pt x="49" y="31"/>
                  <a:pt x="48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40"/>
                  <a:pt x="36" y="40"/>
                  <a:pt x="36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37"/>
                  <a:pt x="52" y="37"/>
                  <a:pt x="52" y="37"/>
                </a:cubicBezTo>
                <a:cubicBezTo>
                  <a:pt x="53" y="34"/>
                  <a:pt x="55" y="32"/>
                  <a:pt x="58" y="32"/>
                </a:cubicBezTo>
                <a:cubicBezTo>
                  <a:pt x="61" y="32"/>
                  <a:pt x="64" y="35"/>
                  <a:pt x="64" y="38"/>
                </a:cubicBezTo>
                <a:cubicBezTo>
                  <a:pt x="64" y="38"/>
                  <a:pt x="64" y="38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70" y="40"/>
                  <a:pt x="70" y="40"/>
                  <a:pt x="70" y="40"/>
                </a:cubicBezTo>
                <a:cubicBezTo>
                  <a:pt x="73" y="40"/>
                  <a:pt x="76" y="38"/>
                  <a:pt x="77" y="35"/>
                </a:cubicBezTo>
                <a:cubicBezTo>
                  <a:pt x="79" y="24"/>
                  <a:pt x="79" y="24"/>
                  <a:pt x="79" y="24"/>
                </a:cubicBezTo>
                <a:cubicBezTo>
                  <a:pt x="79" y="23"/>
                  <a:pt x="79" y="21"/>
                  <a:pt x="78" y="20"/>
                </a:cubicBez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5" name="Freeform 422">
            <a:extLst>
              <a:ext uri="{FF2B5EF4-FFF2-40B4-BE49-F238E27FC236}">
                <a16:creationId xmlns:a16="http://schemas.microsoft.com/office/drawing/2014/main" id="{2D546671-7900-DB31-BB7F-59DEF96D7612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0021" y="6554172"/>
            <a:ext cx="338260" cy="340402"/>
          </a:xfrm>
          <a:custGeom>
            <a:avLst/>
            <a:gdLst>
              <a:gd name="T0" fmla="*/ 54 w 64"/>
              <a:gd name="T1" fmla="*/ 64 h 64"/>
              <a:gd name="T2" fmla="*/ 44 w 64"/>
              <a:gd name="T3" fmla="*/ 59 h 64"/>
              <a:gd name="T4" fmla="*/ 44 w 64"/>
              <a:gd name="T5" fmla="*/ 58 h 64"/>
              <a:gd name="T6" fmla="*/ 44 w 64"/>
              <a:gd name="T7" fmla="*/ 42 h 64"/>
              <a:gd name="T8" fmla="*/ 44 w 64"/>
              <a:gd name="T9" fmla="*/ 41 h 64"/>
              <a:gd name="T10" fmla="*/ 54 w 64"/>
              <a:gd name="T11" fmla="*/ 36 h 64"/>
              <a:gd name="T12" fmla="*/ 60 w 64"/>
              <a:gd name="T13" fmla="*/ 38 h 64"/>
              <a:gd name="T14" fmla="*/ 60 w 64"/>
              <a:gd name="T15" fmla="*/ 22 h 64"/>
              <a:gd name="T16" fmla="*/ 32 w 64"/>
              <a:gd name="T17" fmla="*/ 4 h 64"/>
              <a:gd name="T18" fmla="*/ 32 w 64"/>
              <a:gd name="T19" fmla="*/ 4 h 64"/>
              <a:gd name="T20" fmla="*/ 4 w 64"/>
              <a:gd name="T21" fmla="*/ 22 h 64"/>
              <a:gd name="T22" fmla="*/ 4 w 64"/>
              <a:gd name="T23" fmla="*/ 38 h 64"/>
              <a:gd name="T24" fmla="*/ 10 w 64"/>
              <a:gd name="T25" fmla="*/ 36 h 64"/>
              <a:gd name="T26" fmla="*/ 20 w 64"/>
              <a:gd name="T27" fmla="*/ 41 h 64"/>
              <a:gd name="T28" fmla="*/ 20 w 64"/>
              <a:gd name="T29" fmla="*/ 42 h 64"/>
              <a:gd name="T30" fmla="*/ 20 w 64"/>
              <a:gd name="T31" fmla="*/ 58 h 64"/>
              <a:gd name="T32" fmla="*/ 20 w 64"/>
              <a:gd name="T33" fmla="*/ 59 h 64"/>
              <a:gd name="T34" fmla="*/ 10 w 64"/>
              <a:gd name="T35" fmla="*/ 64 h 64"/>
              <a:gd name="T36" fmla="*/ 0 w 64"/>
              <a:gd name="T37" fmla="*/ 59 h 64"/>
              <a:gd name="T38" fmla="*/ 0 w 64"/>
              <a:gd name="T39" fmla="*/ 58 h 64"/>
              <a:gd name="T40" fmla="*/ 0 w 64"/>
              <a:gd name="T41" fmla="*/ 42 h 64"/>
              <a:gd name="T42" fmla="*/ 0 w 64"/>
              <a:gd name="T43" fmla="*/ 42 h 64"/>
              <a:gd name="T44" fmla="*/ 0 w 64"/>
              <a:gd name="T45" fmla="*/ 22 h 64"/>
              <a:gd name="T46" fmla="*/ 32 w 64"/>
              <a:gd name="T47" fmla="*/ 0 h 64"/>
              <a:gd name="T48" fmla="*/ 32 w 64"/>
              <a:gd name="T49" fmla="*/ 0 h 64"/>
              <a:gd name="T50" fmla="*/ 64 w 64"/>
              <a:gd name="T51" fmla="*/ 22 h 64"/>
              <a:gd name="T52" fmla="*/ 64 w 64"/>
              <a:gd name="T53" fmla="*/ 42 h 64"/>
              <a:gd name="T54" fmla="*/ 64 w 64"/>
              <a:gd name="T55" fmla="*/ 42 h 64"/>
              <a:gd name="T56" fmla="*/ 64 w 64"/>
              <a:gd name="T57" fmla="*/ 58 h 64"/>
              <a:gd name="T58" fmla="*/ 64 w 64"/>
              <a:gd name="T59" fmla="*/ 59 h 64"/>
              <a:gd name="T60" fmla="*/ 54 w 64"/>
              <a:gd name="T61" fmla="*/ 64 h 64"/>
              <a:gd name="T62" fmla="*/ 48 w 64"/>
              <a:gd name="T63" fmla="*/ 57 h 64"/>
              <a:gd name="T64" fmla="*/ 54 w 64"/>
              <a:gd name="T65" fmla="*/ 60 h 64"/>
              <a:gd name="T66" fmla="*/ 60 w 64"/>
              <a:gd name="T67" fmla="*/ 57 h 64"/>
              <a:gd name="T68" fmla="*/ 60 w 64"/>
              <a:gd name="T69" fmla="*/ 43 h 64"/>
              <a:gd name="T70" fmla="*/ 54 w 64"/>
              <a:gd name="T71" fmla="*/ 40 h 64"/>
              <a:gd name="T72" fmla="*/ 48 w 64"/>
              <a:gd name="T73" fmla="*/ 43 h 64"/>
              <a:gd name="T74" fmla="*/ 48 w 64"/>
              <a:gd name="T75" fmla="*/ 57 h 64"/>
              <a:gd name="T76" fmla="*/ 4 w 64"/>
              <a:gd name="T77" fmla="*/ 57 h 64"/>
              <a:gd name="T78" fmla="*/ 10 w 64"/>
              <a:gd name="T79" fmla="*/ 60 h 64"/>
              <a:gd name="T80" fmla="*/ 16 w 64"/>
              <a:gd name="T81" fmla="*/ 57 h 64"/>
              <a:gd name="T82" fmla="*/ 16 w 64"/>
              <a:gd name="T83" fmla="*/ 43 h 64"/>
              <a:gd name="T84" fmla="*/ 10 w 64"/>
              <a:gd name="T85" fmla="*/ 40 h 64"/>
              <a:gd name="T86" fmla="*/ 4 w 64"/>
              <a:gd name="T87" fmla="*/ 43 h 64"/>
              <a:gd name="T88" fmla="*/ 4 w 64"/>
              <a:gd name="T89" fmla="*/ 57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4" h="64">
                <a:moveTo>
                  <a:pt x="54" y="64"/>
                </a:moveTo>
                <a:cubicBezTo>
                  <a:pt x="53" y="64"/>
                  <a:pt x="48" y="64"/>
                  <a:pt x="44" y="59"/>
                </a:cubicBezTo>
                <a:cubicBezTo>
                  <a:pt x="44" y="59"/>
                  <a:pt x="44" y="58"/>
                  <a:pt x="44" y="58"/>
                </a:cubicBezTo>
                <a:cubicBezTo>
                  <a:pt x="44" y="42"/>
                  <a:pt x="44" y="42"/>
                  <a:pt x="44" y="42"/>
                </a:cubicBezTo>
                <a:cubicBezTo>
                  <a:pt x="44" y="42"/>
                  <a:pt x="44" y="41"/>
                  <a:pt x="44" y="41"/>
                </a:cubicBezTo>
                <a:cubicBezTo>
                  <a:pt x="45" y="40"/>
                  <a:pt x="48" y="36"/>
                  <a:pt x="54" y="36"/>
                </a:cubicBezTo>
                <a:cubicBezTo>
                  <a:pt x="55" y="36"/>
                  <a:pt x="57" y="36"/>
                  <a:pt x="60" y="38"/>
                </a:cubicBezTo>
                <a:cubicBezTo>
                  <a:pt x="60" y="22"/>
                  <a:pt x="60" y="22"/>
                  <a:pt x="60" y="22"/>
                </a:cubicBezTo>
                <a:cubicBezTo>
                  <a:pt x="60" y="20"/>
                  <a:pt x="55" y="4"/>
                  <a:pt x="32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8" y="4"/>
                  <a:pt x="4" y="22"/>
                  <a:pt x="4" y="22"/>
                </a:cubicBezTo>
                <a:cubicBezTo>
                  <a:pt x="4" y="38"/>
                  <a:pt x="4" y="38"/>
                  <a:pt x="4" y="38"/>
                </a:cubicBezTo>
                <a:cubicBezTo>
                  <a:pt x="6" y="37"/>
                  <a:pt x="8" y="36"/>
                  <a:pt x="10" y="36"/>
                </a:cubicBezTo>
                <a:cubicBezTo>
                  <a:pt x="11" y="36"/>
                  <a:pt x="16" y="36"/>
                  <a:pt x="20" y="41"/>
                </a:cubicBezTo>
                <a:cubicBezTo>
                  <a:pt x="20" y="41"/>
                  <a:pt x="20" y="42"/>
                  <a:pt x="20" y="42"/>
                </a:cubicBezTo>
                <a:cubicBezTo>
                  <a:pt x="20" y="58"/>
                  <a:pt x="20" y="58"/>
                  <a:pt x="20" y="58"/>
                </a:cubicBezTo>
                <a:cubicBezTo>
                  <a:pt x="20" y="58"/>
                  <a:pt x="20" y="59"/>
                  <a:pt x="20" y="59"/>
                </a:cubicBezTo>
                <a:cubicBezTo>
                  <a:pt x="19" y="60"/>
                  <a:pt x="16" y="64"/>
                  <a:pt x="10" y="64"/>
                </a:cubicBezTo>
                <a:cubicBezTo>
                  <a:pt x="9" y="64"/>
                  <a:pt x="4" y="64"/>
                  <a:pt x="0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5" y="0"/>
                  <a:pt x="32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59" y="0"/>
                  <a:pt x="64" y="21"/>
                  <a:pt x="64" y="2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58"/>
                  <a:pt x="64" y="58"/>
                  <a:pt x="64" y="58"/>
                </a:cubicBezTo>
                <a:cubicBezTo>
                  <a:pt x="64" y="58"/>
                  <a:pt x="64" y="59"/>
                  <a:pt x="64" y="59"/>
                </a:cubicBezTo>
                <a:cubicBezTo>
                  <a:pt x="63" y="60"/>
                  <a:pt x="60" y="64"/>
                  <a:pt x="54" y="64"/>
                </a:cubicBezTo>
                <a:close/>
                <a:moveTo>
                  <a:pt x="48" y="57"/>
                </a:moveTo>
                <a:cubicBezTo>
                  <a:pt x="50" y="60"/>
                  <a:pt x="54" y="60"/>
                  <a:pt x="54" y="60"/>
                </a:cubicBezTo>
                <a:cubicBezTo>
                  <a:pt x="57" y="60"/>
                  <a:pt x="59" y="58"/>
                  <a:pt x="60" y="57"/>
                </a:cubicBezTo>
                <a:cubicBezTo>
                  <a:pt x="60" y="43"/>
                  <a:pt x="60" y="43"/>
                  <a:pt x="60" y="43"/>
                </a:cubicBezTo>
                <a:cubicBezTo>
                  <a:pt x="58" y="40"/>
                  <a:pt x="54" y="40"/>
                  <a:pt x="54" y="40"/>
                </a:cubicBezTo>
                <a:cubicBezTo>
                  <a:pt x="51" y="40"/>
                  <a:pt x="49" y="42"/>
                  <a:pt x="48" y="43"/>
                </a:cubicBezTo>
                <a:lnTo>
                  <a:pt x="48" y="57"/>
                </a:lnTo>
                <a:close/>
                <a:moveTo>
                  <a:pt x="4" y="57"/>
                </a:moveTo>
                <a:cubicBezTo>
                  <a:pt x="6" y="60"/>
                  <a:pt x="10" y="60"/>
                  <a:pt x="10" y="60"/>
                </a:cubicBezTo>
                <a:cubicBezTo>
                  <a:pt x="13" y="60"/>
                  <a:pt x="15" y="58"/>
                  <a:pt x="16" y="57"/>
                </a:cubicBezTo>
                <a:cubicBezTo>
                  <a:pt x="16" y="43"/>
                  <a:pt x="16" y="43"/>
                  <a:pt x="16" y="43"/>
                </a:cubicBezTo>
                <a:cubicBezTo>
                  <a:pt x="14" y="40"/>
                  <a:pt x="10" y="40"/>
                  <a:pt x="10" y="40"/>
                </a:cubicBezTo>
                <a:cubicBezTo>
                  <a:pt x="7" y="40"/>
                  <a:pt x="5" y="42"/>
                  <a:pt x="4" y="43"/>
                </a:cubicBezTo>
                <a:lnTo>
                  <a:pt x="4" y="57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1E002502-4D5D-AD4A-2147-34103326D7B2}"/>
              </a:ext>
            </a:extLst>
          </p:cNvPr>
          <p:cNvGrpSpPr>
            <a:grpSpLocks noChangeAspect="1"/>
          </p:cNvGrpSpPr>
          <p:nvPr/>
        </p:nvGrpSpPr>
        <p:grpSpPr>
          <a:xfrm>
            <a:off x="823833" y="5101121"/>
            <a:ext cx="348546" cy="370604"/>
            <a:chOff x="11466513" y="1004888"/>
            <a:chExt cx="250825" cy="266699"/>
          </a:xfrm>
          <a:solidFill>
            <a:srgbClr val="00806E"/>
          </a:solidFill>
        </p:grpSpPr>
        <p:sp>
          <p:nvSpPr>
            <p:cNvPr id="48" name="Freeform 109">
              <a:extLst>
                <a:ext uri="{FF2B5EF4-FFF2-40B4-BE49-F238E27FC236}">
                  <a16:creationId xmlns:a16="http://schemas.microsoft.com/office/drawing/2014/main" id="{2028FBF0-60CB-3B19-F5F4-CC3472A7C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6513" y="1004888"/>
              <a:ext cx="250825" cy="266699"/>
            </a:xfrm>
            <a:custGeom>
              <a:avLst/>
              <a:gdLst>
                <a:gd name="T0" fmla="*/ 62 w 64"/>
                <a:gd name="T1" fmla="*/ 4 h 68"/>
                <a:gd name="T2" fmla="*/ 44 w 64"/>
                <a:gd name="T3" fmla="*/ 4 h 68"/>
                <a:gd name="T4" fmla="*/ 44 w 64"/>
                <a:gd name="T5" fmla="*/ 0 h 68"/>
                <a:gd name="T6" fmla="*/ 40 w 64"/>
                <a:gd name="T7" fmla="*/ 0 h 68"/>
                <a:gd name="T8" fmla="*/ 40 w 64"/>
                <a:gd name="T9" fmla="*/ 16 h 68"/>
                <a:gd name="T10" fmla="*/ 44 w 64"/>
                <a:gd name="T11" fmla="*/ 16 h 68"/>
                <a:gd name="T12" fmla="*/ 44 w 64"/>
                <a:gd name="T13" fmla="*/ 8 h 68"/>
                <a:gd name="T14" fmla="*/ 60 w 64"/>
                <a:gd name="T15" fmla="*/ 8 h 68"/>
                <a:gd name="T16" fmla="*/ 60 w 64"/>
                <a:gd name="T17" fmla="*/ 64 h 68"/>
                <a:gd name="T18" fmla="*/ 4 w 64"/>
                <a:gd name="T19" fmla="*/ 64 h 68"/>
                <a:gd name="T20" fmla="*/ 4 w 64"/>
                <a:gd name="T21" fmla="*/ 8 h 68"/>
                <a:gd name="T22" fmla="*/ 12 w 64"/>
                <a:gd name="T23" fmla="*/ 8 h 68"/>
                <a:gd name="T24" fmla="*/ 12 w 64"/>
                <a:gd name="T25" fmla="*/ 4 h 68"/>
                <a:gd name="T26" fmla="*/ 2 w 64"/>
                <a:gd name="T27" fmla="*/ 4 h 68"/>
                <a:gd name="T28" fmla="*/ 0 w 64"/>
                <a:gd name="T29" fmla="*/ 6 h 68"/>
                <a:gd name="T30" fmla="*/ 0 w 64"/>
                <a:gd name="T31" fmla="*/ 66 h 68"/>
                <a:gd name="T32" fmla="*/ 2 w 64"/>
                <a:gd name="T33" fmla="*/ 68 h 68"/>
                <a:gd name="T34" fmla="*/ 62 w 64"/>
                <a:gd name="T35" fmla="*/ 68 h 68"/>
                <a:gd name="T36" fmla="*/ 64 w 64"/>
                <a:gd name="T37" fmla="*/ 66 h 68"/>
                <a:gd name="T38" fmla="*/ 64 w 64"/>
                <a:gd name="T39" fmla="*/ 6 h 68"/>
                <a:gd name="T40" fmla="*/ 62 w 64"/>
                <a:gd name="T41" fmla="*/ 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8">
                  <a:moveTo>
                    <a:pt x="62" y="4"/>
                  </a:moveTo>
                  <a:cubicBezTo>
                    <a:pt x="44" y="4"/>
                    <a:pt x="44" y="4"/>
                    <a:pt x="4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7"/>
                    <a:pt x="1" y="68"/>
                    <a:pt x="2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3" y="68"/>
                    <a:pt x="64" y="67"/>
                    <a:pt x="64" y="6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5"/>
                    <a:pt x="63" y="4"/>
                    <a:pt x="6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49" name="Freeform 110">
              <a:extLst>
                <a:ext uri="{FF2B5EF4-FFF2-40B4-BE49-F238E27FC236}">
                  <a16:creationId xmlns:a16="http://schemas.microsoft.com/office/drawing/2014/main" id="{9023BD43-6E58-EA44-92BC-0EAC4B2222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300" y="1004888"/>
              <a:ext cx="47625" cy="61912"/>
            </a:xfrm>
            <a:custGeom>
              <a:avLst/>
              <a:gdLst>
                <a:gd name="T0" fmla="*/ 30 w 30"/>
                <a:gd name="T1" fmla="*/ 9 h 39"/>
                <a:gd name="T2" fmla="*/ 10 w 30"/>
                <a:gd name="T3" fmla="*/ 9 h 39"/>
                <a:gd name="T4" fmla="*/ 10 w 30"/>
                <a:gd name="T5" fmla="*/ 0 h 39"/>
                <a:gd name="T6" fmla="*/ 0 w 30"/>
                <a:gd name="T7" fmla="*/ 0 h 39"/>
                <a:gd name="T8" fmla="*/ 0 w 30"/>
                <a:gd name="T9" fmla="*/ 39 h 39"/>
                <a:gd name="T10" fmla="*/ 10 w 30"/>
                <a:gd name="T11" fmla="*/ 39 h 39"/>
                <a:gd name="T12" fmla="*/ 10 w 30"/>
                <a:gd name="T13" fmla="*/ 19 h 39"/>
                <a:gd name="T14" fmla="*/ 30 w 30"/>
                <a:gd name="T15" fmla="*/ 19 h 39"/>
                <a:gd name="T16" fmla="*/ 30 w 30"/>
                <a:gd name="T17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9">
                  <a:moveTo>
                    <a:pt x="30" y="9"/>
                  </a:move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9"/>
                  </a:lnTo>
                  <a:lnTo>
                    <a:pt x="10" y="39"/>
                  </a:lnTo>
                  <a:lnTo>
                    <a:pt x="10" y="19"/>
                  </a:lnTo>
                  <a:lnTo>
                    <a:pt x="30" y="19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0" name="Freeform 111">
              <a:extLst>
                <a:ext uri="{FF2B5EF4-FFF2-40B4-BE49-F238E27FC236}">
                  <a16:creationId xmlns:a16="http://schemas.microsoft.com/office/drawing/2014/main" id="{65EDF518-A7C7-11F5-D7E1-0EDF6D13227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4613" y="1093788"/>
              <a:ext cx="76200" cy="130175"/>
            </a:xfrm>
            <a:custGeom>
              <a:avLst/>
              <a:gdLst>
                <a:gd name="T0" fmla="*/ 7 w 19"/>
                <a:gd name="T1" fmla="*/ 30 h 33"/>
                <a:gd name="T2" fmla="*/ 0 w 19"/>
                <a:gd name="T3" fmla="*/ 29 h 33"/>
                <a:gd name="T4" fmla="*/ 0 w 19"/>
                <a:gd name="T5" fmla="*/ 33 h 33"/>
                <a:gd name="T6" fmla="*/ 3 w 19"/>
                <a:gd name="T7" fmla="*/ 33 h 33"/>
                <a:gd name="T8" fmla="*/ 7 w 19"/>
                <a:gd name="T9" fmla="*/ 33 h 33"/>
                <a:gd name="T10" fmla="*/ 12 w 19"/>
                <a:gd name="T11" fmla="*/ 33 h 33"/>
                <a:gd name="T12" fmla="*/ 16 w 19"/>
                <a:gd name="T13" fmla="*/ 31 h 33"/>
                <a:gd name="T14" fmla="*/ 18 w 19"/>
                <a:gd name="T15" fmla="*/ 27 h 33"/>
                <a:gd name="T16" fmla="*/ 19 w 19"/>
                <a:gd name="T17" fmla="*/ 23 h 33"/>
                <a:gd name="T18" fmla="*/ 19 w 19"/>
                <a:gd name="T19" fmla="*/ 20 h 33"/>
                <a:gd name="T20" fmla="*/ 17 w 19"/>
                <a:gd name="T21" fmla="*/ 18 h 33"/>
                <a:gd name="T22" fmla="*/ 15 w 19"/>
                <a:gd name="T23" fmla="*/ 16 h 33"/>
                <a:gd name="T24" fmla="*/ 12 w 19"/>
                <a:gd name="T25" fmla="*/ 15 h 33"/>
                <a:gd name="T26" fmla="*/ 12 w 19"/>
                <a:gd name="T27" fmla="*/ 15 h 33"/>
                <a:gd name="T28" fmla="*/ 17 w 19"/>
                <a:gd name="T29" fmla="*/ 13 h 33"/>
                <a:gd name="T30" fmla="*/ 18 w 19"/>
                <a:gd name="T31" fmla="*/ 8 h 33"/>
                <a:gd name="T32" fmla="*/ 16 w 19"/>
                <a:gd name="T33" fmla="*/ 2 h 33"/>
                <a:gd name="T34" fmla="*/ 9 w 19"/>
                <a:gd name="T35" fmla="*/ 0 h 33"/>
                <a:gd name="T36" fmla="*/ 5 w 19"/>
                <a:gd name="T37" fmla="*/ 1 h 33"/>
                <a:gd name="T38" fmla="*/ 1 w 19"/>
                <a:gd name="T39" fmla="*/ 2 h 33"/>
                <a:gd name="T40" fmla="*/ 1 w 19"/>
                <a:gd name="T41" fmla="*/ 6 h 33"/>
                <a:gd name="T42" fmla="*/ 4 w 19"/>
                <a:gd name="T43" fmla="*/ 4 h 33"/>
                <a:gd name="T44" fmla="*/ 8 w 19"/>
                <a:gd name="T45" fmla="*/ 4 h 33"/>
                <a:gd name="T46" fmla="*/ 12 w 19"/>
                <a:gd name="T47" fmla="*/ 5 h 33"/>
                <a:gd name="T48" fmla="*/ 14 w 19"/>
                <a:gd name="T49" fmla="*/ 8 h 33"/>
                <a:gd name="T50" fmla="*/ 11 w 19"/>
                <a:gd name="T51" fmla="*/ 13 h 33"/>
                <a:gd name="T52" fmla="*/ 3 w 19"/>
                <a:gd name="T53" fmla="*/ 14 h 33"/>
                <a:gd name="T54" fmla="*/ 2 w 19"/>
                <a:gd name="T55" fmla="*/ 14 h 33"/>
                <a:gd name="T56" fmla="*/ 2 w 19"/>
                <a:gd name="T57" fmla="*/ 18 h 33"/>
                <a:gd name="T58" fmla="*/ 4 w 19"/>
                <a:gd name="T59" fmla="*/ 18 h 33"/>
                <a:gd name="T60" fmla="*/ 7 w 19"/>
                <a:gd name="T61" fmla="*/ 18 h 33"/>
                <a:gd name="T62" fmla="*/ 12 w 19"/>
                <a:gd name="T63" fmla="*/ 19 h 33"/>
                <a:gd name="T64" fmla="*/ 14 w 19"/>
                <a:gd name="T65" fmla="*/ 24 h 33"/>
                <a:gd name="T66" fmla="*/ 13 w 19"/>
                <a:gd name="T67" fmla="*/ 28 h 33"/>
                <a:gd name="T68" fmla="*/ 7 w 19"/>
                <a:gd name="T69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" h="33">
                  <a:moveTo>
                    <a:pt x="7" y="30"/>
                  </a:moveTo>
                  <a:cubicBezTo>
                    <a:pt x="5" y="30"/>
                    <a:pt x="3" y="29"/>
                    <a:pt x="0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3"/>
                    <a:pt x="2" y="33"/>
                    <a:pt x="3" y="33"/>
                  </a:cubicBezTo>
                  <a:cubicBezTo>
                    <a:pt x="4" y="33"/>
                    <a:pt x="5" y="33"/>
                    <a:pt x="7" y="33"/>
                  </a:cubicBezTo>
                  <a:cubicBezTo>
                    <a:pt x="9" y="33"/>
                    <a:pt x="10" y="33"/>
                    <a:pt x="12" y="33"/>
                  </a:cubicBezTo>
                  <a:cubicBezTo>
                    <a:pt x="13" y="32"/>
                    <a:pt x="15" y="31"/>
                    <a:pt x="16" y="31"/>
                  </a:cubicBezTo>
                  <a:cubicBezTo>
                    <a:pt x="17" y="30"/>
                    <a:pt x="18" y="29"/>
                    <a:pt x="18" y="27"/>
                  </a:cubicBezTo>
                  <a:cubicBezTo>
                    <a:pt x="19" y="26"/>
                    <a:pt x="19" y="25"/>
                    <a:pt x="19" y="23"/>
                  </a:cubicBezTo>
                  <a:cubicBezTo>
                    <a:pt x="19" y="22"/>
                    <a:pt x="19" y="21"/>
                    <a:pt x="19" y="20"/>
                  </a:cubicBezTo>
                  <a:cubicBezTo>
                    <a:pt x="18" y="19"/>
                    <a:pt x="18" y="19"/>
                    <a:pt x="17" y="18"/>
                  </a:cubicBezTo>
                  <a:cubicBezTo>
                    <a:pt x="17" y="17"/>
                    <a:pt x="16" y="17"/>
                    <a:pt x="15" y="16"/>
                  </a:cubicBezTo>
                  <a:cubicBezTo>
                    <a:pt x="14" y="16"/>
                    <a:pt x="13" y="16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4" y="15"/>
                    <a:pt x="16" y="14"/>
                    <a:pt x="17" y="13"/>
                  </a:cubicBezTo>
                  <a:cubicBezTo>
                    <a:pt x="18" y="11"/>
                    <a:pt x="18" y="10"/>
                    <a:pt x="18" y="8"/>
                  </a:cubicBezTo>
                  <a:cubicBezTo>
                    <a:pt x="18" y="5"/>
                    <a:pt x="18" y="4"/>
                    <a:pt x="16" y="2"/>
                  </a:cubicBezTo>
                  <a:cubicBezTo>
                    <a:pt x="14" y="1"/>
                    <a:pt x="12" y="0"/>
                    <a:pt x="9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5"/>
                    <a:pt x="4" y="4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4"/>
                    <a:pt x="12" y="5"/>
                  </a:cubicBezTo>
                  <a:cubicBezTo>
                    <a:pt x="13" y="6"/>
                    <a:pt x="14" y="7"/>
                    <a:pt x="14" y="8"/>
                  </a:cubicBezTo>
                  <a:cubicBezTo>
                    <a:pt x="14" y="10"/>
                    <a:pt x="13" y="12"/>
                    <a:pt x="11" y="13"/>
                  </a:cubicBezTo>
                  <a:cubicBezTo>
                    <a:pt x="9" y="14"/>
                    <a:pt x="7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8"/>
                    <a:pt x="3" y="18"/>
                    <a:pt x="4" y="18"/>
                  </a:cubicBezTo>
                  <a:cubicBezTo>
                    <a:pt x="5" y="18"/>
                    <a:pt x="6" y="18"/>
                    <a:pt x="7" y="18"/>
                  </a:cubicBezTo>
                  <a:cubicBezTo>
                    <a:pt x="9" y="18"/>
                    <a:pt x="11" y="18"/>
                    <a:pt x="12" y="19"/>
                  </a:cubicBezTo>
                  <a:cubicBezTo>
                    <a:pt x="14" y="20"/>
                    <a:pt x="14" y="22"/>
                    <a:pt x="14" y="24"/>
                  </a:cubicBezTo>
                  <a:cubicBezTo>
                    <a:pt x="14" y="26"/>
                    <a:pt x="14" y="27"/>
                    <a:pt x="13" y="28"/>
                  </a:cubicBezTo>
                  <a:cubicBezTo>
                    <a:pt x="11" y="29"/>
                    <a:pt x="9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1" name="Freeform 112">
              <a:extLst>
                <a:ext uri="{FF2B5EF4-FFF2-40B4-BE49-F238E27FC236}">
                  <a16:creationId xmlns:a16="http://schemas.microsoft.com/office/drawing/2014/main" id="{67BC2A27-376A-AB22-AF72-8870B76959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9863" y="1098550"/>
              <a:ext cx="82550" cy="125412"/>
            </a:xfrm>
            <a:custGeom>
              <a:avLst/>
              <a:gdLst>
                <a:gd name="T0" fmla="*/ 25 w 52"/>
                <a:gd name="T1" fmla="*/ 0 h 79"/>
                <a:gd name="T2" fmla="*/ 2 w 52"/>
                <a:gd name="T3" fmla="*/ 7 h 79"/>
                <a:gd name="T4" fmla="*/ 2 w 52"/>
                <a:gd name="T5" fmla="*/ 17 h 79"/>
                <a:gd name="T6" fmla="*/ 22 w 52"/>
                <a:gd name="T7" fmla="*/ 10 h 79"/>
                <a:gd name="T8" fmla="*/ 22 w 52"/>
                <a:gd name="T9" fmla="*/ 69 h 79"/>
                <a:gd name="T10" fmla="*/ 0 w 52"/>
                <a:gd name="T11" fmla="*/ 69 h 79"/>
                <a:gd name="T12" fmla="*/ 0 w 52"/>
                <a:gd name="T13" fmla="*/ 79 h 79"/>
                <a:gd name="T14" fmla="*/ 52 w 52"/>
                <a:gd name="T15" fmla="*/ 79 h 79"/>
                <a:gd name="T16" fmla="*/ 52 w 52"/>
                <a:gd name="T17" fmla="*/ 69 h 79"/>
                <a:gd name="T18" fmla="*/ 32 w 52"/>
                <a:gd name="T19" fmla="*/ 69 h 79"/>
                <a:gd name="T20" fmla="*/ 32 w 52"/>
                <a:gd name="T21" fmla="*/ 0 h 79"/>
                <a:gd name="T22" fmla="*/ 25 w 52"/>
                <a:gd name="T2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79">
                  <a:moveTo>
                    <a:pt x="25" y="0"/>
                  </a:moveTo>
                  <a:lnTo>
                    <a:pt x="2" y="7"/>
                  </a:lnTo>
                  <a:lnTo>
                    <a:pt x="2" y="17"/>
                  </a:lnTo>
                  <a:lnTo>
                    <a:pt x="22" y="10"/>
                  </a:lnTo>
                  <a:lnTo>
                    <a:pt x="22" y="69"/>
                  </a:lnTo>
                  <a:lnTo>
                    <a:pt x="0" y="69"/>
                  </a:lnTo>
                  <a:lnTo>
                    <a:pt x="0" y="79"/>
                  </a:lnTo>
                  <a:lnTo>
                    <a:pt x="52" y="79"/>
                  </a:lnTo>
                  <a:lnTo>
                    <a:pt x="52" y="69"/>
                  </a:lnTo>
                  <a:lnTo>
                    <a:pt x="32" y="69"/>
                  </a:lnTo>
                  <a:lnTo>
                    <a:pt x="32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</p:grpSp>
      <p:sp>
        <p:nvSpPr>
          <p:cNvPr id="53" name="Textfeld 52">
            <a:extLst>
              <a:ext uri="{FF2B5EF4-FFF2-40B4-BE49-F238E27FC236}">
                <a16:creationId xmlns:a16="http://schemas.microsoft.com/office/drawing/2014/main" id="{70FF2300-072E-00DE-6F53-800E0D0784B9}"/>
              </a:ext>
            </a:extLst>
          </p:cNvPr>
          <p:cNvSpPr txBox="1"/>
          <p:nvPr/>
        </p:nvSpPr>
        <p:spPr>
          <a:xfrm>
            <a:off x="7729421" y="5046343"/>
            <a:ext cx="928627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Lieblingsessen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Nudelauflauf</a:t>
            </a: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Lieblingsfilm/-serie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</a:t>
            </a:r>
            <a:r>
              <a:rPr lang="de-DE" sz="2400" err="1">
                <a:latin typeface="The Group TEXT" panose="00000500000000000000" pitchFamily="2" charset="0"/>
                <a:cs typeface="Dubai Medium" panose="020B0603030403030204" pitchFamily="34" charset="-78"/>
              </a:rPr>
              <a:t>Foundation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Hobbies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 Fußball, Radfahren</a:t>
            </a: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 panose="00000500000000000000" pitchFamily="2" charset="0"/>
                <a:cs typeface="Dubai Medium" panose="020B0603030403030204" pitchFamily="34" charset="-78"/>
              </a:rPr>
              <a:t>Lieblingssport</a:t>
            </a:r>
            <a: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  <a:t>: Fußball</a:t>
            </a:r>
          </a:p>
        </p:txBody>
      </p:sp>
      <p:grpSp>
        <p:nvGrpSpPr>
          <p:cNvPr id="54" name="Google Shape;9271;p60">
            <a:extLst>
              <a:ext uri="{FF2B5EF4-FFF2-40B4-BE49-F238E27FC236}">
                <a16:creationId xmlns:a16="http://schemas.microsoft.com/office/drawing/2014/main" id="{645F4360-9A42-693D-A301-4199D21356B2}"/>
              </a:ext>
            </a:extLst>
          </p:cNvPr>
          <p:cNvGrpSpPr/>
          <p:nvPr/>
        </p:nvGrpSpPr>
        <p:grpSpPr>
          <a:xfrm>
            <a:off x="7241658" y="5057580"/>
            <a:ext cx="410335" cy="355243"/>
            <a:chOff x="3564243" y="2289904"/>
            <a:chExt cx="422342" cy="355243"/>
          </a:xfrm>
          <a:solidFill>
            <a:srgbClr val="00806E"/>
          </a:solidFill>
        </p:grpSpPr>
        <p:sp>
          <p:nvSpPr>
            <p:cNvPr id="1047" name="Google Shape;9272;p60">
              <a:extLst>
                <a:ext uri="{FF2B5EF4-FFF2-40B4-BE49-F238E27FC236}">
                  <a16:creationId xmlns:a16="http://schemas.microsoft.com/office/drawing/2014/main" id="{1DC611FF-8B7E-D530-B08D-89E9E5A1719F}"/>
                </a:ext>
              </a:extLst>
            </p:cNvPr>
            <p:cNvSpPr/>
            <p:nvPr/>
          </p:nvSpPr>
          <p:spPr>
            <a:xfrm>
              <a:off x="3564243" y="2291587"/>
              <a:ext cx="66177" cy="351655"/>
            </a:xfrm>
            <a:custGeom>
              <a:avLst/>
              <a:gdLst/>
              <a:ahLst/>
              <a:cxnLst/>
              <a:rect l="l" t="t" r="r" b="b"/>
              <a:pathLst>
                <a:path w="2084" h="11074" extrusionOk="0">
                  <a:moveTo>
                    <a:pt x="1703" y="1918"/>
                  </a:moveTo>
                  <a:lnTo>
                    <a:pt x="1703" y="2727"/>
                  </a:lnTo>
                  <a:cubicBezTo>
                    <a:pt x="1703" y="2823"/>
                    <a:pt x="1667" y="2930"/>
                    <a:pt x="1608" y="2966"/>
                  </a:cubicBezTo>
                  <a:cubicBezTo>
                    <a:pt x="1453" y="3085"/>
                    <a:pt x="1298" y="3287"/>
                    <a:pt x="1239" y="3501"/>
                  </a:cubicBezTo>
                  <a:lnTo>
                    <a:pt x="834" y="3501"/>
                  </a:lnTo>
                  <a:cubicBezTo>
                    <a:pt x="798" y="3299"/>
                    <a:pt x="667" y="3085"/>
                    <a:pt x="524" y="2989"/>
                  </a:cubicBezTo>
                  <a:cubicBezTo>
                    <a:pt x="453" y="2942"/>
                    <a:pt x="393" y="2823"/>
                    <a:pt x="393" y="2727"/>
                  </a:cubicBezTo>
                  <a:lnTo>
                    <a:pt x="393" y="1918"/>
                  </a:lnTo>
                  <a:close/>
                  <a:moveTo>
                    <a:pt x="1227" y="3882"/>
                  </a:moveTo>
                  <a:lnTo>
                    <a:pt x="1227" y="5144"/>
                  </a:lnTo>
                  <a:cubicBezTo>
                    <a:pt x="1227" y="6359"/>
                    <a:pt x="1239" y="7549"/>
                    <a:pt x="1369" y="8752"/>
                  </a:cubicBezTo>
                  <a:cubicBezTo>
                    <a:pt x="1453" y="9478"/>
                    <a:pt x="1489" y="10085"/>
                    <a:pt x="1489" y="10205"/>
                  </a:cubicBezTo>
                  <a:cubicBezTo>
                    <a:pt x="1477" y="10478"/>
                    <a:pt x="1298" y="10681"/>
                    <a:pt x="1048" y="10681"/>
                  </a:cubicBezTo>
                  <a:cubicBezTo>
                    <a:pt x="798" y="10681"/>
                    <a:pt x="619" y="10490"/>
                    <a:pt x="619" y="10228"/>
                  </a:cubicBezTo>
                  <a:cubicBezTo>
                    <a:pt x="619" y="10097"/>
                    <a:pt x="655" y="9490"/>
                    <a:pt x="738" y="8764"/>
                  </a:cubicBezTo>
                  <a:cubicBezTo>
                    <a:pt x="869" y="7561"/>
                    <a:pt x="881" y="6371"/>
                    <a:pt x="881" y="5168"/>
                  </a:cubicBezTo>
                  <a:lnTo>
                    <a:pt x="881" y="3882"/>
                  </a:lnTo>
                  <a:close/>
                  <a:moveTo>
                    <a:pt x="203" y="1"/>
                  </a:moveTo>
                  <a:cubicBezTo>
                    <a:pt x="96" y="1"/>
                    <a:pt x="0" y="84"/>
                    <a:pt x="0" y="191"/>
                  </a:cubicBezTo>
                  <a:lnTo>
                    <a:pt x="0" y="2727"/>
                  </a:lnTo>
                  <a:cubicBezTo>
                    <a:pt x="0" y="2966"/>
                    <a:pt x="143" y="3216"/>
                    <a:pt x="334" y="3335"/>
                  </a:cubicBezTo>
                  <a:cubicBezTo>
                    <a:pt x="393" y="3358"/>
                    <a:pt x="477" y="3573"/>
                    <a:pt x="477" y="3692"/>
                  </a:cubicBezTo>
                  <a:lnTo>
                    <a:pt x="477" y="5144"/>
                  </a:lnTo>
                  <a:cubicBezTo>
                    <a:pt x="477" y="6359"/>
                    <a:pt x="465" y="7526"/>
                    <a:pt x="346" y="8716"/>
                  </a:cubicBezTo>
                  <a:cubicBezTo>
                    <a:pt x="274" y="9454"/>
                    <a:pt x="226" y="10074"/>
                    <a:pt x="226" y="10228"/>
                  </a:cubicBezTo>
                  <a:cubicBezTo>
                    <a:pt x="226" y="10705"/>
                    <a:pt x="584" y="11074"/>
                    <a:pt x="1048" y="11074"/>
                  </a:cubicBezTo>
                  <a:cubicBezTo>
                    <a:pt x="1512" y="11074"/>
                    <a:pt x="1870" y="10705"/>
                    <a:pt x="1870" y="10228"/>
                  </a:cubicBezTo>
                  <a:cubicBezTo>
                    <a:pt x="1870" y="10074"/>
                    <a:pt x="1822" y="9454"/>
                    <a:pt x="1750" y="8716"/>
                  </a:cubicBezTo>
                  <a:cubicBezTo>
                    <a:pt x="1608" y="7526"/>
                    <a:pt x="1608" y="6359"/>
                    <a:pt x="1608" y="5144"/>
                  </a:cubicBezTo>
                  <a:lnTo>
                    <a:pt x="1608" y="3692"/>
                  </a:lnTo>
                  <a:cubicBezTo>
                    <a:pt x="1608" y="3561"/>
                    <a:pt x="1715" y="3358"/>
                    <a:pt x="1834" y="3275"/>
                  </a:cubicBezTo>
                  <a:cubicBezTo>
                    <a:pt x="2024" y="3144"/>
                    <a:pt x="2084" y="2906"/>
                    <a:pt x="2084" y="2704"/>
                  </a:cubicBezTo>
                  <a:lnTo>
                    <a:pt x="2084" y="251"/>
                  </a:lnTo>
                  <a:cubicBezTo>
                    <a:pt x="2084" y="168"/>
                    <a:pt x="2001" y="72"/>
                    <a:pt x="1893" y="72"/>
                  </a:cubicBezTo>
                  <a:cubicBezTo>
                    <a:pt x="1786" y="72"/>
                    <a:pt x="1703" y="168"/>
                    <a:pt x="1703" y="263"/>
                  </a:cubicBezTo>
                  <a:lnTo>
                    <a:pt x="1703" y="1537"/>
                  </a:lnTo>
                  <a:lnTo>
                    <a:pt x="1239" y="1537"/>
                  </a:lnTo>
                  <a:lnTo>
                    <a:pt x="1239" y="191"/>
                  </a:lnTo>
                  <a:cubicBezTo>
                    <a:pt x="1239" y="84"/>
                    <a:pt x="1155" y="1"/>
                    <a:pt x="1048" y="1"/>
                  </a:cubicBezTo>
                  <a:cubicBezTo>
                    <a:pt x="941" y="1"/>
                    <a:pt x="858" y="84"/>
                    <a:pt x="858" y="191"/>
                  </a:cubicBezTo>
                  <a:lnTo>
                    <a:pt x="858" y="1537"/>
                  </a:lnTo>
                  <a:lnTo>
                    <a:pt x="393" y="1537"/>
                  </a:lnTo>
                  <a:lnTo>
                    <a:pt x="393" y="191"/>
                  </a:lnTo>
                  <a:cubicBezTo>
                    <a:pt x="393" y="84"/>
                    <a:pt x="298" y="1"/>
                    <a:pt x="2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8" name="Google Shape;9273;p60">
              <a:extLst>
                <a:ext uri="{FF2B5EF4-FFF2-40B4-BE49-F238E27FC236}">
                  <a16:creationId xmlns:a16="http://schemas.microsoft.com/office/drawing/2014/main" id="{6FAC80F7-036D-C7D9-A62D-658839F6F835}"/>
                </a:ext>
              </a:extLst>
            </p:cNvPr>
            <p:cNvSpPr/>
            <p:nvPr/>
          </p:nvSpPr>
          <p:spPr>
            <a:xfrm>
              <a:off x="3636835" y="2373674"/>
              <a:ext cx="236702" cy="236289"/>
            </a:xfrm>
            <a:custGeom>
              <a:avLst/>
              <a:gdLst/>
              <a:ahLst/>
              <a:cxnLst/>
              <a:rect l="l" t="t" r="r" b="b"/>
              <a:pathLst>
                <a:path w="7454" h="7441" extrusionOk="0">
                  <a:moveTo>
                    <a:pt x="1175" y="0"/>
                  </a:moveTo>
                  <a:cubicBezTo>
                    <a:pt x="1121" y="0"/>
                    <a:pt x="1069" y="25"/>
                    <a:pt x="1036" y="71"/>
                  </a:cubicBezTo>
                  <a:cubicBezTo>
                    <a:pt x="369" y="881"/>
                    <a:pt x="0" y="1905"/>
                    <a:pt x="0" y="2952"/>
                  </a:cubicBezTo>
                  <a:cubicBezTo>
                    <a:pt x="0" y="5429"/>
                    <a:pt x="2024" y="7441"/>
                    <a:pt x="4489" y="7441"/>
                  </a:cubicBezTo>
                  <a:cubicBezTo>
                    <a:pt x="5537" y="7441"/>
                    <a:pt x="6561" y="7072"/>
                    <a:pt x="7358" y="6405"/>
                  </a:cubicBezTo>
                  <a:cubicBezTo>
                    <a:pt x="7454" y="6322"/>
                    <a:pt x="7454" y="6203"/>
                    <a:pt x="7394" y="6131"/>
                  </a:cubicBezTo>
                  <a:cubicBezTo>
                    <a:pt x="7352" y="6083"/>
                    <a:pt x="7286" y="6058"/>
                    <a:pt x="7224" y="6058"/>
                  </a:cubicBezTo>
                  <a:cubicBezTo>
                    <a:pt x="7180" y="6058"/>
                    <a:pt x="7138" y="6071"/>
                    <a:pt x="7108" y="6096"/>
                  </a:cubicBezTo>
                  <a:cubicBezTo>
                    <a:pt x="6382" y="6703"/>
                    <a:pt x="5441" y="7048"/>
                    <a:pt x="4489" y="7048"/>
                  </a:cubicBezTo>
                  <a:cubicBezTo>
                    <a:pt x="2227" y="7048"/>
                    <a:pt x="381" y="5203"/>
                    <a:pt x="381" y="2928"/>
                  </a:cubicBezTo>
                  <a:cubicBezTo>
                    <a:pt x="381" y="1988"/>
                    <a:pt x="727" y="1047"/>
                    <a:pt x="1334" y="309"/>
                  </a:cubicBezTo>
                  <a:cubicBezTo>
                    <a:pt x="1405" y="226"/>
                    <a:pt x="1393" y="107"/>
                    <a:pt x="1298" y="47"/>
                  </a:cubicBezTo>
                  <a:cubicBezTo>
                    <a:pt x="1261" y="16"/>
                    <a:pt x="1217" y="0"/>
                    <a:pt x="11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9" name="Google Shape;9274;p60">
              <a:extLst>
                <a:ext uri="{FF2B5EF4-FFF2-40B4-BE49-F238E27FC236}">
                  <a16:creationId xmlns:a16="http://schemas.microsoft.com/office/drawing/2014/main" id="{1C5C722E-8092-CD6F-3B5B-1651656308C0}"/>
                </a:ext>
              </a:extLst>
            </p:cNvPr>
            <p:cNvSpPr/>
            <p:nvPr/>
          </p:nvSpPr>
          <p:spPr>
            <a:xfrm>
              <a:off x="3685230" y="2324104"/>
              <a:ext cx="237083" cy="235971"/>
            </a:xfrm>
            <a:custGeom>
              <a:avLst/>
              <a:gdLst/>
              <a:ahLst/>
              <a:cxnLst/>
              <a:rect l="l" t="t" r="r" b="b"/>
              <a:pathLst>
                <a:path w="7466" h="7431" extrusionOk="0">
                  <a:moveTo>
                    <a:pt x="2953" y="1"/>
                  </a:moveTo>
                  <a:cubicBezTo>
                    <a:pt x="1905" y="1"/>
                    <a:pt x="893" y="358"/>
                    <a:pt x="96" y="1025"/>
                  </a:cubicBezTo>
                  <a:cubicBezTo>
                    <a:pt x="0" y="1108"/>
                    <a:pt x="0" y="1227"/>
                    <a:pt x="60" y="1299"/>
                  </a:cubicBezTo>
                  <a:cubicBezTo>
                    <a:pt x="99" y="1344"/>
                    <a:pt x="151" y="1364"/>
                    <a:pt x="205" y="1364"/>
                  </a:cubicBezTo>
                  <a:cubicBezTo>
                    <a:pt x="250" y="1364"/>
                    <a:pt x="295" y="1350"/>
                    <a:pt x="334" y="1322"/>
                  </a:cubicBezTo>
                  <a:cubicBezTo>
                    <a:pt x="1060" y="715"/>
                    <a:pt x="2001" y="394"/>
                    <a:pt x="2953" y="394"/>
                  </a:cubicBezTo>
                  <a:cubicBezTo>
                    <a:pt x="5215" y="394"/>
                    <a:pt x="7061" y="2227"/>
                    <a:pt x="7061" y="4501"/>
                  </a:cubicBezTo>
                  <a:cubicBezTo>
                    <a:pt x="7061" y="5454"/>
                    <a:pt x="6727" y="6371"/>
                    <a:pt x="6120" y="7121"/>
                  </a:cubicBezTo>
                  <a:cubicBezTo>
                    <a:pt x="6049" y="7204"/>
                    <a:pt x="6061" y="7323"/>
                    <a:pt x="6156" y="7383"/>
                  </a:cubicBezTo>
                  <a:cubicBezTo>
                    <a:pt x="6180" y="7418"/>
                    <a:pt x="6227" y="7430"/>
                    <a:pt x="6275" y="7430"/>
                  </a:cubicBezTo>
                  <a:cubicBezTo>
                    <a:pt x="6322" y="7430"/>
                    <a:pt x="6382" y="7395"/>
                    <a:pt x="6418" y="7359"/>
                  </a:cubicBezTo>
                  <a:cubicBezTo>
                    <a:pt x="7084" y="6549"/>
                    <a:pt x="7442" y="5537"/>
                    <a:pt x="7442" y="4501"/>
                  </a:cubicBezTo>
                  <a:cubicBezTo>
                    <a:pt x="7465" y="2013"/>
                    <a:pt x="5441" y="1"/>
                    <a:pt x="2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0" name="Google Shape;9275;p60">
              <a:extLst>
                <a:ext uri="{FF2B5EF4-FFF2-40B4-BE49-F238E27FC236}">
                  <a16:creationId xmlns:a16="http://schemas.microsoft.com/office/drawing/2014/main" id="{866C9793-3782-AF61-5AA4-DBA4755BE1EC}"/>
                </a:ext>
              </a:extLst>
            </p:cNvPr>
            <p:cNvSpPr/>
            <p:nvPr/>
          </p:nvSpPr>
          <p:spPr>
            <a:xfrm>
              <a:off x="3663668" y="2351699"/>
              <a:ext cx="230668" cy="230668"/>
            </a:xfrm>
            <a:custGeom>
              <a:avLst/>
              <a:gdLst/>
              <a:ahLst/>
              <a:cxnLst/>
              <a:rect l="l" t="t" r="r" b="b"/>
              <a:pathLst>
                <a:path w="7264" h="7264" extrusionOk="0">
                  <a:moveTo>
                    <a:pt x="3632" y="382"/>
                  </a:moveTo>
                  <a:cubicBezTo>
                    <a:pt x="5418" y="382"/>
                    <a:pt x="6871" y="1846"/>
                    <a:pt x="6871" y="3632"/>
                  </a:cubicBezTo>
                  <a:cubicBezTo>
                    <a:pt x="6871" y="5418"/>
                    <a:pt x="5418" y="6871"/>
                    <a:pt x="3632" y="6871"/>
                  </a:cubicBezTo>
                  <a:cubicBezTo>
                    <a:pt x="1846" y="6871"/>
                    <a:pt x="382" y="5418"/>
                    <a:pt x="382" y="3632"/>
                  </a:cubicBezTo>
                  <a:cubicBezTo>
                    <a:pt x="382" y="1846"/>
                    <a:pt x="1846" y="382"/>
                    <a:pt x="3632" y="382"/>
                  </a:cubicBezTo>
                  <a:close/>
                  <a:moveTo>
                    <a:pt x="3632" y="1"/>
                  </a:moveTo>
                  <a:cubicBezTo>
                    <a:pt x="1632" y="1"/>
                    <a:pt x="1" y="1632"/>
                    <a:pt x="1" y="3632"/>
                  </a:cubicBezTo>
                  <a:cubicBezTo>
                    <a:pt x="1" y="5633"/>
                    <a:pt x="1632" y="7264"/>
                    <a:pt x="3632" y="7264"/>
                  </a:cubicBezTo>
                  <a:cubicBezTo>
                    <a:pt x="5644" y="7264"/>
                    <a:pt x="7263" y="5621"/>
                    <a:pt x="7263" y="3632"/>
                  </a:cubicBezTo>
                  <a:cubicBezTo>
                    <a:pt x="7263" y="1620"/>
                    <a:pt x="5620" y="1"/>
                    <a:pt x="3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1" name="Google Shape;9276;p60">
              <a:extLst>
                <a:ext uri="{FF2B5EF4-FFF2-40B4-BE49-F238E27FC236}">
                  <a16:creationId xmlns:a16="http://schemas.microsoft.com/office/drawing/2014/main" id="{1F5B9D43-1A41-A345-D2F8-7ADC0641942F}"/>
                </a:ext>
              </a:extLst>
            </p:cNvPr>
            <p:cNvSpPr/>
            <p:nvPr/>
          </p:nvSpPr>
          <p:spPr>
            <a:xfrm>
              <a:off x="3933998" y="2289904"/>
              <a:ext cx="52586" cy="355243"/>
            </a:xfrm>
            <a:custGeom>
              <a:avLst/>
              <a:gdLst/>
              <a:ahLst/>
              <a:cxnLst/>
              <a:rect l="l" t="t" r="r" b="b"/>
              <a:pathLst>
                <a:path w="1656" h="11187" extrusionOk="0">
                  <a:moveTo>
                    <a:pt x="1251" y="554"/>
                  </a:moveTo>
                  <a:lnTo>
                    <a:pt x="1251" y="5555"/>
                  </a:lnTo>
                  <a:lnTo>
                    <a:pt x="715" y="5578"/>
                  </a:lnTo>
                  <a:lnTo>
                    <a:pt x="703" y="5578"/>
                  </a:lnTo>
                  <a:cubicBezTo>
                    <a:pt x="693" y="5580"/>
                    <a:pt x="683" y="5580"/>
                    <a:pt x="673" y="5580"/>
                  </a:cubicBezTo>
                  <a:cubicBezTo>
                    <a:pt x="583" y="5580"/>
                    <a:pt x="481" y="5536"/>
                    <a:pt x="417" y="5483"/>
                  </a:cubicBezTo>
                  <a:cubicBezTo>
                    <a:pt x="382" y="5436"/>
                    <a:pt x="370" y="5412"/>
                    <a:pt x="370" y="5412"/>
                  </a:cubicBezTo>
                  <a:lnTo>
                    <a:pt x="370" y="2411"/>
                  </a:lnTo>
                  <a:cubicBezTo>
                    <a:pt x="370" y="1697"/>
                    <a:pt x="703" y="1006"/>
                    <a:pt x="1251" y="554"/>
                  </a:cubicBezTo>
                  <a:close/>
                  <a:moveTo>
                    <a:pt x="1263" y="5959"/>
                  </a:moveTo>
                  <a:cubicBezTo>
                    <a:pt x="1263" y="9448"/>
                    <a:pt x="1275" y="10258"/>
                    <a:pt x="1275" y="10281"/>
                  </a:cubicBezTo>
                  <a:cubicBezTo>
                    <a:pt x="1263" y="10496"/>
                    <a:pt x="1203" y="10769"/>
                    <a:pt x="941" y="10769"/>
                  </a:cubicBezTo>
                  <a:cubicBezTo>
                    <a:pt x="858" y="10769"/>
                    <a:pt x="620" y="10769"/>
                    <a:pt x="620" y="10258"/>
                  </a:cubicBezTo>
                  <a:cubicBezTo>
                    <a:pt x="620" y="10115"/>
                    <a:pt x="667" y="9710"/>
                    <a:pt x="727" y="9246"/>
                  </a:cubicBezTo>
                  <a:cubicBezTo>
                    <a:pt x="822" y="8472"/>
                    <a:pt x="941" y="7400"/>
                    <a:pt x="941" y="6686"/>
                  </a:cubicBezTo>
                  <a:lnTo>
                    <a:pt x="941" y="5959"/>
                  </a:lnTo>
                  <a:close/>
                  <a:moveTo>
                    <a:pt x="1453" y="0"/>
                  </a:moveTo>
                  <a:cubicBezTo>
                    <a:pt x="1420" y="0"/>
                    <a:pt x="1388" y="6"/>
                    <a:pt x="1358" y="18"/>
                  </a:cubicBezTo>
                  <a:cubicBezTo>
                    <a:pt x="524" y="530"/>
                    <a:pt x="1" y="1447"/>
                    <a:pt x="1" y="2435"/>
                  </a:cubicBezTo>
                  <a:lnTo>
                    <a:pt x="1" y="5424"/>
                  </a:lnTo>
                  <a:cubicBezTo>
                    <a:pt x="1" y="5555"/>
                    <a:pt x="60" y="5674"/>
                    <a:pt x="179" y="5781"/>
                  </a:cubicBezTo>
                  <a:cubicBezTo>
                    <a:pt x="286" y="5876"/>
                    <a:pt x="417" y="5936"/>
                    <a:pt x="548" y="5959"/>
                  </a:cubicBezTo>
                  <a:lnTo>
                    <a:pt x="548" y="6709"/>
                  </a:lnTo>
                  <a:cubicBezTo>
                    <a:pt x="548" y="7400"/>
                    <a:pt x="429" y="8460"/>
                    <a:pt x="346" y="9222"/>
                  </a:cubicBezTo>
                  <a:cubicBezTo>
                    <a:pt x="286" y="9710"/>
                    <a:pt x="239" y="10091"/>
                    <a:pt x="239" y="10281"/>
                  </a:cubicBezTo>
                  <a:cubicBezTo>
                    <a:pt x="239" y="11115"/>
                    <a:pt x="774" y="11186"/>
                    <a:pt x="941" y="11186"/>
                  </a:cubicBezTo>
                  <a:cubicBezTo>
                    <a:pt x="1275" y="11186"/>
                    <a:pt x="1656" y="10948"/>
                    <a:pt x="1656" y="10281"/>
                  </a:cubicBezTo>
                  <a:lnTo>
                    <a:pt x="1656" y="185"/>
                  </a:lnTo>
                  <a:cubicBezTo>
                    <a:pt x="1656" y="113"/>
                    <a:pt x="1608" y="54"/>
                    <a:pt x="1548" y="18"/>
                  </a:cubicBezTo>
                  <a:cubicBezTo>
                    <a:pt x="1519" y="6"/>
                    <a:pt x="1486" y="0"/>
                    <a:pt x="14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5" name="Google Shape;9932;p61">
            <a:extLst>
              <a:ext uri="{FF2B5EF4-FFF2-40B4-BE49-F238E27FC236}">
                <a16:creationId xmlns:a16="http://schemas.microsoft.com/office/drawing/2014/main" id="{40337CC5-224C-ADD3-7FAE-EC30E6098501}"/>
              </a:ext>
            </a:extLst>
          </p:cNvPr>
          <p:cNvGrpSpPr/>
          <p:nvPr/>
        </p:nvGrpSpPr>
        <p:grpSpPr>
          <a:xfrm>
            <a:off x="7268608" y="5812384"/>
            <a:ext cx="411535" cy="315587"/>
            <a:chOff x="3042703" y="1529137"/>
            <a:chExt cx="411535" cy="315587"/>
          </a:xfrm>
          <a:solidFill>
            <a:srgbClr val="00806E"/>
          </a:solidFill>
        </p:grpSpPr>
        <p:sp>
          <p:nvSpPr>
            <p:cNvPr id="1037" name="Google Shape;9933;p61">
              <a:extLst>
                <a:ext uri="{FF2B5EF4-FFF2-40B4-BE49-F238E27FC236}">
                  <a16:creationId xmlns:a16="http://schemas.microsoft.com/office/drawing/2014/main" id="{4D40F606-1C48-0828-9226-0D0583AF218E}"/>
                </a:ext>
              </a:extLst>
            </p:cNvPr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8" name="Google Shape;9934;p61">
              <a:extLst>
                <a:ext uri="{FF2B5EF4-FFF2-40B4-BE49-F238E27FC236}">
                  <a16:creationId xmlns:a16="http://schemas.microsoft.com/office/drawing/2014/main" id="{DE1EBE77-882C-692A-1992-001CD6F0DB13}"/>
                </a:ext>
              </a:extLst>
            </p:cNvPr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9" name="Google Shape;9935;p61">
              <a:extLst>
                <a:ext uri="{FF2B5EF4-FFF2-40B4-BE49-F238E27FC236}">
                  <a16:creationId xmlns:a16="http://schemas.microsoft.com/office/drawing/2014/main" id="{A8E18240-CFEC-2F97-8391-37673ED48D49}"/>
                </a:ext>
              </a:extLst>
            </p:cNvPr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0" name="Google Shape;9936;p61">
              <a:extLst>
                <a:ext uri="{FF2B5EF4-FFF2-40B4-BE49-F238E27FC236}">
                  <a16:creationId xmlns:a16="http://schemas.microsoft.com/office/drawing/2014/main" id="{68607613-B4C0-91B5-1885-744BA81CE9D1}"/>
                </a:ext>
              </a:extLst>
            </p:cNvPr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1" name="Google Shape;9937;p61">
              <a:extLst>
                <a:ext uri="{FF2B5EF4-FFF2-40B4-BE49-F238E27FC236}">
                  <a16:creationId xmlns:a16="http://schemas.microsoft.com/office/drawing/2014/main" id="{760E2D5B-A63C-E57B-85FB-B4817CF324C0}"/>
                </a:ext>
              </a:extLst>
            </p:cNvPr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2" name="Google Shape;9938;p61">
              <a:extLst>
                <a:ext uri="{FF2B5EF4-FFF2-40B4-BE49-F238E27FC236}">
                  <a16:creationId xmlns:a16="http://schemas.microsoft.com/office/drawing/2014/main" id="{A61F3578-A9BB-09FB-221F-EF18BB057AE1}"/>
                </a:ext>
              </a:extLst>
            </p:cNvPr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3" name="Google Shape;9939;p61">
              <a:extLst>
                <a:ext uri="{FF2B5EF4-FFF2-40B4-BE49-F238E27FC236}">
                  <a16:creationId xmlns:a16="http://schemas.microsoft.com/office/drawing/2014/main" id="{658C84DF-0B83-BF87-2A67-407064124D10}"/>
                </a:ext>
              </a:extLst>
            </p:cNvPr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4" name="Google Shape;9940;p61">
              <a:extLst>
                <a:ext uri="{FF2B5EF4-FFF2-40B4-BE49-F238E27FC236}">
                  <a16:creationId xmlns:a16="http://schemas.microsoft.com/office/drawing/2014/main" id="{61C6EDE6-B74C-C69A-334A-6D9EF73669AF}"/>
                </a:ext>
              </a:extLst>
            </p:cNvPr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5" name="Google Shape;9941;p61">
              <a:extLst>
                <a:ext uri="{FF2B5EF4-FFF2-40B4-BE49-F238E27FC236}">
                  <a16:creationId xmlns:a16="http://schemas.microsoft.com/office/drawing/2014/main" id="{C2C1311B-8110-A737-6EA9-9D3464EA70E1}"/>
                </a:ext>
              </a:extLst>
            </p:cNvPr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6" name="Google Shape;9942;p61">
              <a:extLst>
                <a:ext uri="{FF2B5EF4-FFF2-40B4-BE49-F238E27FC236}">
                  <a16:creationId xmlns:a16="http://schemas.microsoft.com/office/drawing/2014/main" id="{373161B1-4A4C-608D-EB5C-1EE881A3F922}"/>
                </a:ext>
              </a:extLst>
            </p:cNvPr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6" name="Google Shape;11962;p64">
            <a:extLst>
              <a:ext uri="{FF2B5EF4-FFF2-40B4-BE49-F238E27FC236}">
                <a16:creationId xmlns:a16="http://schemas.microsoft.com/office/drawing/2014/main" id="{4C732F04-F1D9-928F-4708-A393C061B94C}"/>
              </a:ext>
            </a:extLst>
          </p:cNvPr>
          <p:cNvGrpSpPr/>
          <p:nvPr/>
        </p:nvGrpSpPr>
        <p:grpSpPr>
          <a:xfrm>
            <a:off x="7311035" y="6568938"/>
            <a:ext cx="352209" cy="334938"/>
            <a:chOff x="7066548" y="2912594"/>
            <a:chExt cx="352209" cy="334938"/>
          </a:xfrm>
          <a:solidFill>
            <a:srgbClr val="00806E"/>
          </a:solidFill>
        </p:grpSpPr>
        <p:sp>
          <p:nvSpPr>
            <p:cNvPr id="60" name="Google Shape;11963;p64">
              <a:extLst>
                <a:ext uri="{FF2B5EF4-FFF2-40B4-BE49-F238E27FC236}">
                  <a16:creationId xmlns:a16="http://schemas.microsoft.com/office/drawing/2014/main" id="{3DF1D283-8C54-3822-3F6A-E49FD15C06FF}"/>
                </a:ext>
              </a:extLst>
            </p:cNvPr>
            <p:cNvSpPr/>
            <p:nvPr/>
          </p:nvSpPr>
          <p:spPr>
            <a:xfrm>
              <a:off x="7066548" y="2912594"/>
              <a:ext cx="219264" cy="266399"/>
            </a:xfrm>
            <a:custGeom>
              <a:avLst/>
              <a:gdLst/>
              <a:ahLst/>
              <a:cxnLst/>
              <a:rect l="l" t="t" r="r" b="b"/>
              <a:pathLst>
                <a:path w="6894" h="8376" extrusionOk="0">
                  <a:moveTo>
                    <a:pt x="6584" y="363"/>
                  </a:moveTo>
                  <a:lnTo>
                    <a:pt x="6584" y="1839"/>
                  </a:lnTo>
                  <a:lnTo>
                    <a:pt x="1774" y="2911"/>
                  </a:lnTo>
                  <a:lnTo>
                    <a:pt x="1774" y="1434"/>
                  </a:lnTo>
                  <a:lnTo>
                    <a:pt x="6584" y="363"/>
                  </a:lnTo>
                  <a:close/>
                  <a:moveTo>
                    <a:pt x="6584" y="2137"/>
                  </a:moveTo>
                  <a:lnTo>
                    <a:pt x="6584" y="6078"/>
                  </a:lnTo>
                  <a:cubicBezTo>
                    <a:pt x="6584" y="6209"/>
                    <a:pt x="6525" y="6423"/>
                    <a:pt x="6346" y="6578"/>
                  </a:cubicBezTo>
                  <a:cubicBezTo>
                    <a:pt x="6203" y="6721"/>
                    <a:pt x="5989" y="6863"/>
                    <a:pt x="5596" y="6863"/>
                  </a:cubicBezTo>
                  <a:cubicBezTo>
                    <a:pt x="5191" y="6863"/>
                    <a:pt x="4882" y="6625"/>
                    <a:pt x="4882" y="6328"/>
                  </a:cubicBezTo>
                  <a:cubicBezTo>
                    <a:pt x="4882" y="6030"/>
                    <a:pt x="5215" y="5792"/>
                    <a:pt x="5596" y="5792"/>
                  </a:cubicBezTo>
                  <a:cubicBezTo>
                    <a:pt x="5751" y="5792"/>
                    <a:pt x="5906" y="5840"/>
                    <a:pt x="6084" y="5899"/>
                  </a:cubicBezTo>
                  <a:cubicBezTo>
                    <a:pt x="6104" y="5904"/>
                    <a:pt x="6126" y="5907"/>
                    <a:pt x="6148" y="5907"/>
                  </a:cubicBezTo>
                  <a:cubicBezTo>
                    <a:pt x="6179" y="5907"/>
                    <a:pt x="6211" y="5901"/>
                    <a:pt x="6239" y="5887"/>
                  </a:cubicBezTo>
                  <a:cubicBezTo>
                    <a:pt x="6287" y="5851"/>
                    <a:pt x="6311" y="5804"/>
                    <a:pt x="6311" y="5744"/>
                  </a:cubicBezTo>
                  <a:lnTo>
                    <a:pt x="6311" y="2196"/>
                  </a:lnTo>
                  <a:lnTo>
                    <a:pt x="6584" y="2137"/>
                  </a:lnTo>
                  <a:close/>
                  <a:moveTo>
                    <a:pt x="6735" y="1"/>
                  </a:moveTo>
                  <a:cubicBezTo>
                    <a:pt x="6724" y="1"/>
                    <a:pt x="6713" y="2"/>
                    <a:pt x="6704" y="5"/>
                  </a:cubicBezTo>
                  <a:lnTo>
                    <a:pt x="1560" y="1137"/>
                  </a:lnTo>
                  <a:cubicBezTo>
                    <a:pt x="1489" y="1148"/>
                    <a:pt x="1429" y="1220"/>
                    <a:pt x="1429" y="1303"/>
                  </a:cubicBezTo>
                  <a:lnTo>
                    <a:pt x="1429" y="3101"/>
                  </a:lnTo>
                  <a:lnTo>
                    <a:pt x="1429" y="4030"/>
                  </a:lnTo>
                  <a:cubicBezTo>
                    <a:pt x="1429" y="4113"/>
                    <a:pt x="1500" y="4185"/>
                    <a:pt x="1596" y="4185"/>
                  </a:cubicBezTo>
                  <a:cubicBezTo>
                    <a:pt x="1679" y="4185"/>
                    <a:pt x="1751" y="4113"/>
                    <a:pt x="1751" y="4030"/>
                  </a:cubicBezTo>
                  <a:lnTo>
                    <a:pt x="1751" y="3232"/>
                  </a:lnTo>
                  <a:lnTo>
                    <a:pt x="2024" y="3173"/>
                  </a:lnTo>
                  <a:lnTo>
                    <a:pt x="2024" y="7304"/>
                  </a:lnTo>
                  <a:cubicBezTo>
                    <a:pt x="2024" y="7459"/>
                    <a:pt x="1858" y="8078"/>
                    <a:pt x="1036" y="8078"/>
                  </a:cubicBezTo>
                  <a:cubicBezTo>
                    <a:pt x="643" y="8078"/>
                    <a:pt x="322" y="7840"/>
                    <a:pt x="322" y="7542"/>
                  </a:cubicBezTo>
                  <a:cubicBezTo>
                    <a:pt x="322" y="7244"/>
                    <a:pt x="655" y="7006"/>
                    <a:pt x="1036" y="7006"/>
                  </a:cubicBezTo>
                  <a:cubicBezTo>
                    <a:pt x="1191" y="7006"/>
                    <a:pt x="1358" y="7042"/>
                    <a:pt x="1536" y="7102"/>
                  </a:cubicBezTo>
                  <a:cubicBezTo>
                    <a:pt x="1552" y="7112"/>
                    <a:pt x="1573" y="7118"/>
                    <a:pt x="1596" y="7118"/>
                  </a:cubicBezTo>
                  <a:cubicBezTo>
                    <a:pt x="1623" y="7118"/>
                    <a:pt x="1653" y="7109"/>
                    <a:pt x="1679" y="7090"/>
                  </a:cubicBezTo>
                  <a:cubicBezTo>
                    <a:pt x="1727" y="7066"/>
                    <a:pt x="1751" y="7018"/>
                    <a:pt x="1751" y="6959"/>
                  </a:cubicBezTo>
                  <a:lnTo>
                    <a:pt x="1751" y="4744"/>
                  </a:lnTo>
                  <a:cubicBezTo>
                    <a:pt x="1751" y="4649"/>
                    <a:pt x="1679" y="4577"/>
                    <a:pt x="1596" y="4577"/>
                  </a:cubicBezTo>
                  <a:cubicBezTo>
                    <a:pt x="1500" y="4577"/>
                    <a:pt x="1429" y="4649"/>
                    <a:pt x="1429" y="4744"/>
                  </a:cubicBezTo>
                  <a:lnTo>
                    <a:pt x="1429" y="6732"/>
                  </a:lnTo>
                  <a:cubicBezTo>
                    <a:pt x="1298" y="6709"/>
                    <a:pt x="1167" y="6673"/>
                    <a:pt x="1048" y="6673"/>
                  </a:cubicBezTo>
                  <a:cubicBezTo>
                    <a:pt x="465" y="6673"/>
                    <a:pt x="0" y="7066"/>
                    <a:pt x="0" y="7518"/>
                  </a:cubicBezTo>
                  <a:cubicBezTo>
                    <a:pt x="0" y="7995"/>
                    <a:pt x="465" y="8376"/>
                    <a:pt x="1048" y="8376"/>
                  </a:cubicBezTo>
                  <a:cubicBezTo>
                    <a:pt x="1596" y="8376"/>
                    <a:pt x="1905" y="8137"/>
                    <a:pt x="2072" y="7935"/>
                  </a:cubicBezTo>
                  <a:cubicBezTo>
                    <a:pt x="2274" y="7697"/>
                    <a:pt x="2358" y="7435"/>
                    <a:pt x="2358" y="7268"/>
                  </a:cubicBezTo>
                  <a:lnTo>
                    <a:pt x="2358" y="3089"/>
                  </a:lnTo>
                  <a:lnTo>
                    <a:pt x="5965" y="2280"/>
                  </a:lnTo>
                  <a:lnTo>
                    <a:pt x="5965" y="5542"/>
                  </a:lnTo>
                  <a:cubicBezTo>
                    <a:pt x="5834" y="5518"/>
                    <a:pt x="5703" y="5482"/>
                    <a:pt x="5584" y="5482"/>
                  </a:cubicBezTo>
                  <a:cubicBezTo>
                    <a:pt x="5001" y="5482"/>
                    <a:pt x="4537" y="5875"/>
                    <a:pt x="4537" y="6328"/>
                  </a:cubicBezTo>
                  <a:cubicBezTo>
                    <a:pt x="4537" y="6804"/>
                    <a:pt x="5001" y="7185"/>
                    <a:pt x="5584" y="7185"/>
                  </a:cubicBezTo>
                  <a:cubicBezTo>
                    <a:pt x="6477" y="7185"/>
                    <a:pt x="6894" y="6506"/>
                    <a:pt x="6894" y="6054"/>
                  </a:cubicBezTo>
                  <a:lnTo>
                    <a:pt x="6894" y="1922"/>
                  </a:lnTo>
                  <a:lnTo>
                    <a:pt x="6894" y="125"/>
                  </a:lnTo>
                  <a:cubicBezTo>
                    <a:pt x="6894" y="113"/>
                    <a:pt x="6882" y="65"/>
                    <a:pt x="6834" y="29"/>
                  </a:cubicBezTo>
                  <a:cubicBezTo>
                    <a:pt x="6800" y="12"/>
                    <a:pt x="6765" y="1"/>
                    <a:pt x="67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2" name="Google Shape;11964;p64">
              <a:extLst>
                <a:ext uri="{FF2B5EF4-FFF2-40B4-BE49-F238E27FC236}">
                  <a16:creationId xmlns:a16="http://schemas.microsoft.com/office/drawing/2014/main" id="{29E761BE-BBD4-68A8-1215-C09990644BC8}"/>
                </a:ext>
              </a:extLst>
            </p:cNvPr>
            <p:cNvSpPr/>
            <p:nvPr/>
          </p:nvSpPr>
          <p:spPr>
            <a:xfrm>
              <a:off x="7262690" y="2968571"/>
              <a:ext cx="156067" cy="278962"/>
            </a:xfrm>
            <a:custGeom>
              <a:avLst/>
              <a:gdLst/>
              <a:ahLst/>
              <a:cxnLst/>
              <a:rect l="l" t="t" r="r" b="b"/>
              <a:pathLst>
                <a:path w="4907" h="8771" extrusionOk="0">
                  <a:moveTo>
                    <a:pt x="1928" y="0"/>
                  </a:moveTo>
                  <a:cubicBezTo>
                    <a:pt x="1909" y="0"/>
                    <a:pt x="1889" y="3"/>
                    <a:pt x="1870" y="8"/>
                  </a:cubicBezTo>
                  <a:cubicBezTo>
                    <a:pt x="1787" y="31"/>
                    <a:pt x="1727" y="103"/>
                    <a:pt x="1727" y="210"/>
                  </a:cubicBezTo>
                  <a:lnTo>
                    <a:pt x="1727" y="3746"/>
                  </a:lnTo>
                  <a:cubicBezTo>
                    <a:pt x="1727" y="3841"/>
                    <a:pt x="1799" y="3913"/>
                    <a:pt x="1882" y="3913"/>
                  </a:cubicBezTo>
                  <a:cubicBezTo>
                    <a:pt x="1977" y="3913"/>
                    <a:pt x="2049" y="3841"/>
                    <a:pt x="2049" y="3746"/>
                  </a:cubicBezTo>
                  <a:lnTo>
                    <a:pt x="2049" y="627"/>
                  </a:lnTo>
                  <a:cubicBezTo>
                    <a:pt x="2108" y="734"/>
                    <a:pt x="2180" y="853"/>
                    <a:pt x="2275" y="972"/>
                  </a:cubicBezTo>
                  <a:lnTo>
                    <a:pt x="2287" y="984"/>
                  </a:lnTo>
                  <a:lnTo>
                    <a:pt x="2322" y="1008"/>
                  </a:lnTo>
                  <a:lnTo>
                    <a:pt x="2334" y="1032"/>
                  </a:lnTo>
                  <a:cubicBezTo>
                    <a:pt x="2858" y="1770"/>
                    <a:pt x="3346" y="2246"/>
                    <a:pt x="3787" y="2425"/>
                  </a:cubicBezTo>
                  <a:cubicBezTo>
                    <a:pt x="4180" y="2591"/>
                    <a:pt x="4370" y="3091"/>
                    <a:pt x="4466" y="3508"/>
                  </a:cubicBezTo>
                  <a:cubicBezTo>
                    <a:pt x="4525" y="3782"/>
                    <a:pt x="4549" y="4068"/>
                    <a:pt x="4573" y="4306"/>
                  </a:cubicBezTo>
                  <a:cubicBezTo>
                    <a:pt x="4216" y="3853"/>
                    <a:pt x="3573" y="3175"/>
                    <a:pt x="2561" y="2794"/>
                  </a:cubicBezTo>
                  <a:cubicBezTo>
                    <a:pt x="2543" y="2789"/>
                    <a:pt x="2524" y="2787"/>
                    <a:pt x="2505" y="2787"/>
                  </a:cubicBezTo>
                  <a:cubicBezTo>
                    <a:pt x="2471" y="2787"/>
                    <a:pt x="2436" y="2795"/>
                    <a:pt x="2406" y="2817"/>
                  </a:cubicBezTo>
                  <a:cubicBezTo>
                    <a:pt x="2358" y="2841"/>
                    <a:pt x="2334" y="2889"/>
                    <a:pt x="2334" y="2948"/>
                  </a:cubicBezTo>
                  <a:lnTo>
                    <a:pt x="2334" y="7366"/>
                  </a:lnTo>
                  <a:cubicBezTo>
                    <a:pt x="2334" y="7735"/>
                    <a:pt x="1894" y="8437"/>
                    <a:pt x="1191" y="8437"/>
                  </a:cubicBezTo>
                  <a:cubicBezTo>
                    <a:pt x="727" y="8437"/>
                    <a:pt x="334" y="8151"/>
                    <a:pt x="334" y="7818"/>
                  </a:cubicBezTo>
                  <a:cubicBezTo>
                    <a:pt x="334" y="7473"/>
                    <a:pt x="727" y="7187"/>
                    <a:pt x="1191" y="7187"/>
                  </a:cubicBezTo>
                  <a:cubicBezTo>
                    <a:pt x="1382" y="7187"/>
                    <a:pt x="1620" y="7247"/>
                    <a:pt x="1822" y="7354"/>
                  </a:cubicBezTo>
                  <a:cubicBezTo>
                    <a:pt x="1841" y="7363"/>
                    <a:pt x="1861" y="7367"/>
                    <a:pt x="1881" y="7367"/>
                  </a:cubicBezTo>
                  <a:cubicBezTo>
                    <a:pt x="1914" y="7367"/>
                    <a:pt x="1948" y="7357"/>
                    <a:pt x="1977" y="7342"/>
                  </a:cubicBezTo>
                  <a:cubicBezTo>
                    <a:pt x="2013" y="7306"/>
                    <a:pt x="2049" y="7258"/>
                    <a:pt x="2049" y="7199"/>
                  </a:cubicBezTo>
                  <a:lnTo>
                    <a:pt x="2049" y="4520"/>
                  </a:lnTo>
                  <a:cubicBezTo>
                    <a:pt x="2049" y="4437"/>
                    <a:pt x="1977" y="4365"/>
                    <a:pt x="1882" y="4365"/>
                  </a:cubicBezTo>
                  <a:cubicBezTo>
                    <a:pt x="1799" y="4365"/>
                    <a:pt x="1727" y="4437"/>
                    <a:pt x="1727" y="4520"/>
                  </a:cubicBezTo>
                  <a:lnTo>
                    <a:pt x="1727" y="6961"/>
                  </a:lnTo>
                  <a:cubicBezTo>
                    <a:pt x="1525" y="6901"/>
                    <a:pt x="1334" y="6866"/>
                    <a:pt x="1168" y="6866"/>
                  </a:cubicBezTo>
                  <a:cubicBezTo>
                    <a:pt x="537" y="6866"/>
                    <a:pt x="1" y="7294"/>
                    <a:pt x="1" y="7818"/>
                  </a:cubicBezTo>
                  <a:cubicBezTo>
                    <a:pt x="1" y="8330"/>
                    <a:pt x="513" y="8771"/>
                    <a:pt x="1168" y="8771"/>
                  </a:cubicBezTo>
                  <a:cubicBezTo>
                    <a:pt x="1584" y="8771"/>
                    <a:pt x="1977" y="8592"/>
                    <a:pt x="2263" y="8259"/>
                  </a:cubicBezTo>
                  <a:cubicBezTo>
                    <a:pt x="2489" y="7997"/>
                    <a:pt x="2644" y="7651"/>
                    <a:pt x="2644" y="7366"/>
                  </a:cubicBezTo>
                  <a:lnTo>
                    <a:pt x="2644" y="3187"/>
                  </a:lnTo>
                  <a:cubicBezTo>
                    <a:pt x="3775" y="3675"/>
                    <a:pt x="4382" y="4568"/>
                    <a:pt x="4549" y="4842"/>
                  </a:cubicBezTo>
                  <a:cubicBezTo>
                    <a:pt x="4589" y="4901"/>
                    <a:pt x="4654" y="4928"/>
                    <a:pt x="4723" y="4928"/>
                  </a:cubicBezTo>
                  <a:cubicBezTo>
                    <a:pt x="4736" y="4928"/>
                    <a:pt x="4750" y="4927"/>
                    <a:pt x="4763" y="4925"/>
                  </a:cubicBezTo>
                  <a:cubicBezTo>
                    <a:pt x="4847" y="4901"/>
                    <a:pt x="4894" y="4818"/>
                    <a:pt x="4894" y="4746"/>
                  </a:cubicBezTo>
                  <a:cubicBezTo>
                    <a:pt x="4906" y="4544"/>
                    <a:pt x="4894" y="3996"/>
                    <a:pt x="4763" y="3460"/>
                  </a:cubicBezTo>
                  <a:cubicBezTo>
                    <a:pt x="4597" y="2758"/>
                    <a:pt x="4311" y="2329"/>
                    <a:pt x="3894" y="2151"/>
                  </a:cubicBezTo>
                  <a:cubicBezTo>
                    <a:pt x="3513" y="1984"/>
                    <a:pt x="3061" y="1555"/>
                    <a:pt x="2584" y="865"/>
                  </a:cubicBezTo>
                  <a:cubicBezTo>
                    <a:pt x="2572" y="841"/>
                    <a:pt x="2561" y="805"/>
                    <a:pt x="2525" y="781"/>
                  </a:cubicBezTo>
                  <a:cubicBezTo>
                    <a:pt x="2346" y="508"/>
                    <a:pt x="2203" y="270"/>
                    <a:pt x="2108" y="103"/>
                  </a:cubicBezTo>
                  <a:cubicBezTo>
                    <a:pt x="2070" y="36"/>
                    <a:pt x="2002" y="0"/>
                    <a:pt x="1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3" name="Google Shape;11965;p64">
              <a:extLst>
                <a:ext uri="{FF2B5EF4-FFF2-40B4-BE49-F238E27FC236}">
                  <a16:creationId xmlns:a16="http://schemas.microsoft.com/office/drawing/2014/main" id="{155D7CE7-A98C-A0E5-C6A4-A500C0C73FD0}"/>
                </a:ext>
              </a:extLst>
            </p:cNvPr>
            <p:cNvSpPr/>
            <p:nvPr/>
          </p:nvSpPr>
          <p:spPr>
            <a:xfrm>
              <a:off x="7356610" y="3200843"/>
              <a:ext cx="58362" cy="24363"/>
            </a:xfrm>
            <a:custGeom>
              <a:avLst/>
              <a:gdLst/>
              <a:ahLst/>
              <a:cxnLst/>
              <a:rect l="l" t="t" r="r" b="b"/>
              <a:pathLst>
                <a:path w="1835" h="766" extrusionOk="0">
                  <a:moveTo>
                    <a:pt x="1669" y="1"/>
                  </a:moveTo>
                  <a:cubicBezTo>
                    <a:pt x="1636" y="1"/>
                    <a:pt x="1603" y="13"/>
                    <a:pt x="1572" y="39"/>
                  </a:cubicBezTo>
                  <a:cubicBezTo>
                    <a:pt x="1572" y="39"/>
                    <a:pt x="1120" y="348"/>
                    <a:pt x="155" y="444"/>
                  </a:cubicBezTo>
                  <a:cubicBezTo>
                    <a:pt x="60" y="456"/>
                    <a:pt x="0" y="527"/>
                    <a:pt x="0" y="622"/>
                  </a:cubicBezTo>
                  <a:cubicBezTo>
                    <a:pt x="24" y="706"/>
                    <a:pt x="84" y="765"/>
                    <a:pt x="167" y="765"/>
                  </a:cubicBezTo>
                  <a:lnTo>
                    <a:pt x="179" y="765"/>
                  </a:lnTo>
                  <a:cubicBezTo>
                    <a:pt x="1263" y="658"/>
                    <a:pt x="1739" y="325"/>
                    <a:pt x="1763" y="301"/>
                  </a:cubicBezTo>
                  <a:cubicBezTo>
                    <a:pt x="1822" y="229"/>
                    <a:pt x="1834" y="146"/>
                    <a:pt x="1786" y="63"/>
                  </a:cubicBezTo>
                  <a:cubicBezTo>
                    <a:pt x="1753" y="22"/>
                    <a:pt x="1711" y="1"/>
                    <a:pt x="1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4" name="Google Shape;11966;p64">
              <a:extLst>
                <a:ext uri="{FF2B5EF4-FFF2-40B4-BE49-F238E27FC236}">
                  <a16:creationId xmlns:a16="http://schemas.microsoft.com/office/drawing/2014/main" id="{D97C6F80-03E6-646A-565C-D0B916BA407E}"/>
                </a:ext>
              </a:extLst>
            </p:cNvPr>
            <p:cNvSpPr/>
            <p:nvPr/>
          </p:nvSpPr>
          <p:spPr>
            <a:xfrm>
              <a:off x="7068806" y="3188821"/>
              <a:ext cx="179539" cy="24617"/>
            </a:xfrm>
            <a:custGeom>
              <a:avLst/>
              <a:gdLst/>
              <a:ahLst/>
              <a:cxnLst/>
              <a:rect l="l" t="t" r="r" b="b"/>
              <a:pathLst>
                <a:path w="5645" h="774" extrusionOk="0">
                  <a:moveTo>
                    <a:pt x="1675" y="1"/>
                  </a:moveTo>
                  <a:cubicBezTo>
                    <a:pt x="1452" y="1"/>
                    <a:pt x="1243" y="9"/>
                    <a:pt x="1048" y="24"/>
                  </a:cubicBezTo>
                  <a:cubicBezTo>
                    <a:pt x="632" y="60"/>
                    <a:pt x="322" y="131"/>
                    <a:pt x="144" y="202"/>
                  </a:cubicBezTo>
                  <a:cubicBezTo>
                    <a:pt x="36" y="250"/>
                    <a:pt x="1" y="369"/>
                    <a:pt x="84" y="464"/>
                  </a:cubicBezTo>
                  <a:cubicBezTo>
                    <a:pt x="106" y="502"/>
                    <a:pt x="147" y="520"/>
                    <a:pt x="189" y="520"/>
                  </a:cubicBezTo>
                  <a:cubicBezTo>
                    <a:pt x="215" y="520"/>
                    <a:pt x="240" y="514"/>
                    <a:pt x="263" y="500"/>
                  </a:cubicBezTo>
                  <a:cubicBezTo>
                    <a:pt x="394" y="441"/>
                    <a:pt x="656" y="369"/>
                    <a:pt x="1168" y="345"/>
                  </a:cubicBezTo>
                  <a:cubicBezTo>
                    <a:pt x="1340" y="332"/>
                    <a:pt x="1521" y="327"/>
                    <a:pt x="1709" y="327"/>
                  </a:cubicBezTo>
                  <a:cubicBezTo>
                    <a:pt x="2909" y="327"/>
                    <a:pt x="4373" y="568"/>
                    <a:pt x="5454" y="774"/>
                  </a:cubicBezTo>
                  <a:lnTo>
                    <a:pt x="5478" y="774"/>
                  </a:lnTo>
                  <a:cubicBezTo>
                    <a:pt x="5561" y="774"/>
                    <a:pt x="5632" y="714"/>
                    <a:pt x="5644" y="643"/>
                  </a:cubicBezTo>
                  <a:cubicBezTo>
                    <a:pt x="5644" y="560"/>
                    <a:pt x="5585" y="488"/>
                    <a:pt x="5513" y="464"/>
                  </a:cubicBezTo>
                  <a:cubicBezTo>
                    <a:pt x="3958" y="153"/>
                    <a:pt x="2672" y="1"/>
                    <a:pt x="16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5" name="Google Shape;11967;p64">
              <a:extLst>
                <a:ext uri="{FF2B5EF4-FFF2-40B4-BE49-F238E27FC236}">
                  <a16:creationId xmlns:a16="http://schemas.microsoft.com/office/drawing/2014/main" id="{F0A2DDEC-F645-D40B-DC17-16E1AC6C1D6B}"/>
                </a:ext>
              </a:extLst>
            </p:cNvPr>
            <p:cNvSpPr/>
            <p:nvPr/>
          </p:nvSpPr>
          <p:spPr>
            <a:xfrm>
              <a:off x="7361158" y="3154726"/>
              <a:ext cx="49997" cy="20482"/>
            </a:xfrm>
            <a:custGeom>
              <a:avLst/>
              <a:gdLst/>
              <a:ahLst/>
              <a:cxnLst/>
              <a:rect l="l" t="t" r="r" b="b"/>
              <a:pathLst>
                <a:path w="1572" h="644" extrusionOk="0">
                  <a:moveTo>
                    <a:pt x="1375" y="1"/>
                  </a:moveTo>
                  <a:cubicBezTo>
                    <a:pt x="1352" y="1"/>
                    <a:pt x="1330" y="5"/>
                    <a:pt x="1310" y="12"/>
                  </a:cubicBezTo>
                  <a:cubicBezTo>
                    <a:pt x="1131" y="120"/>
                    <a:pt x="750" y="251"/>
                    <a:pt x="143" y="310"/>
                  </a:cubicBezTo>
                  <a:cubicBezTo>
                    <a:pt x="60" y="322"/>
                    <a:pt x="0" y="382"/>
                    <a:pt x="0" y="477"/>
                  </a:cubicBezTo>
                  <a:cubicBezTo>
                    <a:pt x="0" y="560"/>
                    <a:pt x="72" y="643"/>
                    <a:pt x="155" y="643"/>
                  </a:cubicBezTo>
                  <a:lnTo>
                    <a:pt x="179" y="643"/>
                  </a:lnTo>
                  <a:cubicBezTo>
                    <a:pt x="881" y="584"/>
                    <a:pt x="1274" y="417"/>
                    <a:pt x="1465" y="310"/>
                  </a:cubicBezTo>
                  <a:cubicBezTo>
                    <a:pt x="1560" y="251"/>
                    <a:pt x="1572" y="120"/>
                    <a:pt x="1501" y="48"/>
                  </a:cubicBezTo>
                  <a:cubicBezTo>
                    <a:pt x="1469" y="16"/>
                    <a:pt x="1421" y="1"/>
                    <a:pt x="13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6" name="Google Shape;11968;p64">
              <a:extLst>
                <a:ext uri="{FF2B5EF4-FFF2-40B4-BE49-F238E27FC236}">
                  <a16:creationId xmlns:a16="http://schemas.microsoft.com/office/drawing/2014/main" id="{E541E970-7484-14C3-25A4-08E0E38C4A07}"/>
                </a:ext>
              </a:extLst>
            </p:cNvPr>
            <p:cNvSpPr/>
            <p:nvPr/>
          </p:nvSpPr>
          <p:spPr>
            <a:xfrm>
              <a:off x="7155920" y="3139523"/>
              <a:ext cx="148084" cy="33045"/>
            </a:xfrm>
            <a:custGeom>
              <a:avLst/>
              <a:gdLst/>
              <a:ahLst/>
              <a:cxnLst/>
              <a:rect l="l" t="t" r="r" b="b"/>
              <a:pathLst>
                <a:path w="4656" h="1039" extrusionOk="0">
                  <a:moveTo>
                    <a:pt x="172" y="1"/>
                  </a:moveTo>
                  <a:cubicBezTo>
                    <a:pt x="97" y="1"/>
                    <a:pt x="34" y="68"/>
                    <a:pt x="12" y="145"/>
                  </a:cubicBezTo>
                  <a:cubicBezTo>
                    <a:pt x="0" y="240"/>
                    <a:pt x="84" y="312"/>
                    <a:pt x="167" y="324"/>
                  </a:cubicBezTo>
                  <a:cubicBezTo>
                    <a:pt x="726" y="383"/>
                    <a:pt x="1536" y="526"/>
                    <a:pt x="2489" y="705"/>
                  </a:cubicBezTo>
                  <a:cubicBezTo>
                    <a:pt x="3382" y="883"/>
                    <a:pt x="4001" y="979"/>
                    <a:pt x="4477" y="1038"/>
                  </a:cubicBezTo>
                  <a:lnTo>
                    <a:pt x="4501" y="1038"/>
                  </a:lnTo>
                  <a:cubicBezTo>
                    <a:pt x="4572" y="1038"/>
                    <a:pt x="4644" y="979"/>
                    <a:pt x="4656" y="895"/>
                  </a:cubicBezTo>
                  <a:cubicBezTo>
                    <a:pt x="4644" y="824"/>
                    <a:pt x="4584" y="740"/>
                    <a:pt x="4501" y="729"/>
                  </a:cubicBezTo>
                  <a:cubicBezTo>
                    <a:pt x="4036" y="669"/>
                    <a:pt x="3417" y="562"/>
                    <a:pt x="2536" y="383"/>
                  </a:cubicBezTo>
                  <a:cubicBezTo>
                    <a:pt x="1584" y="193"/>
                    <a:pt x="762" y="62"/>
                    <a:pt x="191" y="2"/>
                  </a:cubicBezTo>
                  <a:cubicBezTo>
                    <a:pt x="185" y="1"/>
                    <a:pt x="178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7" name="Google Shape;9735;p61">
            <a:extLst>
              <a:ext uri="{FF2B5EF4-FFF2-40B4-BE49-F238E27FC236}">
                <a16:creationId xmlns:a16="http://schemas.microsoft.com/office/drawing/2014/main" id="{3FBC53F1-0D20-B085-19ED-5E14845BE59F}"/>
              </a:ext>
            </a:extLst>
          </p:cNvPr>
          <p:cNvGrpSpPr/>
          <p:nvPr/>
        </p:nvGrpSpPr>
        <p:grpSpPr>
          <a:xfrm>
            <a:off x="7316008" y="7256510"/>
            <a:ext cx="364135" cy="359930"/>
            <a:chOff x="2174559" y="3356116"/>
            <a:chExt cx="364135" cy="359930"/>
          </a:xfrm>
          <a:solidFill>
            <a:srgbClr val="00806E"/>
          </a:solidFill>
        </p:grpSpPr>
        <p:sp>
          <p:nvSpPr>
            <p:cNvPr id="58" name="Google Shape;9736;p61">
              <a:extLst>
                <a:ext uri="{FF2B5EF4-FFF2-40B4-BE49-F238E27FC236}">
                  <a16:creationId xmlns:a16="http://schemas.microsoft.com/office/drawing/2014/main" id="{25FE3636-3618-D6D5-68B8-8618D80E6B76}"/>
                </a:ext>
              </a:extLst>
            </p:cNvPr>
            <p:cNvSpPr/>
            <p:nvPr/>
          </p:nvSpPr>
          <p:spPr>
            <a:xfrm>
              <a:off x="2273915" y="3452414"/>
              <a:ext cx="166920" cy="166920"/>
            </a:xfrm>
            <a:custGeom>
              <a:avLst/>
              <a:gdLst/>
              <a:ahLst/>
              <a:cxnLst/>
              <a:rect l="l" t="t" r="r" b="b"/>
              <a:pathLst>
                <a:path w="5240" h="5240" extrusionOk="0">
                  <a:moveTo>
                    <a:pt x="4715" y="358"/>
                  </a:moveTo>
                  <a:cubicBezTo>
                    <a:pt x="4763" y="358"/>
                    <a:pt x="4787" y="370"/>
                    <a:pt x="4811" y="406"/>
                  </a:cubicBezTo>
                  <a:cubicBezTo>
                    <a:pt x="4846" y="429"/>
                    <a:pt x="4858" y="477"/>
                    <a:pt x="4858" y="513"/>
                  </a:cubicBezTo>
                  <a:cubicBezTo>
                    <a:pt x="4858" y="548"/>
                    <a:pt x="4846" y="584"/>
                    <a:pt x="4811" y="608"/>
                  </a:cubicBezTo>
                  <a:lnTo>
                    <a:pt x="4418" y="1013"/>
                  </a:lnTo>
                  <a:lnTo>
                    <a:pt x="4192" y="787"/>
                  </a:lnTo>
                  <a:lnTo>
                    <a:pt x="4608" y="406"/>
                  </a:lnTo>
                  <a:cubicBezTo>
                    <a:pt x="4644" y="370"/>
                    <a:pt x="4680" y="358"/>
                    <a:pt x="4715" y="358"/>
                  </a:cubicBezTo>
                  <a:close/>
                  <a:moveTo>
                    <a:pt x="3965" y="1048"/>
                  </a:moveTo>
                  <a:lnTo>
                    <a:pt x="4192" y="1263"/>
                  </a:lnTo>
                  <a:lnTo>
                    <a:pt x="3358" y="2084"/>
                  </a:lnTo>
                  <a:lnTo>
                    <a:pt x="3132" y="1858"/>
                  </a:lnTo>
                  <a:lnTo>
                    <a:pt x="3965" y="1048"/>
                  </a:lnTo>
                  <a:close/>
                  <a:moveTo>
                    <a:pt x="2894" y="2096"/>
                  </a:moveTo>
                  <a:lnTo>
                    <a:pt x="3120" y="2322"/>
                  </a:lnTo>
                  <a:lnTo>
                    <a:pt x="2287" y="3156"/>
                  </a:lnTo>
                  <a:lnTo>
                    <a:pt x="2060" y="2930"/>
                  </a:lnTo>
                  <a:lnTo>
                    <a:pt x="2894" y="2096"/>
                  </a:lnTo>
                  <a:close/>
                  <a:moveTo>
                    <a:pt x="1846" y="3168"/>
                  </a:moveTo>
                  <a:lnTo>
                    <a:pt x="2060" y="3394"/>
                  </a:lnTo>
                  <a:lnTo>
                    <a:pt x="1227" y="4227"/>
                  </a:lnTo>
                  <a:lnTo>
                    <a:pt x="1013" y="4001"/>
                  </a:lnTo>
                  <a:lnTo>
                    <a:pt x="1846" y="3168"/>
                  </a:lnTo>
                  <a:close/>
                  <a:moveTo>
                    <a:pt x="774" y="4227"/>
                  </a:moveTo>
                  <a:lnTo>
                    <a:pt x="989" y="4454"/>
                  </a:lnTo>
                  <a:lnTo>
                    <a:pt x="596" y="4858"/>
                  </a:lnTo>
                  <a:cubicBezTo>
                    <a:pt x="560" y="4882"/>
                    <a:pt x="513" y="4894"/>
                    <a:pt x="489" y="4894"/>
                  </a:cubicBezTo>
                  <a:cubicBezTo>
                    <a:pt x="441" y="4894"/>
                    <a:pt x="417" y="4882"/>
                    <a:pt x="382" y="4858"/>
                  </a:cubicBezTo>
                  <a:cubicBezTo>
                    <a:pt x="358" y="4823"/>
                    <a:pt x="334" y="4775"/>
                    <a:pt x="334" y="4751"/>
                  </a:cubicBezTo>
                  <a:cubicBezTo>
                    <a:pt x="322" y="4704"/>
                    <a:pt x="334" y="4656"/>
                    <a:pt x="370" y="4632"/>
                  </a:cubicBezTo>
                  <a:lnTo>
                    <a:pt x="774" y="4227"/>
                  </a:lnTo>
                  <a:close/>
                  <a:moveTo>
                    <a:pt x="4739" y="1"/>
                  </a:moveTo>
                  <a:cubicBezTo>
                    <a:pt x="4608" y="1"/>
                    <a:pt x="4489" y="48"/>
                    <a:pt x="4406" y="144"/>
                  </a:cubicBezTo>
                  <a:lnTo>
                    <a:pt x="4001" y="548"/>
                  </a:lnTo>
                  <a:lnTo>
                    <a:pt x="3846" y="406"/>
                  </a:lnTo>
                  <a:cubicBezTo>
                    <a:pt x="3816" y="376"/>
                    <a:pt x="3772" y="361"/>
                    <a:pt x="3727" y="361"/>
                  </a:cubicBezTo>
                  <a:cubicBezTo>
                    <a:pt x="3683" y="361"/>
                    <a:pt x="3638" y="376"/>
                    <a:pt x="3608" y="406"/>
                  </a:cubicBezTo>
                  <a:cubicBezTo>
                    <a:pt x="3549" y="465"/>
                    <a:pt x="3549" y="584"/>
                    <a:pt x="3608" y="644"/>
                  </a:cubicBezTo>
                  <a:lnTo>
                    <a:pt x="3763" y="787"/>
                  </a:lnTo>
                  <a:lnTo>
                    <a:pt x="2929" y="1620"/>
                  </a:lnTo>
                  <a:lnTo>
                    <a:pt x="2775" y="1477"/>
                  </a:lnTo>
                  <a:cubicBezTo>
                    <a:pt x="2745" y="1447"/>
                    <a:pt x="2700" y="1432"/>
                    <a:pt x="2656" y="1432"/>
                  </a:cubicBezTo>
                  <a:cubicBezTo>
                    <a:pt x="2611" y="1432"/>
                    <a:pt x="2566" y="1447"/>
                    <a:pt x="2537" y="1477"/>
                  </a:cubicBezTo>
                  <a:cubicBezTo>
                    <a:pt x="2477" y="1537"/>
                    <a:pt x="2477" y="1656"/>
                    <a:pt x="2537" y="1715"/>
                  </a:cubicBezTo>
                  <a:lnTo>
                    <a:pt x="2691" y="1858"/>
                  </a:lnTo>
                  <a:lnTo>
                    <a:pt x="1858" y="2692"/>
                  </a:lnTo>
                  <a:lnTo>
                    <a:pt x="1703" y="2549"/>
                  </a:lnTo>
                  <a:cubicBezTo>
                    <a:pt x="1673" y="2519"/>
                    <a:pt x="1629" y="2504"/>
                    <a:pt x="1584" y="2504"/>
                  </a:cubicBezTo>
                  <a:cubicBezTo>
                    <a:pt x="1539" y="2504"/>
                    <a:pt x="1495" y="2519"/>
                    <a:pt x="1465" y="2549"/>
                  </a:cubicBezTo>
                  <a:cubicBezTo>
                    <a:pt x="1405" y="2608"/>
                    <a:pt x="1405" y="2727"/>
                    <a:pt x="1465" y="2787"/>
                  </a:cubicBezTo>
                  <a:lnTo>
                    <a:pt x="1620" y="2930"/>
                  </a:lnTo>
                  <a:lnTo>
                    <a:pt x="786" y="3763"/>
                  </a:lnTo>
                  <a:lnTo>
                    <a:pt x="632" y="3620"/>
                  </a:lnTo>
                  <a:cubicBezTo>
                    <a:pt x="602" y="3590"/>
                    <a:pt x="557" y="3576"/>
                    <a:pt x="513" y="3576"/>
                  </a:cubicBezTo>
                  <a:cubicBezTo>
                    <a:pt x="468" y="3576"/>
                    <a:pt x="423" y="3590"/>
                    <a:pt x="393" y="3620"/>
                  </a:cubicBezTo>
                  <a:cubicBezTo>
                    <a:pt x="334" y="3680"/>
                    <a:pt x="334" y="3799"/>
                    <a:pt x="393" y="3858"/>
                  </a:cubicBezTo>
                  <a:lnTo>
                    <a:pt x="548" y="4001"/>
                  </a:lnTo>
                  <a:lnTo>
                    <a:pt x="143" y="4406"/>
                  </a:lnTo>
                  <a:cubicBezTo>
                    <a:pt x="36" y="4477"/>
                    <a:pt x="1" y="4620"/>
                    <a:pt x="1" y="4751"/>
                  </a:cubicBezTo>
                  <a:cubicBezTo>
                    <a:pt x="1" y="4882"/>
                    <a:pt x="36" y="5001"/>
                    <a:pt x="143" y="5097"/>
                  </a:cubicBezTo>
                  <a:cubicBezTo>
                    <a:pt x="239" y="5180"/>
                    <a:pt x="370" y="5239"/>
                    <a:pt x="489" y="5239"/>
                  </a:cubicBezTo>
                  <a:cubicBezTo>
                    <a:pt x="620" y="5239"/>
                    <a:pt x="739" y="5192"/>
                    <a:pt x="834" y="5097"/>
                  </a:cubicBezTo>
                  <a:lnTo>
                    <a:pt x="1227" y="4692"/>
                  </a:lnTo>
                  <a:lnTo>
                    <a:pt x="1382" y="4835"/>
                  </a:lnTo>
                  <a:cubicBezTo>
                    <a:pt x="1405" y="4870"/>
                    <a:pt x="1453" y="4882"/>
                    <a:pt x="1501" y="4882"/>
                  </a:cubicBezTo>
                  <a:cubicBezTo>
                    <a:pt x="1548" y="4882"/>
                    <a:pt x="1584" y="4870"/>
                    <a:pt x="1620" y="4835"/>
                  </a:cubicBezTo>
                  <a:cubicBezTo>
                    <a:pt x="1679" y="4775"/>
                    <a:pt x="1679" y="4656"/>
                    <a:pt x="1620" y="4597"/>
                  </a:cubicBezTo>
                  <a:lnTo>
                    <a:pt x="1465" y="4454"/>
                  </a:lnTo>
                  <a:lnTo>
                    <a:pt x="2298" y="3620"/>
                  </a:lnTo>
                  <a:lnTo>
                    <a:pt x="2453" y="3763"/>
                  </a:lnTo>
                  <a:cubicBezTo>
                    <a:pt x="2477" y="3799"/>
                    <a:pt x="2525" y="3811"/>
                    <a:pt x="2572" y="3811"/>
                  </a:cubicBezTo>
                  <a:cubicBezTo>
                    <a:pt x="2620" y="3811"/>
                    <a:pt x="2656" y="3799"/>
                    <a:pt x="2691" y="3763"/>
                  </a:cubicBezTo>
                  <a:cubicBezTo>
                    <a:pt x="2751" y="3704"/>
                    <a:pt x="2751" y="3584"/>
                    <a:pt x="2691" y="3525"/>
                  </a:cubicBezTo>
                  <a:lnTo>
                    <a:pt x="2537" y="3382"/>
                  </a:lnTo>
                  <a:lnTo>
                    <a:pt x="3370" y="2549"/>
                  </a:lnTo>
                  <a:lnTo>
                    <a:pt x="3525" y="2692"/>
                  </a:lnTo>
                  <a:cubicBezTo>
                    <a:pt x="3549" y="2727"/>
                    <a:pt x="3596" y="2739"/>
                    <a:pt x="3644" y="2739"/>
                  </a:cubicBezTo>
                  <a:cubicBezTo>
                    <a:pt x="3691" y="2739"/>
                    <a:pt x="3727" y="2727"/>
                    <a:pt x="3763" y="2692"/>
                  </a:cubicBezTo>
                  <a:cubicBezTo>
                    <a:pt x="3822" y="2632"/>
                    <a:pt x="3822" y="2513"/>
                    <a:pt x="3763" y="2453"/>
                  </a:cubicBezTo>
                  <a:lnTo>
                    <a:pt x="3608" y="2311"/>
                  </a:lnTo>
                  <a:lnTo>
                    <a:pt x="4442" y="1477"/>
                  </a:lnTo>
                  <a:lnTo>
                    <a:pt x="4596" y="1620"/>
                  </a:lnTo>
                  <a:cubicBezTo>
                    <a:pt x="4620" y="1656"/>
                    <a:pt x="4668" y="1668"/>
                    <a:pt x="4715" y="1668"/>
                  </a:cubicBezTo>
                  <a:cubicBezTo>
                    <a:pt x="4763" y="1668"/>
                    <a:pt x="4799" y="1656"/>
                    <a:pt x="4834" y="1620"/>
                  </a:cubicBezTo>
                  <a:cubicBezTo>
                    <a:pt x="4894" y="1560"/>
                    <a:pt x="4894" y="1441"/>
                    <a:pt x="4834" y="1382"/>
                  </a:cubicBezTo>
                  <a:lnTo>
                    <a:pt x="4680" y="1239"/>
                  </a:lnTo>
                  <a:lnTo>
                    <a:pt x="5085" y="834"/>
                  </a:lnTo>
                  <a:cubicBezTo>
                    <a:pt x="5180" y="739"/>
                    <a:pt x="5239" y="608"/>
                    <a:pt x="5239" y="489"/>
                  </a:cubicBezTo>
                  <a:cubicBezTo>
                    <a:pt x="5239" y="358"/>
                    <a:pt x="5192" y="239"/>
                    <a:pt x="5085" y="144"/>
                  </a:cubicBezTo>
                  <a:cubicBezTo>
                    <a:pt x="5001" y="60"/>
                    <a:pt x="4858" y="1"/>
                    <a:pt x="4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59" name="Google Shape;9737;p61">
              <a:extLst>
                <a:ext uri="{FF2B5EF4-FFF2-40B4-BE49-F238E27FC236}">
                  <a16:creationId xmlns:a16="http://schemas.microsoft.com/office/drawing/2014/main" id="{AA7C3E1C-54D1-D9BF-12FB-9875C6D6A582}"/>
                </a:ext>
              </a:extLst>
            </p:cNvPr>
            <p:cNvSpPr/>
            <p:nvPr/>
          </p:nvSpPr>
          <p:spPr>
            <a:xfrm>
              <a:off x="2174559" y="3356116"/>
              <a:ext cx="364135" cy="359930"/>
            </a:xfrm>
            <a:custGeom>
              <a:avLst/>
              <a:gdLst/>
              <a:ahLst/>
              <a:cxnLst/>
              <a:rect l="l" t="t" r="r" b="b"/>
              <a:pathLst>
                <a:path w="11431" h="11299" extrusionOk="0">
                  <a:moveTo>
                    <a:pt x="8142" y="339"/>
                  </a:moveTo>
                  <a:cubicBezTo>
                    <a:pt x="8988" y="339"/>
                    <a:pt x="9829" y="482"/>
                    <a:pt x="10632" y="750"/>
                  </a:cubicBezTo>
                  <a:cubicBezTo>
                    <a:pt x="10930" y="1631"/>
                    <a:pt x="11061" y="2583"/>
                    <a:pt x="11037" y="3500"/>
                  </a:cubicBezTo>
                  <a:lnTo>
                    <a:pt x="7858" y="345"/>
                  </a:lnTo>
                  <a:cubicBezTo>
                    <a:pt x="7953" y="341"/>
                    <a:pt x="8048" y="339"/>
                    <a:pt x="8142" y="339"/>
                  </a:cubicBezTo>
                  <a:close/>
                  <a:moveTo>
                    <a:pt x="572" y="6453"/>
                  </a:moveTo>
                  <a:lnTo>
                    <a:pt x="4917" y="10798"/>
                  </a:lnTo>
                  <a:cubicBezTo>
                    <a:pt x="4620" y="10858"/>
                    <a:pt x="4322" y="10894"/>
                    <a:pt x="4001" y="10929"/>
                  </a:cubicBezTo>
                  <a:lnTo>
                    <a:pt x="441" y="7358"/>
                  </a:lnTo>
                  <a:cubicBezTo>
                    <a:pt x="464" y="7060"/>
                    <a:pt x="512" y="6750"/>
                    <a:pt x="572" y="6453"/>
                  </a:cubicBezTo>
                  <a:close/>
                  <a:moveTo>
                    <a:pt x="405" y="7798"/>
                  </a:moveTo>
                  <a:lnTo>
                    <a:pt x="3560" y="10953"/>
                  </a:lnTo>
                  <a:cubicBezTo>
                    <a:pt x="3462" y="10957"/>
                    <a:pt x="3363" y="10959"/>
                    <a:pt x="3264" y="10959"/>
                  </a:cubicBezTo>
                  <a:cubicBezTo>
                    <a:pt x="2440" y="10959"/>
                    <a:pt x="1596" y="10826"/>
                    <a:pt x="810" y="10560"/>
                  </a:cubicBezTo>
                  <a:cubicBezTo>
                    <a:pt x="512" y="9679"/>
                    <a:pt x="381" y="8727"/>
                    <a:pt x="405" y="7798"/>
                  </a:cubicBezTo>
                  <a:close/>
                  <a:moveTo>
                    <a:pt x="8188" y="1"/>
                  </a:moveTo>
                  <a:cubicBezTo>
                    <a:pt x="7942" y="1"/>
                    <a:pt x="7697" y="12"/>
                    <a:pt x="7453" y="35"/>
                  </a:cubicBezTo>
                  <a:cubicBezTo>
                    <a:pt x="7013" y="71"/>
                    <a:pt x="6560" y="154"/>
                    <a:pt x="6132" y="261"/>
                  </a:cubicBezTo>
                  <a:cubicBezTo>
                    <a:pt x="4739" y="607"/>
                    <a:pt x="3453" y="1345"/>
                    <a:pt x="2429" y="2369"/>
                  </a:cubicBezTo>
                  <a:cubicBezTo>
                    <a:pt x="1893" y="2905"/>
                    <a:pt x="1429" y="3512"/>
                    <a:pt x="1072" y="4167"/>
                  </a:cubicBezTo>
                  <a:cubicBezTo>
                    <a:pt x="1024" y="4250"/>
                    <a:pt x="1060" y="4345"/>
                    <a:pt x="1131" y="4393"/>
                  </a:cubicBezTo>
                  <a:cubicBezTo>
                    <a:pt x="1154" y="4408"/>
                    <a:pt x="1180" y="4415"/>
                    <a:pt x="1206" y="4415"/>
                  </a:cubicBezTo>
                  <a:cubicBezTo>
                    <a:pt x="1264" y="4415"/>
                    <a:pt x="1325" y="4382"/>
                    <a:pt x="1357" y="4333"/>
                  </a:cubicBezTo>
                  <a:cubicBezTo>
                    <a:pt x="1703" y="3714"/>
                    <a:pt x="2143" y="3131"/>
                    <a:pt x="2655" y="2607"/>
                  </a:cubicBezTo>
                  <a:cubicBezTo>
                    <a:pt x="3620" y="1643"/>
                    <a:pt x="4810" y="952"/>
                    <a:pt x="6108" y="595"/>
                  </a:cubicBezTo>
                  <a:lnTo>
                    <a:pt x="9156" y="3655"/>
                  </a:lnTo>
                  <a:cubicBezTo>
                    <a:pt x="9180" y="3679"/>
                    <a:pt x="9227" y="3690"/>
                    <a:pt x="9275" y="3690"/>
                  </a:cubicBezTo>
                  <a:cubicBezTo>
                    <a:pt x="9323" y="3690"/>
                    <a:pt x="9358" y="3679"/>
                    <a:pt x="9394" y="3655"/>
                  </a:cubicBezTo>
                  <a:cubicBezTo>
                    <a:pt x="9454" y="3595"/>
                    <a:pt x="9454" y="3476"/>
                    <a:pt x="9394" y="3417"/>
                  </a:cubicBezTo>
                  <a:lnTo>
                    <a:pt x="6489" y="511"/>
                  </a:lnTo>
                  <a:cubicBezTo>
                    <a:pt x="6787" y="452"/>
                    <a:pt x="7084" y="404"/>
                    <a:pt x="7394" y="381"/>
                  </a:cubicBezTo>
                  <a:lnTo>
                    <a:pt x="10966" y="3952"/>
                  </a:lnTo>
                  <a:cubicBezTo>
                    <a:pt x="10942" y="4250"/>
                    <a:pt x="10894" y="4560"/>
                    <a:pt x="10835" y="4857"/>
                  </a:cubicBezTo>
                  <a:lnTo>
                    <a:pt x="9954" y="3976"/>
                  </a:lnTo>
                  <a:cubicBezTo>
                    <a:pt x="9924" y="3946"/>
                    <a:pt x="9879" y="3932"/>
                    <a:pt x="9835" y="3932"/>
                  </a:cubicBezTo>
                  <a:cubicBezTo>
                    <a:pt x="9790" y="3932"/>
                    <a:pt x="9745" y="3946"/>
                    <a:pt x="9716" y="3976"/>
                  </a:cubicBezTo>
                  <a:cubicBezTo>
                    <a:pt x="9656" y="4036"/>
                    <a:pt x="9656" y="4155"/>
                    <a:pt x="9716" y="4214"/>
                  </a:cubicBezTo>
                  <a:lnTo>
                    <a:pt x="10751" y="5238"/>
                  </a:lnTo>
                  <a:cubicBezTo>
                    <a:pt x="10394" y="6548"/>
                    <a:pt x="9704" y="7739"/>
                    <a:pt x="8751" y="8691"/>
                  </a:cubicBezTo>
                  <a:cubicBezTo>
                    <a:pt x="7787" y="9667"/>
                    <a:pt x="6596" y="10346"/>
                    <a:pt x="5298" y="10703"/>
                  </a:cubicBezTo>
                  <a:lnTo>
                    <a:pt x="679" y="6060"/>
                  </a:lnTo>
                  <a:cubicBezTo>
                    <a:pt x="762" y="5715"/>
                    <a:pt x="881" y="5381"/>
                    <a:pt x="1012" y="5048"/>
                  </a:cubicBezTo>
                  <a:cubicBezTo>
                    <a:pt x="1048" y="4964"/>
                    <a:pt x="1012" y="4869"/>
                    <a:pt x="929" y="4822"/>
                  </a:cubicBezTo>
                  <a:cubicBezTo>
                    <a:pt x="906" y="4816"/>
                    <a:pt x="884" y="4813"/>
                    <a:pt x="864" y="4813"/>
                  </a:cubicBezTo>
                  <a:cubicBezTo>
                    <a:pt x="796" y="4813"/>
                    <a:pt x="739" y="4844"/>
                    <a:pt x="703" y="4917"/>
                  </a:cubicBezTo>
                  <a:cubicBezTo>
                    <a:pt x="536" y="5286"/>
                    <a:pt x="417" y="5679"/>
                    <a:pt x="322" y="6072"/>
                  </a:cubicBezTo>
                  <a:cubicBezTo>
                    <a:pt x="214" y="6512"/>
                    <a:pt x="143" y="6953"/>
                    <a:pt x="95" y="7405"/>
                  </a:cubicBezTo>
                  <a:cubicBezTo>
                    <a:pt x="0" y="8548"/>
                    <a:pt x="143" y="9667"/>
                    <a:pt x="512" y="10751"/>
                  </a:cubicBezTo>
                  <a:cubicBezTo>
                    <a:pt x="524" y="10798"/>
                    <a:pt x="572" y="10834"/>
                    <a:pt x="619" y="10858"/>
                  </a:cubicBezTo>
                  <a:cubicBezTo>
                    <a:pt x="1465" y="11156"/>
                    <a:pt x="2381" y="11299"/>
                    <a:pt x="3298" y="11299"/>
                  </a:cubicBezTo>
                  <a:cubicBezTo>
                    <a:pt x="3512" y="11299"/>
                    <a:pt x="3739" y="11287"/>
                    <a:pt x="3965" y="11275"/>
                  </a:cubicBezTo>
                  <a:cubicBezTo>
                    <a:pt x="4405" y="11227"/>
                    <a:pt x="4858" y="11156"/>
                    <a:pt x="5286" y="11049"/>
                  </a:cubicBezTo>
                  <a:cubicBezTo>
                    <a:pt x="6680" y="10691"/>
                    <a:pt x="7965" y="9965"/>
                    <a:pt x="8989" y="8929"/>
                  </a:cubicBezTo>
                  <a:cubicBezTo>
                    <a:pt x="10013" y="7905"/>
                    <a:pt x="10751" y="6631"/>
                    <a:pt x="11109" y="5226"/>
                  </a:cubicBezTo>
                  <a:cubicBezTo>
                    <a:pt x="11204" y="4798"/>
                    <a:pt x="11287" y="4345"/>
                    <a:pt x="11323" y="3905"/>
                  </a:cubicBezTo>
                  <a:cubicBezTo>
                    <a:pt x="11430" y="2774"/>
                    <a:pt x="11287" y="1631"/>
                    <a:pt x="10906" y="559"/>
                  </a:cubicBezTo>
                  <a:cubicBezTo>
                    <a:pt x="10894" y="511"/>
                    <a:pt x="10859" y="464"/>
                    <a:pt x="10811" y="452"/>
                  </a:cubicBezTo>
                  <a:cubicBezTo>
                    <a:pt x="9980" y="153"/>
                    <a:pt x="9082" y="1"/>
                    <a:pt x="81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pic>
        <p:nvPicPr>
          <p:cNvPr id="2" name="Grafik 1">
            <a:extLst>
              <a:ext uri="{FF2B5EF4-FFF2-40B4-BE49-F238E27FC236}">
                <a16:creationId xmlns:a16="http://schemas.microsoft.com/office/drawing/2014/main" id="{49064BB8-446E-2F9B-FEE6-B80F4AFA64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12" b="3288"/>
          <a:stretch>
            <a:fillRect/>
          </a:stretch>
        </p:blipFill>
        <p:spPr>
          <a:xfrm rot="607117">
            <a:off x="8855370" y="1048587"/>
            <a:ext cx="3057179" cy="3385448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FFFFFF">
              <a:shade val="85000"/>
            </a:srgbClr>
          </a:solidFill>
          <a:ln w="88900" cap="sq">
            <a:solidFill>
              <a:srgbClr val="C2FE06"/>
            </a:solidFill>
            <a:miter lim="800000"/>
          </a:ln>
          <a:effectLst>
            <a:outerShdw blurRad="50800" dist="114300" dir="2700000" algn="tl" rotWithShape="0">
              <a:prstClr val="black">
                <a:alpha val="5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F99E8502-4AE2-8B10-0593-E86FA509B902}"/>
              </a:ext>
            </a:extLst>
          </p:cNvPr>
          <p:cNvGrpSpPr/>
          <p:nvPr/>
        </p:nvGrpSpPr>
        <p:grpSpPr>
          <a:xfrm>
            <a:off x="-3891" y="8962956"/>
            <a:ext cx="15123241" cy="1080000"/>
            <a:chOff x="-3890" y="5597379"/>
            <a:chExt cx="12195889" cy="786063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C9A8F98C-3C6A-FA11-71F8-1BEA2C76058E}"/>
                </a:ext>
              </a:extLst>
            </p:cNvPr>
            <p:cNvSpPr/>
            <p:nvPr/>
          </p:nvSpPr>
          <p:spPr>
            <a:xfrm>
              <a:off x="-3890" y="5597379"/>
              <a:ext cx="12195889" cy="786063"/>
            </a:xfrm>
            <a:prstGeom prst="rect">
              <a:avLst/>
            </a:prstGeom>
            <a:gradFill flip="none" rotWithShape="1">
              <a:gsLst>
                <a:gs pos="21000">
                  <a:srgbClr val="002733"/>
                </a:gs>
                <a:gs pos="84000">
                  <a:srgbClr val="080B3E"/>
                </a:gs>
                <a:gs pos="57000">
                  <a:srgbClr val="002060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  <a:latin typeface="The Group TEXT" panose="00000500000000000000" pitchFamily="2" charset="0"/>
              </a:endParaRPr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F35C48F3-F7DA-B984-42D4-3CDF28B21654}"/>
                </a:ext>
              </a:extLst>
            </p:cNvPr>
            <p:cNvSpPr txBox="1"/>
            <p:nvPr/>
          </p:nvSpPr>
          <p:spPr>
            <a:xfrm>
              <a:off x="169417" y="5823706"/>
              <a:ext cx="11874078" cy="33601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„Sei ein Mensch"</a:t>
              </a:r>
              <a:endParaRPr lang="de-DE" sz="2400">
                <a:solidFill>
                  <a:schemeClr val="bg1"/>
                </a:solidFill>
                <a:latin typeface="The Group TEXT" panose="000005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4987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C2773-0093-56C5-CC46-F3B3EBDBA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50DE4487-6920-0B5D-DAC6-C7958D08DE68}"/>
              </a:ext>
            </a:extLst>
          </p:cNvPr>
          <p:cNvSpPr/>
          <p:nvPr/>
        </p:nvSpPr>
        <p:spPr>
          <a:xfrm>
            <a:off x="-3891" y="-1"/>
            <a:ext cx="15123241" cy="1080000"/>
          </a:xfrm>
          <a:prstGeom prst="rect">
            <a:avLst/>
          </a:prstGeom>
          <a:gradFill flip="none" rotWithShape="1">
            <a:gsLst>
              <a:gs pos="21000">
                <a:srgbClr val="002733"/>
              </a:gs>
              <a:gs pos="84000">
                <a:srgbClr val="080B3E"/>
              </a:gs>
              <a:gs pos="57000">
                <a:srgbClr val="00206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75000"/>
                  <a:lumOff val="25000"/>
                </a:schemeClr>
              </a:solidFill>
              <a:latin typeface="The Group TEXT" panose="00000500000000000000" pitchFamily="2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DB3CCB1A-2D29-C72C-DE8B-115E1A122F75}"/>
              </a:ext>
            </a:extLst>
          </p:cNvPr>
          <p:cNvSpPr txBox="1"/>
          <p:nvPr/>
        </p:nvSpPr>
        <p:spPr>
          <a:xfrm>
            <a:off x="754639" y="1982147"/>
            <a:ext cx="6176210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Name</a:t>
            </a:r>
            <a:r>
              <a:rPr lang="de-DE" sz="2400">
                <a:latin typeface="The Group TEXT"/>
                <a:cs typeface="Dubai Medium"/>
              </a:rPr>
              <a:t>: Lukas </a:t>
            </a:r>
            <a:r>
              <a:rPr lang="de-DE" sz="2400" err="1">
                <a:latin typeface="The Group TEXT"/>
                <a:cs typeface="Dubai Medium"/>
              </a:rPr>
              <a:t>Zinowsky</a:t>
            </a:r>
            <a:endParaRPr lang="de-DE" sz="2400" err="1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Fachrichtung</a:t>
            </a:r>
            <a:r>
              <a:rPr lang="de-DE" sz="2400">
                <a:latin typeface="The Group TEXT"/>
                <a:cs typeface="Dubai Medium"/>
              </a:rPr>
              <a:t>: Systemintegration</a:t>
            </a:r>
            <a:b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</a:b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Eintrittsdatum</a:t>
            </a:r>
            <a:r>
              <a:rPr lang="de-DE" sz="2400">
                <a:latin typeface="The Group TEXT"/>
                <a:cs typeface="Dubai Medium"/>
              </a:rPr>
              <a:t>: 01.09.2025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5B76D741-4475-D394-3EE4-790FEC472873}"/>
              </a:ext>
            </a:extLst>
          </p:cNvPr>
          <p:cNvGrpSpPr/>
          <p:nvPr/>
        </p:nvGrpSpPr>
        <p:grpSpPr>
          <a:xfrm>
            <a:off x="-3891" y="8945283"/>
            <a:ext cx="15123241" cy="1080000"/>
            <a:chOff x="-3890" y="5597379"/>
            <a:chExt cx="12195889" cy="786063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DD157BE5-A675-86DA-D2F8-41DEE45A0342}"/>
                </a:ext>
              </a:extLst>
            </p:cNvPr>
            <p:cNvSpPr/>
            <p:nvPr/>
          </p:nvSpPr>
          <p:spPr>
            <a:xfrm>
              <a:off x="-3890" y="5597379"/>
              <a:ext cx="12195889" cy="786063"/>
            </a:xfrm>
            <a:prstGeom prst="rect">
              <a:avLst/>
            </a:prstGeom>
            <a:gradFill flip="none" rotWithShape="1">
              <a:gsLst>
                <a:gs pos="21000">
                  <a:srgbClr val="002733"/>
                </a:gs>
                <a:gs pos="84000">
                  <a:srgbClr val="080B3E"/>
                </a:gs>
                <a:gs pos="57000">
                  <a:srgbClr val="002060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  <a:latin typeface="The Group TEXT" panose="00000500000000000000" pitchFamily="2" charset="0"/>
              </a:endParaRP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17D640C5-75A2-686A-E3C2-7A0B51CF57B0}"/>
                </a:ext>
              </a:extLst>
            </p:cNvPr>
            <p:cNvSpPr txBox="1"/>
            <p:nvPr/>
          </p:nvSpPr>
          <p:spPr>
            <a:xfrm>
              <a:off x="169417" y="5823706"/>
              <a:ext cx="11874078" cy="33601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„Sorg erst dafür dass es existiert, danach kannst du es verbessern."</a:t>
              </a:r>
              <a:endParaRPr lang="de-DE" sz="2400">
                <a:solidFill>
                  <a:schemeClr val="bg1"/>
                </a:solidFill>
                <a:latin typeface="The Group TEXT" panose="00000500000000000000" pitchFamily="2" charset="0"/>
              </a:endParaRPr>
            </a:p>
          </p:txBody>
        </p:sp>
      </p:grpSp>
      <p:sp>
        <p:nvSpPr>
          <p:cNvPr id="26" name="Textfeld 25">
            <a:extLst>
              <a:ext uri="{FF2B5EF4-FFF2-40B4-BE49-F238E27FC236}">
                <a16:creationId xmlns:a16="http://schemas.microsoft.com/office/drawing/2014/main" id="{DECCD487-EC51-BAC6-4E25-D1014161AD7D}"/>
              </a:ext>
            </a:extLst>
          </p:cNvPr>
          <p:cNvSpPr txBox="1"/>
          <p:nvPr/>
        </p:nvSpPr>
        <p:spPr>
          <a:xfrm>
            <a:off x="1221140" y="5016442"/>
            <a:ext cx="5779712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Geburtsdatum</a:t>
            </a:r>
            <a:r>
              <a:rPr lang="de-DE" sz="2400">
                <a:latin typeface="The Group TEXT"/>
                <a:cs typeface="Dubai Medium"/>
              </a:rPr>
              <a:t>: 17.06.2006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Wohnort/Heimat</a:t>
            </a:r>
            <a:r>
              <a:rPr lang="de-DE" sz="2400">
                <a:latin typeface="The Group TEXT"/>
                <a:cs typeface="Dubai Medium"/>
              </a:rPr>
              <a:t>: Manching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Lieblingsspiel</a:t>
            </a:r>
            <a:r>
              <a:rPr lang="de-DE" sz="2400">
                <a:latin typeface="The Group TEXT"/>
                <a:cs typeface="Dubai Medium"/>
              </a:rPr>
              <a:t>: Cyberpunk 2077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Traumauto</a:t>
            </a:r>
            <a:r>
              <a:rPr lang="de-DE" sz="2400">
                <a:latin typeface="The Group TEXT"/>
                <a:cs typeface="Dubai Medium"/>
              </a:rPr>
              <a:t>: Audi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</p:txBody>
      </p:sp>
      <p:sp>
        <p:nvSpPr>
          <p:cNvPr id="33" name="Freeform 418">
            <a:extLst>
              <a:ext uri="{FF2B5EF4-FFF2-40B4-BE49-F238E27FC236}">
                <a16:creationId xmlns:a16="http://schemas.microsoft.com/office/drawing/2014/main" id="{59DE63AC-599E-7424-60A2-873AACBCA4EE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2812" y="5768304"/>
            <a:ext cx="338260" cy="334004"/>
          </a:xfrm>
          <a:custGeom>
            <a:avLst/>
            <a:gdLst>
              <a:gd name="T0" fmla="*/ 63 w 64"/>
              <a:gd name="T1" fmla="*/ 28 h 63"/>
              <a:gd name="T2" fmla="*/ 33 w 64"/>
              <a:gd name="T3" fmla="*/ 1 h 63"/>
              <a:gd name="T4" fmla="*/ 31 w 64"/>
              <a:gd name="T5" fmla="*/ 1 h 63"/>
              <a:gd name="T6" fmla="*/ 1 w 64"/>
              <a:gd name="T7" fmla="*/ 28 h 63"/>
              <a:gd name="T8" fmla="*/ 0 w 64"/>
              <a:gd name="T9" fmla="*/ 29 h 63"/>
              <a:gd name="T10" fmla="*/ 0 w 64"/>
              <a:gd name="T11" fmla="*/ 61 h 63"/>
              <a:gd name="T12" fmla="*/ 2 w 64"/>
              <a:gd name="T13" fmla="*/ 63 h 63"/>
              <a:gd name="T14" fmla="*/ 62 w 64"/>
              <a:gd name="T15" fmla="*/ 63 h 63"/>
              <a:gd name="T16" fmla="*/ 64 w 64"/>
              <a:gd name="T17" fmla="*/ 61 h 63"/>
              <a:gd name="T18" fmla="*/ 64 w 64"/>
              <a:gd name="T19" fmla="*/ 29 h 63"/>
              <a:gd name="T20" fmla="*/ 63 w 64"/>
              <a:gd name="T21" fmla="*/ 28 h 63"/>
              <a:gd name="T22" fmla="*/ 60 w 64"/>
              <a:gd name="T23" fmla="*/ 59 h 63"/>
              <a:gd name="T24" fmla="*/ 28 w 64"/>
              <a:gd name="T25" fmla="*/ 59 h 63"/>
              <a:gd name="T26" fmla="*/ 28 w 64"/>
              <a:gd name="T27" fmla="*/ 43 h 63"/>
              <a:gd name="T28" fmla="*/ 36 w 64"/>
              <a:gd name="T29" fmla="*/ 43 h 63"/>
              <a:gd name="T30" fmla="*/ 36 w 64"/>
              <a:gd name="T31" fmla="*/ 51 h 63"/>
              <a:gd name="T32" fmla="*/ 40 w 64"/>
              <a:gd name="T33" fmla="*/ 51 h 63"/>
              <a:gd name="T34" fmla="*/ 40 w 64"/>
              <a:gd name="T35" fmla="*/ 41 h 63"/>
              <a:gd name="T36" fmla="*/ 38 w 64"/>
              <a:gd name="T37" fmla="*/ 39 h 63"/>
              <a:gd name="T38" fmla="*/ 26 w 64"/>
              <a:gd name="T39" fmla="*/ 39 h 63"/>
              <a:gd name="T40" fmla="*/ 24 w 64"/>
              <a:gd name="T41" fmla="*/ 41 h 63"/>
              <a:gd name="T42" fmla="*/ 24 w 64"/>
              <a:gd name="T43" fmla="*/ 59 h 63"/>
              <a:gd name="T44" fmla="*/ 4 w 64"/>
              <a:gd name="T45" fmla="*/ 59 h 63"/>
              <a:gd name="T46" fmla="*/ 4 w 64"/>
              <a:gd name="T47" fmla="*/ 30 h 63"/>
              <a:gd name="T48" fmla="*/ 32 w 64"/>
              <a:gd name="T49" fmla="*/ 5 h 63"/>
              <a:gd name="T50" fmla="*/ 60 w 64"/>
              <a:gd name="T51" fmla="*/ 30 h 63"/>
              <a:gd name="T52" fmla="*/ 60 w 64"/>
              <a:gd name="T53" fmla="*/ 5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4" h="63">
                <a:moveTo>
                  <a:pt x="63" y="28"/>
                </a:move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1" y="0"/>
                  <a:pt x="31" y="1"/>
                </a:cubicBezTo>
                <a:cubicBezTo>
                  <a:pt x="1" y="28"/>
                  <a:pt x="1" y="28"/>
                  <a:pt x="1" y="28"/>
                </a:cubicBezTo>
                <a:cubicBezTo>
                  <a:pt x="0" y="28"/>
                  <a:pt x="0" y="28"/>
                  <a:pt x="0" y="29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2"/>
                  <a:pt x="1" y="63"/>
                  <a:pt x="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3" y="63"/>
                  <a:pt x="64" y="62"/>
                  <a:pt x="64" y="61"/>
                </a:cubicBezTo>
                <a:cubicBezTo>
                  <a:pt x="64" y="29"/>
                  <a:pt x="64" y="29"/>
                  <a:pt x="64" y="29"/>
                </a:cubicBezTo>
                <a:cubicBezTo>
                  <a:pt x="64" y="28"/>
                  <a:pt x="64" y="28"/>
                  <a:pt x="63" y="28"/>
                </a:cubicBezTo>
                <a:close/>
                <a:moveTo>
                  <a:pt x="60" y="59"/>
                </a:moveTo>
                <a:cubicBezTo>
                  <a:pt x="28" y="59"/>
                  <a:pt x="28" y="59"/>
                  <a:pt x="28" y="59"/>
                </a:cubicBezTo>
                <a:cubicBezTo>
                  <a:pt x="28" y="43"/>
                  <a:pt x="28" y="43"/>
                  <a:pt x="28" y="4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51"/>
                  <a:pt x="36" y="51"/>
                  <a:pt x="36" y="51"/>
                </a:cubicBezTo>
                <a:cubicBezTo>
                  <a:pt x="40" y="51"/>
                  <a:pt x="40" y="51"/>
                  <a:pt x="40" y="51"/>
                </a:cubicBezTo>
                <a:cubicBezTo>
                  <a:pt x="40" y="41"/>
                  <a:pt x="40" y="41"/>
                  <a:pt x="40" y="41"/>
                </a:cubicBezTo>
                <a:cubicBezTo>
                  <a:pt x="40" y="40"/>
                  <a:pt x="39" y="39"/>
                  <a:pt x="38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5" y="39"/>
                  <a:pt x="24" y="40"/>
                  <a:pt x="24" y="41"/>
                </a:cubicBezTo>
                <a:cubicBezTo>
                  <a:pt x="24" y="59"/>
                  <a:pt x="24" y="59"/>
                  <a:pt x="24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4" y="30"/>
                  <a:pt x="4" y="30"/>
                  <a:pt x="4" y="30"/>
                </a:cubicBezTo>
                <a:cubicBezTo>
                  <a:pt x="32" y="5"/>
                  <a:pt x="32" y="5"/>
                  <a:pt x="32" y="5"/>
                </a:cubicBezTo>
                <a:cubicBezTo>
                  <a:pt x="60" y="30"/>
                  <a:pt x="60" y="30"/>
                  <a:pt x="60" y="30"/>
                </a:cubicBezTo>
                <a:lnTo>
                  <a:pt x="60" y="59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0" name="Freeform 293">
            <a:extLst>
              <a:ext uri="{FF2B5EF4-FFF2-40B4-BE49-F238E27FC236}">
                <a16:creationId xmlns:a16="http://schemas.microsoft.com/office/drawing/2014/main" id="{58772964-ADB6-25AA-5E75-376FD1D4EFFE}"/>
              </a:ext>
            </a:extLst>
          </p:cNvPr>
          <p:cNvSpPr>
            <a:spLocks noChangeAspect="1"/>
          </p:cNvSpPr>
          <p:nvPr/>
        </p:nvSpPr>
        <p:spPr bwMode="auto">
          <a:xfrm>
            <a:off x="769576" y="7307997"/>
            <a:ext cx="439149" cy="228630"/>
          </a:xfrm>
          <a:custGeom>
            <a:avLst/>
            <a:gdLst>
              <a:gd name="T0" fmla="*/ 78 w 79"/>
              <a:gd name="T1" fmla="*/ 20 h 40"/>
              <a:gd name="T2" fmla="*/ 74 w 79"/>
              <a:gd name="T3" fmla="*/ 17 h 40"/>
              <a:gd name="T4" fmla="*/ 62 w 79"/>
              <a:gd name="T5" fmla="*/ 15 h 40"/>
              <a:gd name="T6" fmla="*/ 56 w 79"/>
              <a:gd name="T7" fmla="*/ 12 h 40"/>
              <a:gd name="T8" fmla="*/ 46 w 79"/>
              <a:gd name="T9" fmla="*/ 3 h 40"/>
              <a:gd name="T10" fmla="*/ 38 w 79"/>
              <a:gd name="T11" fmla="*/ 0 h 40"/>
              <a:gd name="T12" fmla="*/ 18 w 79"/>
              <a:gd name="T13" fmla="*/ 0 h 40"/>
              <a:gd name="T14" fmla="*/ 10 w 79"/>
              <a:gd name="T15" fmla="*/ 4 h 40"/>
              <a:gd name="T16" fmla="*/ 3 w 79"/>
              <a:gd name="T17" fmla="*/ 14 h 40"/>
              <a:gd name="T18" fmla="*/ 0 w 79"/>
              <a:gd name="T19" fmla="*/ 22 h 40"/>
              <a:gd name="T20" fmla="*/ 0 w 79"/>
              <a:gd name="T21" fmla="*/ 34 h 40"/>
              <a:gd name="T22" fmla="*/ 6 w 79"/>
              <a:gd name="T23" fmla="*/ 40 h 40"/>
              <a:gd name="T24" fmla="*/ 12 w 79"/>
              <a:gd name="T25" fmla="*/ 40 h 40"/>
              <a:gd name="T26" fmla="*/ 12 w 79"/>
              <a:gd name="T27" fmla="*/ 37 h 40"/>
              <a:gd name="T28" fmla="*/ 18 w 79"/>
              <a:gd name="T29" fmla="*/ 32 h 40"/>
              <a:gd name="T30" fmla="*/ 24 w 79"/>
              <a:gd name="T31" fmla="*/ 38 h 40"/>
              <a:gd name="T32" fmla="*/ 28 w 79"/>
              <a:gd name="T33" fmla="*/ 38 h 40"/>
              <a:gd name="T34" fmla="*/ 18 w 79"/>
              <a:gd name="T35" fmla="*/ 28 h 40"/>
              <a:gd name="T36" fmla="*/ 8 w 79"/>
              <a:gd name="T37" fmla="*/ 36 h 40"/>
              <a:gd name="T38" fmla="*/ 6 w 79"/>
              <a:gd name="T39" fmla="*/ 36 h 40"/>
              <a:gd name="T40" fmla="*/ 4 w 79"/>
              <a:gd name="T41" fmla="*/ 34 h 40"/>
              <a:gd name="T42" fmla="*/ 4 w 79"/>
              <a:gd name="T43" fmla="*/ 22 h 40"/>
              <a:gd name="T44" fmla="*/ 6 w 79"/>
              <a:gd name="T45" fmla="*/ 16 h 40"/>
              <a:gd name="T46" fmla="*/ 13 w 79"/>
              <a:gd name="T47" fmla="*/ 6 h 40"/>
              <a:gd name="T48" fmla="*/ 18 w 79"/>
              <a:gd name="T49" fmla="*/ 4 h 40"/>
              <a:gd name="T50" fmla="*/ 38 w 79"/>
              <a:gd name="T51" fmla="*/ 4 h 40"/>
              <a:gd name="T52" fmla="*/ 44 w 79"/>
              <a:gd name="T53" fmla="*/ 6 h 40"/>
              <a:gd name="T54" fmla="*/ 54 w 79"/>
              <a:gd name="T55" fmla="*/ 15 h 40"/>
              <a:gd name="T56" fmla="*/ 62 w 79"/>
              <a:gd name="T57" fmla="*/ 19 h 40"/>
              <a:gd name="T58" fmla="*/ 74 w 79"/>
              <a:gd name="T59" fmla="*/ 21 h 40"/>
              <a:gd name="T60" fmla="*/ 75 w 79"/>
              <a:gd name="T61" fmla="*/ 22 h 40"/>
              <a:gd name="T62" fmla="*/ 75 w 79"/>
              <a:gd name="T63" fmla="*/ 23 h 40"/>
              <a:gd name="T64" fmla="*/ 73 w 79"/>
              <a:gd name="T65" fmla="*/ 34 h 40"/>
              <a:gd name="T66" fmla="*/ 70 w 79"/>
              <a:gd name="T67" fmla="*/ 36 h 40"/>
              <a:gd name="T68" fmla="*/ 68 w 79"/>
              <a:gd name="T69" fmla="*/ 36 h 40"/>
              <a:gd name="T70" fmla="*/ 58 w 79"/>
              <a:gd name="T71" fmla="*/ 28 h 40"/>
              <a:gd name="T72" fmla="*/ 48 w 79"/>
              <a:gd name="T73" fmla="*/ 36 h 40"/>
              <a:gd name="T74" fmla="*/ 36 w 79"/>
              <a:gd name="T75" fmla="*/ 36 h 40"/>
              <a:gd name="T76" fmla="*/ 36 w 79"/>
              <a:gd name="T77" fmla="*/ 40 h 40"/>
              <a:gd name="T78" fmla="*/ 52 w 79"/>
              <a:gd name="T79" fmla="*/ 40 h 40"/>
              <a:gd name="T80" fmla="*/ 52 w 79"/>
              <a:gd name="T81" fmla="*/ 37 h 40"/>
              <a:gd name="T82" fmla="*/ 58 w 79"/>
              <a:gd name="T83" fmla="*/ 32 h 40"/>
              <a:gd name="T84" fmla="*/ 64 w 79"/>
              <a:gd name="T85" fmla="*/ 38 h 40"/>
              <a:gd name="T86" fmla="*/ 64 w 79"/>
              <a:gd name="T87" fmla="*/ 38 h 40"/>
              <a:gd name="T88" fmla="*/ 64 w 79"/>
              <a:gd name="T89" fmla="*/ 40 h 40"/>
              <a:gd name="T90" fmla="*/ 70 w 79"/>
              <a:gd name="T91" fmla="*/ 40 h 40"/>
              <a:gd name="T92" fmla="*/ 77 w 79"/>
              <a:gd name="T93" fmla="*/ 35 h 40"/>
              <a:gd name="T94" fmla="*/ 79 w 79"/>
              <a:gd name="T95" fmla="*/ 24 h 40"/>
              <a:gd name="T96" fmla="*/ 78 w 79"/>
              <a:gd name="T97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9" h="40">
                <a:moveTo>
                  <a:pt x="78" y="20"/>
                </a:moveTo>
                <a:cubicBezTo>
                  <a:pt x="77" y="18"/>
                  <a:pt x="76" y="18"/>
                  <a:pt x="74" y="17"/>
                </a:cubicBezTo>
                <a:cubicBezTo>
                  <a:pt x="62" y="15"/>
                  <a:pt x="62" y="15"/>
                  <a:pt x="62" y="15"/>
                </a:cubicBezTo>
                <a:cubicBezTo>
                  <a:pt x="61" y="15"/>
                  <a:pt x="58" y="13"/>
                  <a:pt x="56" y="12"/>
                </a:cubicBezTo>
                <a:cubicBezTo>
                  <a:pt x="46" y="3"/>
                  <a:pt x="46" y="3"/>
                  <a:pt x="46" y="3"/>
                </a:cubicBezTo>
                <a:cubicBezTo>
                  <a:pt x="44" y="1"/>
                  <a:pt x="41" y="0"/>
                  <a:pt x="38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0"/>
                  <a:pt x="12" y="2"/>
                  <a:pt x="10" y="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6"/>
                  <a:pt x="0" y="19"/>
                  <a:pt x="0" y="2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7"/>
                  <a:pt x="3" y="40"/>
                  <a:pt x="6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37"/>
                  <a:pt x="12" y="37"/>
                  <a:pt x="12" y="37"/>
                </a:cubicBezTo>
                <a:cubicBezTo>
                  <a:pt x="12" y="34"/>
                  <a:pt x="15" y="32"/>
                  <a:pt x="18" y="32"/>
                </a:cubicBezTo>
                <a:cubicBezTo>
                  <a:pt x="21" y="32"/>
                  <a:pt x="24" y="35"/>
                  <a:pt x="24" y="38"/>
                </a:cubicBezTo>
                <a:cubicBezTo>
                  <a:pt x="28" y="38"/>
                  <a:pt x="28" y="38"/>
                  <a:pt x="28" y="38"/>
                </a:cubicBezTo>
                <a:cubicBezTo>
                  <a:pt x="28" y="32"/>
                  <a:pt x="24" y="28"/>
                  <a:pt x="18" y="28"/>
                </a:cubicBezTo>
                <a:cubicBezTo>
                  <a:pt x="13" y="28"/>
                  <a:pt x="9" y="31"/>
                  <a:pt x="8" y="36"/>
                </a:cubicBezTo>
                <a:cubicBezTo>
                  <a:pt x="6" y="36"/>
                  <a:pt x="6" y="36"/>
                  <a:pt x="6" y="36"/>
                </a:cubicBezTo>
                <a:cubicBezTo>
                  <a:pt x="5" y="36"/>
                  <a:pt x="4" y="35"/>
                  <a:pt x="4" y="34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0"/>
                  <a:pt x="5" y="18"/>
                  <a:pt x="6" y="16"/>
                </a:cubicBezTo>
                <a:cubicBezTo>
                  <a:pt x="13" y="6"/>
                  <a:pt x="13" y="6"/>
                  <a:pt x="13" y="6"/>
                </a:cubicBezTo>
                <a:cubicBezTo>
                  <a:pt x="14" y="5"/>
                  <a:pt x="16" y="4"/>
                  <a:pt x="1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40" y="4"/>
                  <a:pt x="42" y="5"/>
                  <a:pt x="44" y="6"/>
                </a:cubicBezTo>
                <a:cubicBezTo>
                  <a:pt x="54" y="15"/>
                  <a:pt x="54" y="15"/>
                  <a:pt x="54" y="15"/>
                </a:cubicBezTo>
                <a:cubicBezTo>
                  <a:pt x="56" y="17"/>
                  <a:pt x="59" y="18"/>
                  <a:pt x="62" y="19"/>
                </a:cubicBezTo>
                <a:cubicBezTo>
                  <a:pt x="74" y="21"/>
                  <a:pt x="74" y="21"/>
                  <a:pt x="74" y="21"/>
                </a:cubicBezTo>
                <a:cubicBezTo>
                  <a:pt x="74" y="21"/>
                  <a:pt x="75" y="22"/>
                  <a:pt x="75" y="22"/>
                </a:cubicBezTo>
                <a:cubicBezTo>
                  <a:pt x="75" y="22"/>
                  <a:pt x="75" y="23"/>
                  <a:pt x="75" y="23"/>
                </a:cubicBezTo>
                <a:cubicBezTo>
                  <a:pt x="73" y="34"/>
                  <a:pt x="73" y="34"/>
                  <a:pt x="73" y="34"/>
                </a:cubicBezTo>
                <a:cubicBezTo>
                  <a:pt x="73" y="35"/>
                  <a:pt x="71" y="36"/>
                  <a:pt x="70" y="36"/>
                </a:cubicBezTo>
                <a:cubicBezTo>
                  <a:pt x="68" y="36"/>
                  <a:pt x="68" y="36"/>
                  <a:pt x="68" y="36"/>
                </a:cubicBezTo>
                <a:cubicBezTo>
                  <a:pt x="67" y="31"/>
                  <a:pt x="63" y="28"/>
                  <a:pt x="58" y="28"/>
                </a:cubicBezTo>
                <a:cubicBezTo>
                  <a:pt x="53" y="28"/>
                  <a:pt x="49" y="31"/>
                  <a:pt x="48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40"/>
                  <a:pt x="36" y="40"/>
                  <a:pt x="36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37"/>
                  <a:pt x="52" y="37"/>
                  <a:pt x="52" y="37"/>
                </a:cubicBezTo>
                <a:cubicBezTo>
                  <a:pt x="53" y="34"/>
                  <a:pt x="55" y="32"/>
                  <a:pt x="58" y="32"/>
                </a:cubicBezTo>
                <a:cubicBezTo>
                  <a:pt x="61" y="32"/>
                  <a:pt x="64" y="35"/>
                  <a:pt x="64" y="38"/>
                </a:cubicBezTo>
                <a:cubicBezTo>
                  <a:pt x="64" y="38"/>
                  <a:pt x="64" y="38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70" y="40"/>
                  <a:pt x="70" y="40"/>
                  <a:pt x="70" y="40"/>
                </a:cubicBezTo>
                <a:cubicBezTo>
                  <a:pt x="73" y="40"/>
                  <a:pt x="76" y="38"/>
                  <a:pt x="77" y="35"/>
                </a:cubicBezTo>
                <a:cubicBezTo>
                  <a:pt x="79" y="24"/>
                  <a:pt x="79" y="24"/>
                  <a:pt x="79" y="24"/>
                </a:cubicBezTo>
                <a:cubicBezTo>
                  <a:pt x="79" y="23"/>
                  <a:pt x="79" y="21"/>
                  <a:pt x="78" y="20"/>
                </a:cubicBez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5" name="Freeform 422">
            <a:extLst>
              <a:ext uri="{FF2B5EF4-FFF2-40B4-BE49-F238E27FC236}">
                <a16:creationId xmlns:a16="http://schemas.microsoft.com/office/drawing/2014/main" id="{4888E965-9DDC-9988-8C8D-8D00852A87E0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0021" y="6554172"/>
            <a:ext cx="338260" cy="340402"/>
          </a:xfrm>
          <a:custGeom>
            <a:avLst/>
            <a:gdLst>
              <a:gd name="T0" fmla="*/ 54 w 64"/>
              <a:gd name="T1" fmla="*/ 64 h 64"/>
              <a:gd name="T2" fmla="*/ 44 w 64"/>
              <a:gd name="T3" fmla="*/ 59 h 64"/>
              <a:gd name="T4" fmla="*/ 44 w 64"/>
              <a:gd name="T5" fmla="*/ 58 h 64"/>
              <a:gd name="T6" fmla="*/ 44 w 64"/>
              <a:gd name="T7" fmla="*/ 42 h 64"/>
              <a:gd name="T8" fmla="*/ 44 w 64"/>
              <a:gd name="T9" fmla="*/ 41 h 64"/>
              <a:gd name="T10" fmla="*/ 54 w 64"/>
              <a:gd name="T11" fmla="*/ 36 h 64"/>
              <a:gd name="T12" fmla="*/ 60 w 64"/>
              <a:gd name="T13" fmla="*/ 38 h 64"/>
              <a:gd name="T14" fmla="*/ 60 w 64"/>
              <a:gd name="T15" fmla="*/ 22 h 64"/>
              <a:gd name="T16" fmla="*/ 32 w 64"/>
              <a:gd name="T17" fmla="*/ 4 h 64"/>
              <a:gd name="T18" fmla="*/ 32 w 64"/>
              <a:gd name="T19" fmla="*/ 4 h 64"/>
              <a:gd name="T20" fmla="*/ 4 w 64"/>
              <a:gd name="T21" fmla="*/ 22 h 64"/>
              <a:gd name="T22" fmla="*/ 4 w 64"/>
              <a:gd name="T23" fmla="*/ 38 h 64"/>
              <a:gd name="T24" fmla="*/ 10 w 64"/>
              <a:gd name="T25" fmla="*/ 36 h 64"/>
              <a:gd name="T26" fmla="*/ 20 w 64"/>
              <a:gd name="T27" fmla="*/ 41 h 64"/>
              <a:gd name="T28" fmla="*/ 20 w 64"/>
              <a:gd name="T29" fmla="*/ 42 h 64"/>
              <a:gd name="T30" fmla="*/ 20 w 64"/>
              <a:gd name="T31" fmla="*/ 58 h 64"/>
              <a:gd name="T32" fmla="*/ 20 w 64"/>
              <a:gd name="T33" fmla="*/ 59 h 64"/>
              <a:gd name="T34" fmla="*/ 10 w 64"/>
              <a:gd name="T35" fmla="*/ 64 h 64"/>
              <a:gd name="T36" fmla="*/ 0 w 64"/>
              <a:gd name="T37" fmla="*/ 59 h 64"/>
              <a:gd name="T38" fmla="*/ 0 w 64"/>
              <a:gd name="T39" fmla="*/ 58 h 64"/>
              <a:gd name="T40" fmla="*/ 0 w 64"/>
              <a:gd name="T41" fmla="*/ 42 h 64"/>
              <a:gd name="T42" fmla="*/ 0 w 64"/>
              <a:gd name="T43" fmla="*/ 42 h 64"/>
              <a:gd name="T44" fmla="*/ 0 w 64"/>
              <a:gd name="T45" fmla="*/ 22 h 64"/>
              <a:gd name="T46" fmla="*/ 32 w 64"/>
              <a:gd name="T47" fmla="*/ 0 h 64"/>
              <a:gd name="T48" fmla="*/ 32 w 64"/>
              <a:gd name="T49" fmla="*/ 0 h 64"/>
              <a:gd name="T50" fmla="*/ 64 w 64"/>
              <a:gd name="T51" fmla="*/ 22 h 64"/>
              <a:gd name="T52" fmla="*/ 64 w 64"/>
              <a:gd name="T53" fmla="*/ 42 h 64"/>
              <a:gd name="T54" fmla="*/ 64 w 64"/>
              <a:gd name="T55" fmla="*/ 42 h 64"/>
              <a:gd name="T56" fmla="*/ 64 w 64"/>
              <a:gd name="T57" fmla="*/ 58 h 64"/>
              <a:gd name="T58" fmla="*/ 64 w 64"/>
              <a:gd name="T59" fmla="*/ 59 h 64"/>
              <a:gd name="T60" fmla="*/ 54 w 64"/>
              <a:gd name="T61" fmla="*/ 64 h 64"/>
              <a:gd name="T62" fmla="*/ 48 w 64"/>
              <a:gd name="T63" fmla="*/ 57 h 64"/>
              <a:gd name="T64" fmla="*/ 54 w 64"/>
              <a:gd name="T65" fmla="*/ 60 h 64"/>
              <a:gd name="T66" fmla="*/ 60 w 64"/>
              <a:gd name="T67" fmla="*/ 57 h 64"/>
              <a:gd name="T68" fmla="*/ 60 w 64"/>
              <a:gd name="T69" fmla="*/ 43 h 64"/>
              <a:gd name="T70" fmla="*/ 54 w 64"/>
              <a:gd name="T71" fmla="*/ 40 h 64"/>
              <a:gd name="T72" fmla="*/ 48 w 64"/>
              <a:gd name="T73" fmla="*/ 43 h 64"/>
              <a:gd name="T74" fmla="*/ 48 w 64"/>
              <a:gd name="T75" fmla="*/ 57 h 64"/>
              <a:gd name="T76" fmla="*/ 4 w 64"/>
              <a:gd name="T77" fmla="*/ 57 h 64"/>
              <a:gd name="T78" fmla="*/ 10 w 64"/>
              <a:gd name="T79" fmla="*/ 60 h 64"/>
              <a:gd name="T80" fmla="*/ 16 w 64"/>
              <a:gd name="T81" fmla="*/ 57 h 64"/>
              <a:gd name="T82" fmla="*/ 16 w 64"/>
              <a:gd name="T83" fmla="*/ 43 h 64"/>
              <a:gd name="T84" fmla="*/ 10 w 64"/>
              <a:gd name="T85" fmla="*/ 40 h 64"/>
              <a:gd name="T86" fmla="*/ 4 w 64"/>
              <a:gd name="T87" fmla="*/ 43 h 64"/>
              <a:gd name="T88" fmla="*/ 4 w 64"/>
              <a:gd name="T89" fmla="*/ 57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4" h="64">
                <a:moveTo>
                  <a:pt x="54" y="64"/>
                </a:moveTo>
                <a:cubicBezTo>
                  <a:pt x="53" y="64"/>
                  <a:pt x="48" y="64"/>
                  <a:pt x="44" y="59"/>
                </a:cubicBezTo>
                <a:cubicBezTo>
                  <a:pt x="44" y="59"/>
                  <a:pt x="44" y="58"/>
                  <a:pt x="44" y="58"/>
                </a:cubicBezTo>
                <a:cubicBezTo>
                  <a:pt x="44" y="42"/>
                  <a:pt x="44" y="42"/>
                  <a:pt x="44" y="42"/>
                </a:cubicBezTo>
                <a:cubicBezTo>
                  <a:pt x="44" y="42"/>
                  <a:pt x="44" y="41"/>
                  <a:pt x="44" y="41"/>
                </a:cubicBezTo>
                <a:cubicBezTo>
                  <a:pt x="45" y="40"/>
                  <a:pt x="48" y="36"/>
                  <a:pt x="54" y="36"/>
                </a:cubicBezTo>
                <a:cubicBezTo>
                  <a:pt x="55" y="36"/>
                  <a:pt x="57" y="36"/>
                  <a:pt x="60" y="38"/>
                </a:cubicBezTo>
                <a:cubicBezTo>
                  <a:pt x="60" y="22"/>
                  <a:pt x="60" y="22"/>
                  <a:pt x="60" y="22"/>
                </a:cubicBezTo>
                <a:cubicBezTo>
                  <a:pt x="60" y="20"/>
                  <a:pt x="55" y="4"/>
                  <a:pt x="32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8" y="4"/>
                  <a:pt x="4" y="22"/>
                  <a:pt x="4" y="22"/>
                </a:cubicBezTo>
                <a:cubicBezTo>
                  <a:pt x="4" y="38"/>
                  <a:pt x="4" y="38"/>
                  <a:pt x="4" y="38"/>
                </a:cubicBezTo>
                <a:cubicBezTo>
                  <a:pt x="6" y="37"/>
                  <a:pt x="8" y="36"/>
                  <a:pt x="10" y="36"/>
                </a:cubicBezTo>
                <a:cubicBezTo>
                  <a:pt x="11" y="36"/>
                  <a:pt x="16" y="36"/>
                  <a:pt x="20" y="41"/>
                </a:cubicBezTo>
                <a:cubicBezTo>
                  <a:pt x="20" y="41"/>
                  <a:pt x="20" y="42"/>
                  <a:pt x="20" y="42"/>
                </a:cubicBezTo>
                <a:cubicBezTo>
                  <a:pt x="20" y="58"/>
                  <a:pt x="20" y="58"/>
                  <a:pt x="20" y="58"/>
                </a:cubicBezTo>
                <a:cubicBezTo>
                  <a:pt x="20" y="58"/>
                  <a:pt x="20" y="59"/>
                  <a:pt x="20" y="59"/>
                </a:cubicBezTo>
                <a:cubicBezTo>
                  <a:pt x="19" y="60"/>
                  <a:pt x="16" y="64"/>
                  <a:pt x="10" y="64"/>
                </a:cubicBezTo>
                <a:cubicBezTo>
                  <a:pt x="9" y="64"/>
                  <a:pt x="4" y="64"/>
                  <a:pt x="0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5" y="0"/>
                  <a:pt x="32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59" y="0"/>
                  <a:pt x="64" y="21"/>
                  <a:pt x="64" y="2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58"/>
                  <a:pt x="64" y="58"/>
                  <a:pt x="64" y="58"/>
                </a:cubicBezTo>
                <a:cubicBezTo>
                  <a:pt x="64" y="58"/>
                  <a:pt x="64" y="59"/>
                  <a:pt x="64" y="59"/>
                </a:cubicBezTo>
                <a:cubicBezTo>
                  <a:pt x="63" y="60"/>
                  <a:pt x="60" y="64"/>
                  <a:pt x="54" y="64"/>
                </a:cubicBezTo>
                <a:close/>
                <a:moveTo>
                  <a:pt x="48" y="57"/>
                </a:moveTo>
                <a:cubicBezTo>
                  <a:pt x="50" y="60"/>
                  <a:pt x="54" y="60"/>
                  <a:pt x="54" y="60"/>
                </a:cubicBezTo>
                <a:cubicBezTo>
                  <a:pt x="57" y="60"/>
                  <a:pt x="59" y="58"/>
                  <a:pt x="60" y="57"/>
                </a:cubicBezTo>
                <a:cubicBezTo>
                  <a:pt x="60" y="43"/>
                  <a:pt x="60" y="43"/>
                  <a:pt x="60" y="43"/>
                </a:cubicBezTo>
                <a:cubicBezTo>
                  <a:pt x="58" y="40"/>
                  <a:pt x="54" y="40"/>
                  <a:pt x="54" y="40"/>
                </a:cubicBezTo>
                <a:cubicBezTo>
                  <a:pt x="51" y="40"/>
                  <a:pt x="49" y="42"/>
                  <a:pt x="48" y="43"/>
                </a:cubicBezTo>
                <a:lnTo>
                  <a:pt x="48" y="57"/>
                </a:lnTo>
                <a:close/>
                <a:moveTo>
                  <a:pt x="4" y="57"/>
                </a:moveTo>
                <a:cubicBezTo>
                  <a:pt x="6" y="60"/>
                  <a:pt x="10" y="60"/>
                  <a:pt x="10" y="60"/>
                </a:cubicBezTo>
                <a:cubicBezTo>
                  <a:pt x="13" y="60"/>
                  <a:pt x="15" y="58"/>
                  <a:pt x="16" y="57"/>
                </a:cubicBezTo>
                <a:cubicBezTo>
                  <a:pt x="16" y="43"/>
                  <a:pt x="16" y="43"/>
                  <a:pt x="16" y="43"/>
                </a:cubicBezTo>
                <a:cubicBezTo>
                  <a:pt x="14" y="40"/>
                  <a:pt x="10" y="40"/>
                  <a:pt x="10" y="40"/>
                </a:cubicBezTo>
                <a:cubicBezTo>
                  <a:pt x="7" y="40"/>
                  <a:pt x="5" y="42"/>
                  <a:pt x="4" y="43"/>
                </a:cubicBezTo>
                <a:lnTo>
                  <a:pt x="4" y="57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922AEA15-79DF-3EFA-E645-67AD7D1B11C5}"/>
              </a:ext>
            </a:extLst>
          </p:cNvPr>
          <p:cNvGrpSpPr>
            <a:grpSpLocks noChangeAspect="1"/>
          </p:cNvGrpSpPr>
          <p:nvPr/>
        </p:nvGrpSpPr>
        <p:grpSpPr>
          <a:xfrm>
            <a:off x="823833" y="5101121"/>
            <a:ext cx="348546" cy="370604"/>
            <a:chOff x="11466513" y="1004888"/>
            <a:chExt cx="250825" cy="266699"/>
          </a:xfrm>
          <a:solidFill>
            <a:srgbClr val="00806E"/>
          </a:solidFill>
        </p:grpSpPr>
        <p:sp>
          <p:nvSpPr>
            <p:cNvPr id="48" name="Freeform 109">
              <a:extLst>
                <a:ext uri="{FF2B5EF4-FFF2-40B4-BE49-F238E27FC236}">
                  <a16:creationId xmlns:a16="http://schemas.microsoft.com/office/drawing/2014/main" id="{0EE7AC8B-2E51-2BDB-27C2-274F20F51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6513" y="1004888"/>
              <a:ext cx="250825" cy="266699"/>
            </a:xfrm>
            <a:custGeom>
              <a:avLst/>
              <a:gdLst>
                <a:gd name="T0" fmla="*/ 62 w 64"/>
                <a:gd name="T1" fmla="*/ 4 h 68"/>
                <a:gd name="T2" fmla="*/ 44 w 64"/>
                <a:gd name="T3" fmla="*/ 4 h 68"/>
                <a:gd name="T4" fmla="*/ 44 w 64"/>
                <a:gd name="T5" fmla="*/ 0 h 68"/>
                <a:gd name="T6" fmla="*/ 40 w 64"/>
                <a:gd name="T7" fmla="*/ 0 h 68"/>
                <a:gd name="T8" fmla="*/ 40 w 64"/>
                <a:gd name="T9" fmla="*/ 16 h 68"/>
                <a:gd name="T10" fmla="*/ 44 w 64"/>
                <a:gd name="T11" fmla="*/ 16 h 68"/>
                <a:gd name="T12" fmla="*/ 44 w 64"/>
                <a:gd name="T13" fmla="*/ 8 h 68"/>
                <a:gd name="T14" fmla="*/ 60 w 64"/>
                <a:gd name="T15" fmla="*/ 8 h 68"/>
                <a:gd name="T16" fmla="*/ 60 w 64"/>
                <a:gd name="T17" fmla="*/ 64 h 68"/>
                <a:gd name="T18" fmla="*/ 4 w 64"/>
                <a:gd name="T19" fmla="*/ 64 h 68"/>
                <a:gd name="T20" fmla="*/ 4 w 64"/>
                <a:gd name="T21" fmla="*/ 8 h 68"/>
                <a:gd name="T22" fmla="*/ 12 w 64"/>
                <a:gd name="T23" fmla="*/ 8 h 68"/>
                <a:gd name="T24" fmla="*/ 12 w 64"/>
                <a:gd name="T25" fmla="*/ 4 h 68"/>
                <a:gd name="T26" fmla="*/ 2 w 64"/>
                <a:gd name="T27" fmla="*/ 4 h 68"/>
                <a:gd name="T28" fmla="*/ 0 w 64"/>
                <a:gd name="T29" fmla="*/ 6 h 68"/>
                <a:gd name="T30" fmla="*/ 0 w 64"/>
                <a:gd name="T31" fmla="*/ 66 h 68"/>
                <a:gd name="T32" fmla="*/ 2 w 64"/>
                <a:gd name="T33" fmla="*/ 68 h 68"/>
                <a:gd name="T34" fmla="*/ 62 w 64"/>
                <a:gd name="T35" fmla="*/ 68 h 68"/>
                <a:gd name="T36" fmla="*/ 64 w 64"/>
                <a:gd name="T37" fmla="*/ 66 h 68"/>
                <a:gd name="T38" fmla="*/ 64 w 64"/>
                <a:gd name="T39" fmla="*/ 6 h 68"/>
                <a:gd name="T40" fmla="*/ 62 w 64"/>
                <a:gd name="T41" fmla="*/ 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8">
                  <a:moveTo>
                    <a:pt x="62" y="4"/>
                  </a:moveTo>
                  <a:cubicBezTo>
                    <a:pt x="44" y="4"/>
                    <a:pt x="44" y="4"/>
                    <a:pt x="4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7"/>
                    <a:pt x="1" y="68"/>
                    <a:pt x="2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3" y="68"/>
                    <a:pt x="64" y="67"/>
                    <a:pt x="64" y="6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5"/>
                    <a:pt x="63" y="4"/>
                    <a:pt x="6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49" name="Freeform 110">
              <a:extLst>
                <a:ext uri="{FF2B5EF4-FFF2-40B4-BE49-F238E27FC236}">
                  <a16:creationId xmlns:a16="http://schemas.microsoft.com/office/drawing/2014/main" id="{6EBAACE2-3FB9-B0E3-64B8-1D9A710A92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300" y="1004888"/>
              <a:ext cx="47625" cy="61912"/>
            </a:xfrm>
            <a:custGeom>
              <a:avLst/>
              <a:gdLst>
                <a:gd name="T0" fmla="*/ 30 w 30"/>
                <a:gd name="T1" fmla="*/ 9 h 39"/>
                <a:gd name="T2" fmla="*/ 10 w 30"/>
                <a:gd name="T3" fmla="*/ 9 h 39"/>
                <a:gd name="T4" fmla="*/ 10 w 30"/>
                <a:gd name="T5" fmla="*/ 0 h 39"/>
                <a:gd name="T6" fmla="*/ 0 w 30"/>
                <a:gd name="T7" fmla="*/ 0 h 39"/>
                <a:gd name="T8" fmla="*/ 0 w 30"/>
                <a:gd name="T9" fmla="*/ 39 h 39"/>
                <a:gd name="T10" fmla="*/ 10 w 30"/>
                <a:gd name="T11" fmla="*/ 39 h 39"/>
                <a:gd name="T12" fmla="*/ 10 w 30"/>
                <a:gd name="T13" fmla="*/ 19 h 39"/>
                <a:gd name="T14" fmla="*/ 30 w 30"/>
                <a:gd name="T15" fmla="*/ 19 h 39"/>
                <a:gd name="T16" fmla="*/ 30 w 30"/>
                <a:gd name="T17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9">
                  <a:moveTo>
                    <a:pt x="30" y="9"/>
                  </a:move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9"/>
                  </a:lnTo>
                  <a:lnTo>
                    <a:pt x="10" y="39"/>
                  </a:lnTo>
                  <a:lnTo>
                    <a:pt x="10" y="19"/>
                  </a:lnTo>
                  <a:lnTo>
                    <a:pt x="30" y="19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0" name="Freeform 111">
              <a:extLst>
                <a:ext uri="{FF2B5EF4-FFF2-40B4-BE49-F238E27FC236}">
                  <a16:creationId xmlns:a16="http://schemas.microsoft.com/office/drawing/2014/main" id="{8A742E0C-060A-592E-EA53-F9292D246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4613" y="1093788"/>
              <a:ext cx="76200" cy="130175"/>
            </a:xfrm>
            <a:custGeom>
              <a:avLst/>
              <a:gdLst>
                <a:gd name="T0" fmla="*/ 7 w 19"/>
                <a:gd name="T1" fmla="*/ 30 h 33"/>
                <a:gd name="T2" fmla="*/ 0 w 19"/>
                <a:gd name="T3" fmla="*/ 29 h 33"/>
                <a:gd name="T4" fmla="*/ 0 w 19"/>
                <a:gd name="T5" fmla="*/ 33 h 33"/>
                <a:gd name="T6" fmla="*/ 3 w 19"/>
                <a:gd name="T7" fmla="*/ 33 h 33"/>
                <a:gd name="T8" fmla="*/ 7 w 19"/>
                <a:gd name="T9" fmla="*/ 33 h 33"/>
                <a:gd name="T10" fmla="*/ 12 w 19"/>
                <a:gd name="T11" fmla="*/ 33 h 33"/>
                <a:gd name="T12" fmla="*/ 16 w 19"/>
                <a:gd name="T13" fmla="*/ 31 h 33"/>
                <a:gd name="T14" fmla="*/ 18 w 19"/>
                <a:gd name="T15" fmla="*/ 27 h 33"/>
                <a:gd name="T16" fmla="*/ 19 w 19"/>
                <a:gd name="T17" fmla="*/ 23 h 33"/>
                <a:gd name="T18" fmla="*/ 19 w 19"/>
                <a:gd name="T19" fmla="*/ 20 h 33"/>
                <a:gd name="T20" fmla="*/ 17 w 19"/>
                <a:gd name="T21" fmla="*/ 18 h 33"/>
                <a:gd name="T22" fmla="*/ 15 w 19"/>
                <a:gd name="T23" fmla="*/ 16 h 33"/>
                <a:gd name="T24" fmla="*/ 12 w 19"/>
                <a:gd name="T25" fmla="*/ 15 h 33"/>
                <a:gd name="T26" fmla="*/ 12 w 19"/>
                <a:gd name="T27" fmla="*/ 15 h 33"/>
                <a:gd name="T28" fmla="*/ 17 w 19"/>
                <a:gd name="T29" fmla="*/ 13 h 33"/>
                <a:gd name="T30" fmla="*/ 18 w 19"/>
                <a:gd name="T31" fmla="*/ 8 h 33"/>
                <a:gd name="T32" fmla="*/ 16 w 19"/>
                <a:gd name="T33" fmla="*/ 2 h 33"/>
                <a:gd name="T34" fmla="*/ 9 w 19"/>
                <a:gd name="T35" fmla="*/ 0 h 33"/>
                <a:gd name="T36" fmla="*/ 5 w 19"/>
                <a:gd name="T37" fmla="*/ 1 h 33"/>
                <a:gd name="T38" fmla="*/ 1 w 19"/>
                <a:gd name="T39" fmla="*/ 2 h 33"/>
                <a:gd name="T40" fmla="*/ 1 w 19"/>
                <a:gd name="T41" fmla="*/ 6 h 33"/>
                <a:gd name="T42" fmla="*/ 4 w 19"/>
                <a:gd name="T43" fmla="*/ 4 h 33"/>
                <a:gd name="T44" fmla="*/ 8 w 19"/>
                <a:gd name="T45" fmla="*/ 4 h 33"/>
                <a:gd name="T46" fmla="*/ 12 w 19"/>
                <a:gd name="T47" fmla="*/ 5 h 33"/>
                <a:gd name="T48" fmla="*/ 14 w 19"/>
                <a:gd name="T49" fmla="*/ 8 h 33"/>
                <a:gd name="T50" fmla="*/ 11 w 19"/>
                <a:gd name="T51" fmla="*/ 13 h 33"/>
                <a:gd name="T52" fmla="*/ 3 w 19"/>
                <a:gd name="T53" fmla="*/ 14 h 33"/>
                <a:gd name="T54" fmla="*/ 2 w 19"/>
                <a:gd name="T55" fmla="*/ 14 h 33"/>
                <a:gd name="T56" fmla="*/ 2 w 19"/>
                <a:gd name="T57" fmla="*/ 18 h 33"/>
                <a:gd name="T58" fmla="*/ 4 w 19"/>
                <a:gd name="T59" fmla="*/ 18 h 33"/>
                <a:gd name="T60" fmla="*/ 7 w 19"/>
                <a:gd name="T61" fmla="*/ 18 h 33"/>
                <a:gd name="T62" fmla="*/ 12 w 19"/>
                <a:gd name="T63" fmla="*/ 19 h 33"/>
                <a:gd name="T64" fmla="*/ 14 w 19"/>
                <a:gd name="T65" fmla="*/ 24 h 33"/>
                <a:gd name="T66" fmla="*/ 13 w 19"/>
                <a:gd name="T67" fmla="*/ 28 h 33"/>
                <a:gd name="T68" fmla="*/ 7 w 19"/>
                <a:gd name="T69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" h="33">
                  <a:moveTo>
                    <a:pt x="7" y="30"/>
                  </a:moveTo>
                  <a:cubicBezTo>
                    <a:pt x="5" y="30"/>
                    <a:pt x="3" y="29"/>
                    <a:pt x="0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3"/>
                    <a:pt x="2" y="33"/>
                    <a:pt x="3" y="33"/>
                  </a:cubicBezTo>
                  <a:cubicBezTo>
                    <a:pt x="4" y="33"/>
                    <a:pt x="5" y="33"/>
                    <a:pt x="7" y="33"/>
                  </a:cubicBezTo>
                  <a:cubicBezTo>
                    <a:pt x="9" y="33"/>
                    <a:pt x="10" y="33"/>
                    <a:pt x="12" y="33"/>
                  </a:cubicBezTo>
                  <a:cubicBezTo>
                    <a:pt x="13" y="32"/>
                    <a:pt x="15" y="31"/>
                    <a:pt x="16" y="31"/>
                  </a:cubicBezTo>
                  <a:cubicBezTo>
                    <a:pt x="17" y="30"/>
                    <a:pt x="18" y="29"/>
                    <a:pt x="18" y="27"/>
                  </a:cubicBezTo>
                  <a:cubicBezTo>
                    <a:pt x="19" y="26"/>
                    <a:pt x="19" y="25"/>
                    <a:pt x="19" y="23"/>
                  </a:cubicBezTo>
                  <a:cubicBezTo>
                    <a:pt x="19" y="22"/>
                    <a:pt x="19" y="21"/>
                    <a:pt x="19" y="20"/>
                  </a:cubicBezTo>
                  <a:cubicBezTo>
                    <a:pt x="18" y="19"/>
                    <a:pt x="18" y="19"/>
                    <a:pt x="17" y="18"/>
                  </a:cubicBezTo>
                  <a:cubicBezTo>
                    <a:pt x="17" y="17"/>
                    <a:pt x="16" y="17"/>
                    <a:pt x="15" y="16"/>
                  </a:cubicBezTo>
                  <a:cubicBezTo>
                    <a:pt x="14" y="16"/>
                    <a:pt x="13" y="16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4" y="15"/>
                    <a:pt x="16" y="14"/>
                    <a:pt x="17" y="13"/>
                  </a:cubicBezTo>
                  <a:cubicBezTo>
                    <a:pt x="18" y="11"/>
                    <a:pt x="18" y="10"/>
                    <a:pt x="18" y="8"/>
                  </a:cubicBezTo>
                  <a:cubicBezTo>
                    <a:pt x="18" y="5"/>
                    <a:pt x="18" y="4"/>
                    <a:pt x="16" y="2"/>
                  </a:cubicBezTo>
                  <a:cubicBezTo>
                    <a:pt x="14" y="1"/>
                    <a:pt x="12" y="0"/>
                    <a:pt x="9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5"/>
                    <a:pt x="4" y="4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4"/>
                    <a:pt x="12" y="5"/>
                  </a:cubicBezTo>
                  <a:cubicBezTo>
                    <a:pt x="13" y="6"/>
                    <a:pt x="14" y="7"/>
                    <a:pt x="14" y="8"/>
                  </a:cubicBezTo>
                  <a:cubicBezTo>
                    <a:pt x="14" y="10"/>
                    <a:pt x="13" y="12"/>
                    <a:pt x="11" y="13"/>
                  </a:cubicBezTo>
                  <a:cubicBezTo>
                    <a:pt x="9" y="14"/>
                    <a:pt x="7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8"/>
                    <a:pt x="3" y="18"/>
                    <a:pt x="4" y="18"/>
                  </a:cubicBezTo>
                  <a:cubicBezTo>
                    <a:pt x="5" y="18"/>
                    <a:pt x="6" y="18"/>
                    <a:pt x="7" y="18"/>
                  </a:cubicBezTo>
                  <a:cubicBezTo>
                    <a:pt x="9" y="18"/>
                    <a:pt x="11" y="18"/>
                    <a:pt x="12" y="19"/>
                  </a:cubicBezTo>
                  <a:cubicBezTo>
                    <a:pt x="14" y="20"/>
                    <a:pt x="14" y="22"/>
                    <a:pt x="14" y="24"/>
                  </a:cubicBezTo>
                  <a:cubicBezTo>
                    <a:pt x="14" y="26"/>
                    <a:pt x="14" y="27"/>
                    <a:pt x="13" y="28"/>
                  </a:cubicBezTo>
                  <a:cubicBezTo>
                    <a:pt x="11" y="29"/>
                    <a:pt x="9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1" name="Freeform 112">
              <a:extLst>
                <a:ext uri="{FF2B5EF4-FFF2-40B4-BE49-F238E27FC236}">
                  <a16:creationId xmlns:a16="http://schemas.microsoft.com/office/drawing/2014/main" id="{98336640-B389-F884-48DD-AE78071E43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9863" y="1098550"/>
              <a:ext cx="82550" cy="125412"/>
            </a:xfrm>
            <a:custGeom>
              <a:avLst/>
              <a:gdLst>
                <a:gd name="T0" fmla="*/ 25 w 52"/>
                <a:gd name="T1" fmla="*/ 0 h 79"/>
                <a:gd name="T2" fmla="*/ 2 w 52"/>
                <a:gd name="T3" fmla="*/ 7 h 79"/>
                <a:gd name="T4" fmla="*/ 2 w 52"/>
                <a:gd name="T5" fmla="*/ 17 h 79"/>
                <a:gd name="T6" fmla="*/ 22 w 52"/>
                <a:gd name="T7" fmla="*/ 10 h 79"/>
                <a:gd name="T8" fmla="*/ 22 w 52"/>
                <a:gd name="T9" fmla="*/ 69 h 79"/>
                <a:gd name="T10" fmla="*/ 0 w 52"/>
                <a:gd name="T11" fmla="*/ 69 h 79"/>
                <a:gd name="T12" fmla="*/ 0 w 52"/>
                <a:gd name="T13" fmla="*/ 79 h 79"/>
                <a:gd name="T14" fmla="*/ 52 w 52"/>
                <a:gd name="T15" fmla="*/ 79 h 79"/>
                <a:gd name="T16" fmla="*/ 52 w 52"/>
                <a:gd name="T17" fmla="*/ 69 h 79"/>
                <a:gd name="T18" fmla="*/ 32 w 52"/>
                <a:gd name="T19" fmla="*/ 69 h 79"/>
                <a:gd name="T20" fmla="*/ 32 w 52"/>
                <a:gd name="T21" fmla="*/ 0 h 79"/>
                <a:gd name="T22" fmla="*/ 25 w 52"/>
                <a:gd name="T2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79">
                  <a:moveTo>
                    <a:pt x="25" y="0"/>
                  </a:moveTo>
                  <a:lnTo>
                    <a:pt x="2" y="7"/>
                  </a:lnTo>
                  <a:lnTo>
                    <a:pt x="2" y="17"/>
                  </a:lnTo>
                  <a:lnTo>
                    <a:pt x="22" y="10"/>
                  </a:lnTo>
                  <a:lnTo>
                    <a:pt x="22" y="69"/>
                  </a:lnTo>
                  <a:lnTo>
                    <a:pt x="0" y="69"/>
                  </a:lnTo>
                  <a:lnTo>
                    <a:pt x="0" y="79"/>
                  </a:lnTo>
                  <a:lnTo>
                    <a:pt x="52" y="79"/>
                  </a:lnTo>
                  <a:lnTo>
                    <a:pt x="52" y="69"/>
                  </a:lnTo>
                  <a:lnTo>
                    <a:pt x="32" y="69"/>
                  </a:lnTo>
                  <a:lnTo>
                    <a:pt x="32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</p:grpSp>
      <p:sp>
        <p:nvSpPr>
          <p:cNvPr id="53" name="Textfeld 52">
            <a:extLst>
              <a:ext uri="{FF2B5EF4-FFF2-40B4-BE49-F238E27FC236}">
                <a16:creationId xmlns:a16="http://schemas.microsoft.com/office/drawing/2014/main" id="{9CCD7BF6-C2A6-E1F0-B54A-05F84C7B23DC}"/>
              </a:ext>
            </a:extLst>
          </p:cNvPr>
          <p:cNvSpPr txBox="1"/>
          <p:nvPr/>
        </p:nvSpPr>
        <p:spPr>
          <a:xfrm>
            <a:off x="7675568" y="5059808"/>
            <a:ext cx="7118670" cy="304698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Lieblingsessen</a:t>
            </a:r>
            <a:r>
              <a:rPr lang="de-DE" sz="2400">
                <a:latin typeface="The Group TEXT"/>
                <a:cs typeface="Dubai Medium"/>
              </a:rPr>
              <a:t>: Nudeln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Lieblingsfilm/-serie</a:t>
            </a:r>
            <a:r>
              <a:rPr lang="de-DE" sz="2400">
                <a:latin typeface="The Group TEXT"/>
                <a:cs typeface="Dubai Medium"/>
              </a:rPr>
              <a:t>: Murder </a:t>
            </a:r>
            <a:r>
              <a:rPr lang="de-DE" sz="2400" err="1">
                <a:latin typeface="The Group TEXT"/>
                <a:cs typeface="Dubai Medium"/>
              </a:rPr>
              <a:t>Drones</a:t>
            </a:r>
            <a:endParaRPr lang="de-DE" sz="2400" err="1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Hobbies</a:t>
            </a:r>
            <a:r>
              <a:rPr lang="de-DE" sz="2400">
                <a:latin typeface="The Group TEXT"/>
                <a:cs typeface="Dubai Medium"/>
              </a:rPr>
              <a:t>:  D&amp;D, Minecraft </a:t>
            </a:r>
            <a:r>
              <a:rPr lang="de-DE" sz="2400" err="1">
                <a:latin typeface="The Group TEXT"/>
                <a:cs typeface="Dubai Medium"/>
              </a:rPr>
              <a:t>modding</a:t>
            </a:r>
            <a:r>
              <a:rPr lang="de-DE" sz="2400">
                <a:latin typeface="The Group TEXT"/>
                <a:cs typeface="Dubai Medium"/>
              </a:rPr>
              <a:t>, Digital </a:t>
            </a:r>
            <a:r>
              <a:rPr lang="de-DE" sz="2400" err="1">
                <a:latin typeface="The Group TEXT"/>
                <a:cs typeface="Dubai Medium"/>
              </a:rPr>
              <a:t>art</a:t>
            </a:r>
            <a:r>
              <a:rPr lang="de-DE" sz="2400">
                <a:latin typeface="The Group TEXT"/>
                <a:cs typeface="Dubai Medium"/>
              </a:rPr>
              <a:t>, zocken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Lieblingssport</a:t>
            </a:r>
            <a:r>
              <a:rPr lang="de-DE" sz="2400">
                <a:latin typeface="The Group TEXT"/>
                <a:cs typeface="Dubai Medium"/>
              </a:rPr>
              <a:t>: Fahrrad fahren</a:t>
            </a:r>
          </a:p>
        </p:txBody>
      </p:sp>
      <p:grpSp>
        <p:nvGrpSpPr>
          <p:cNvPr id="54" name="Google Shape;9271;p60">
            <a:extLst>
              <a:ext uri="{FF2B5EF4-FFF2-40B4-BE49-F238E27FC236}">
                <a16:creationId xmlns:a16="http://schemas.microsoft.com/office/drawing/2014/main" id="{9C7D55EE-F266-7125-1F62-0F211DDC81CE}"/>
              </a:ext>
            </a:extLst>
          </p:cNvPr>
          <p:cNvGrpSpPr/>
          <p:nvPr/>
        </p:nvGrpSpPr>
        <p:grpSpPr>
          <a:xfrm>
            <a:off x="7241658" y="5057580"/>
            <a:ext cx="410335" cy="355243"/>
            <a:chOff x="3564243" y="2289904"/>
            <a:chExt cx="422342" cy="355243"/>
          </a:xfrm>
          <a:solidFill>
            <a:srgbClr val="00806E"/>
          </a:solidFill>
        </p:grpSpPr>
        <p:sp>
          <p:nvSpPr>
            <p:cNvPr id="1047" name="Google Shape;9272;p60">
              <a:extLst>
                <a:ext uri="{FF2B5EF4-FFF2-40B4-BE49-F238E27FC236}">
                  <a16:creationId xmlns:a16="http://schemas.microsoft.com/office/drawing/2014/main" id="{7538A035-0ACF-3674-A6B9-D84927EA9C5C}"/>
                </a:ext>
              </a:extLst>
            </p:cNvPr>
            <p:cNvSpPr/>
            <p:nvPr/>
          </p:nvSpPr>
          <p:spPr>
            <a:xfrm>
              <a:off x="3564243" y="2291587"/>
              <a:ext cx="66177" cy="351655"/>
            </a:xfrm>
            <a:custGeom>
              <a:avLst/>
              <a:gdLst/>
              <a:ahLst/>
              <a:cxnLst/>
              <a:rect l="l" t="t" r="r" b="b"/>
              <a:pathLst>
                <a:path w="2084" h="11074" extrusionOk="0">
                  <a:moveTo>
                    <a:pt x="1703" y="1918"/>
                  </a:moveTo>
                  <a:lnTo>
                    <a:pt x="1703" y="2727"/>
                  </a:lnTo>
                  <a:cubicBezTo>
                    <a:pt x="1703" y="2823"/>
                    <a:pt x="1667" y="2930"/>
                    <a:pt x="1608" y="2966"/>
                  </a:cubicBezTo>
                  <a:cubicBezTo>
                    <a:pt x="1453" y="3085"/>
                    <a:pt x="1298" y="3287"/>
                    <a:pt x="1239" y="3501"/>
                  </a:cubicBezTo>
                  <a:lnTo>
                    <a:pt x="834" y="3501"/>
                  </a:lnTo>
                  <a:cubicBezTo>
                    <a:pt x="798" y="3299"/>
                    <a:pt x="667" y="3085"/>
                    <a:pt x="524" y="2989"/>
                  </a:cubicBezTo>
                  <a:cubicBezTo>
                    <a:pt x="453" y="2942"/>
                    <a:pt x="393" y="2823"/>
                    <a:pt x="393" y="2727"/>
                  </a:cubicBezTo>
                  <a:lnTo>
                    <a:pt x="393" y="1918"/>
                  </a:lnTo>
                  <a:close/>
                  <a:moveTo>
                    <a:pt x="1227" y="3882"/>
                  </a:moveTo>
                  <a:lnTo>
                    <a:pt x="1227" y="5144"/>
                  </a:lnTo>
                  <a:cubicBezTo>
                    <a:pt x="1227" y="6359"/>
                    <a:pt x="1239" y="7549"/>
                    <a:pt x="1369" y="8752"/>
                  </a:cubicBezTo>
                  <a:cubicBezTo>
                    <a:pt x="1453" y="9478"/>
                    <a:pt x="1489" y="10085"/>
                    <a:pt x="1489" y="10205"/>
                  </a:cubicBezTo>
                  <a:cubicBezTo>
                    <a:pt x="1477" y="10478"/>
                    <a:pt x="1298" y="10681"/>
                    <a:pt x="1048" y="10681"/>
                  </a:cubicBezTo>
                  <a:cubicBezTo>
                    <a:pt x="798" y="10681"/>
                    <a:pt x="619" y="10490"/>
                    <a:pt x="619" y="10228"/>
                  </a:cubicBezTo>
                  <a:cubicBezTo>
                    <a:pt x="619" y="10097"/>
                    <a:pt x="655" y="9490"/>
                    <a:pt x="738" y="8764"/>
                  </a:cubicBezTo>
                  <a:cubicBezTo>
                    <a:pt x="869" y="7561"/>
                    <a:pt x="881" y="6371"/>
                    <a:pt x="881" y="5168"/>
                  </a:cubicBezTo>
                  <a:lnTo>
                    <a:pt x="881" y="3882"/>
                  </a:lnTo>
                  <a:close/>
                  <a:moveTo>
                    <a:pt x="203" y="1"/>
                  </a:moveTo>
                  <a:cubicBezTo>
                    <a:pt x="96" y="1"/>
                    <a:pt x="0" y="84"/>
                    <a:pt x="0" y="191"/>
                  </a:cubicBezTo>
                  <a:lnTo>
                    <a:pt x="0" y="2727"/>
                  </a:lnTo>
                  <a:cubicBezTo>
                    <a:pt x="0" y="2966"/>
                    <a:pt x="143" y="3216"/>
                    <a:pt x="334" y="3335"/>
                  </a:cubicBezTo>
                  <a:cubicBezTo>
                    <a:pt x="393" y="3358"/>
                    <a:pt x="477" y="3573"/>
                    <a:pt x="477" y="3692"/>
                  </a:cubicBezTo>
                  <a:lnTo>
                    <a:pt x="477" y="5144"/>
                  </a:lnTo>
                  <a:cubicBezTo>
                    <a:pt x="477" y="6359"/>
                    <a:pt x="465" y="7526"/>
                    <a:pt x="346" y="8716"/>
                  </a:cubicBezTo>
                  <a:cubicBezTo>
                    <a:pt x="274" y="9454"/>
                    <a:pt x="226" y="10074"/>
                    <a:pt x="226" y="10228"/>
                  </a:cubicBezTo>
                  <a:cubicBezTo>
                    <a:pt x="226" y="10705"/>
                    <a:pt x="584" y="11074"/>
                    <a:pt x="1048" y="11074"/>
                  </a:cubicBezTo>
                  <a:cubicBezTo>
                    <a:pt x="1512" y="11074"/>
                    <a:pt x="1870" y="10705"/>
                    <a:pt x="1870" y="10228"/>
                  </a:cubicBezTo>
                  <a:cubicBezTo>
                    <a:pt x="1870" y="10074"/>
                    <a:pt x="1822" y="9454"/>
                    <a:pt x="1750" y="8716"/>
                  </a:cubicBezTo>
                  <a:cubicBezTo>
                    <a:pt x="1608" y="7526"/>
                    <a:pt x="1608" y="6359"/>
                    <a:pt x="1608" y="5144"/>
                  </a:cubicBezTo>
                  <a:lnTo>
                    <a:pt x="1608" y="3692"/>
                  </a:lnTo>
                  <a:cubicBezTo>
                    <a:pt x="1608" y="3561"/>
                    <a:pt x="1715" y="3358"/>
                    <a:pt x="1834" y="3275"/>
                  </a:cubicBezTo>
                  <a:cubicBezTo>
                    <a:pt x="2024" y="3144"/>
                    <a:pt x="2084" y="2906"/>
                    <a:pt x="2084" y="2704"/>
                  </a:cubicBezTo>
                  <a:lnTo>
                    <a:pt x="2084" y="251"/>
                  </a:lnTo>
                  <a:cubicBezTo>
                    <a:pt x="2084" y="168"/>
                    <a:pt x="2001" y="72"/>
                    <a:pt x="1893" y="72"/>
                  </a:cubicBezTo>
                  <a:cubicBezTo>
                    <a:pt x="1786" y="72"/>
                    <a:pt x="1703" y="168"/>
                    <a:pt x="1703" y="263"/>
                  </a:cubicBezTo>
                  <a:lnTo>
                    <a:pt x="1703" y="1537"/>
                  </a:lnTo>
                  <a:lnTo>
                    <a:pt x="1239" y="1537"/>
                  </a:lnTo>
                  <a:lnTo>
                    <a:pt x="1239" y="191"/>
                  </a:lnTo>
                  <a:cubicBezTo>
                    <a:pt x="1239" y="84"/>
                    <a:pt x="1155" y="1"/>
                    <a:pt x="1048" y="1"/>
                  </a:cubicBezTo>
                  <a:cubicBezTo>
                    <a:pt x="941" y="1"/>
                    <a:pt x="858" y="84"/>
                    <a:pt x="858" y="191"/>
                  </a:cubicBezTo>
                  <a:lnTo>
                    <a:pt x="858" y="1537"/>
                  </a:lnTo>
                  <a:lnTo>
                    <a:pt x="393" y="1537"/>
                  </a:lnTo>
                  <a:lnTo>
                    <a:pt x="393" y="191"/>
                  </a:lnTo>
                  <a:cubicBezTo>
                    <a:pt x="393" y="84"/>
                    <a:pt x="298" y="1"/>
                    <a:pt x="2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8" name="Google Shape;9273;p60">
              <a:extLst>
                <a:ext uri="{FF2B5EF4-FFF2-40B4-BE49-F238E27FC236}">
                  <a16:creationId xmlns:a16="http://schemas.microsoft.com/office/drawing/2014/main" id="{FF0E816C-1586-2EEF-42FF-D4284DD43693}"/>
                </a:ext>
              </a:extLst>
            </p:cNvPr>
            <p:cNvSpPr/>
            <p:nvPr/>
          </p:nvSpPr>
          <p:spPr>
            <a:xfrm>
              <a:off x="3636835" y="2373674"/>
              <a:ext cx="236702" cy="236289"/>
            </a:xfrm>
            <a:custGeom>
              <a:avLst/>
              <a:gdLst/>
              <a:ahLst/>
              <a:cxnLst/>
              <a:rect l="l" t="t" r="r" b="b"/>
              <a:pathLst>
                <a:path w="7454" h="7441" extrusionOk="0">
                  <a:moveTo>
                    <a:pt x="1175" y="0"/>
                  </a:moveTo>
                  <a:cubicBezTo>
                    <a:pt x="1121" y="0"/>
                    <a:pt x="1069" y="25"/>
                    <a:pt x="1036" y="71"/>
                  </a:cubicBezTo>
                  <a:cubicBezTo>
                    <a:pt x="369" y="881"/>
                    <a:pt x="0" y="1905"/>
                    <a:pt x="0" y="2952"/>
                  </a:cubicBezTo>
                  <a:cubicBezTo>
                    <a:pt x="0" y="5429"/>
                    <a:pt x="2024" y="7441"/>
                    <a:pt x="4489" y="7441"/>
                  </a:cubicBezTo>
                  <a:cubicBezTo>
                    <a:pt x="5537" y="7441"/>
                    <a:pt x="6561" y="7072"/>
                    <a:pt x="7358" y="6405"/>
                  </a:cubicBezTo>
                  <a:cubicBezTo>
                    <a:pt x="7454" y="6322"/>
                    <a:pt x="7454" y="6203"/>
                    <a:pt x="7394" y="6131"/>
                  </a:cubicBezTo>
                  <a:cubicBezTo>
                    <a:pt x="7352" y="6083"/>
                    <a:pt x="7286" y="6058"/>
                    <a:pt x="7224" y="6058"/>
                  </a:cubicBezTo>
                  <a:cubicBezTo>
                    <a:pt x="7180" y="6058"/>
                    <a:pt x="7138" y="6071"/>
                    <a:pt x="7108" y="6096"/>
                  </a:cubicBezTo>
                  <a:cubicBezTo>
                    <a:pt x="6382" y="6703"/>
                    <a:pt x="5441" y="7048"/>
                    <a:pt x="4489" y="7048"/>
                  </a:cubicBezTo>
                  <a:cubicBezTo>
                    <a:pt x="2227" y="7048"/>
                    <a:pt x="381" y="5203"/>
                    <a:pt x="381" y="2928"/>
                  </a:cubicBezTo>
                  <a:cubicBezTo>
                    <a:pt x="381" y="1988"/>
                    <a:pt x="727" y="1047"/>
                    <a:pt x="1334" y="309"/>
                  </a:cubicBezTo>
                  <a:cubicBezTo>
                    <a:pt x="1405" y="226"/>
                    <a:pt x="1393" y="107"/>
                    <a:pt x="1298" y="47"/>
                  </a:cubicBezTo>
                  <a:cubicBezTo>
                    <a:pt x="1261" y="16"/>
                    <a:pt x="1217" y="0"/>
                    <a:pt x="11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9" name="Google Shape;9274;p60">
              <a:extLst>
                <a:ext uri="{FF2B5EF4-FFF2-40B4-BE49-F238E27FC236}">
                  <a16:creationId xmlns:a16="http://schemas.microsoft.com/office/drawing/2014/main" id="{9552E1EB-8FCD-9FD5-C249-2121FABA39EC}"/>
                </a:ext>
              </a:extLst>
            </p:cNvPr>
            <p:cNvSpPr/>
            <p:nvPr/>
          </p:nvSpPr>
          <p:spPr>
            <a:xfrm>
              <a:off x="3685230" y="2324104"/>
              <a:ext cx="237083" cy="235971"/>
            </a:xfrm>
            <a:custGeom>
              <a:avLst/>
              <a:gdLst/>
              <a:ahLst/>
              <a:cxnLst/>
              <a:rect l="l" t="t" r="r" b="b"/>
              <a:pathLst>
                <a:path w="7466" h="7431" extrusionOk="0">
                  <a:moveTo>
                    <a:pt x="2953" y="1"/>
                  </a:moveTo>
                  <a:cubicBezTo>
                    <a:pt x="1905" y="1"/>
                    <a:pt x="893" y="358"/>
                    <a:pt x="96" y="1025"/>
                  </a:cubicBezTo>
                  <a:cubicBezTo>
                    <a:pt x="0" y="1108"/>
                    <a:pt x="0" y="1227"/>
                    <a:pt x="60" y="1299"/>
                  </a:cubicBezTo>
                  <a:cubicBezTo>
                    <a:pt x="99" y="1344"/>
                    <a:pt x="151" y="1364"/>
                    <a:pt x="205" y="1364"/>
                  </a:cubicBezTo>
                  <a:cubicBezTo>
                    <a:pt x="250" y="1364"/>
                    <a:pt x="295" y="1350"/>
                    <a:pt x="334" y="1322"/>
                  </a:cubicBezTo>
                  <a:cubicBezTo>
                    <a:pt x="1060" y="715"/>
                    <a:pt x="2001" y="394"/>
                    <a:pt x="2953" y="394"/>
                  </a:cubicBezTo>
                  <a:cubicBezTo>
                    <a:pt x="5215" y="394"/>
                    <a:pt x="7061" y="2227"/>
                    <a:pt x="7061" y="4501"/>
                  </a:cubicBezTo>
                  <a:cubicBezTo>
                    <a:pt x="7061" y="5454"/>
                    <a:pt x="6727" y="6371"/>
                    <a:pt x="6120" y="7121"/>
                  </a:cubicBezTo>
                  <a:cubicBezTo>
                    <a:pt x="6049" y="7204"/>
                    <a:pt x="6061" y="7323"/>
                    <a:pt x="6156" y="7383"/>
                  </a:cubicBezTo>
                  <a:cubicBezTo>
                    <a:pt x="6180" y="7418"/>
                    <a:pt x="6227" y="7430"/>
                    <a:pt x="6275" y="7430"/>
                  </a:cubicBezTo>
                  <a:cubicBezTo>
                    <a:pt x="6322" y="7430"/>
                    <a:pt x="6382" y="7395"/>
                    <a:pt x="6418" y="7359"/>
                  </a:cubicBezTo>
                  <a:cubicBezTo>
                    <a:pt x="7084" y="6549"/>
                    <a:pt x="7442" y="5537"/>
                    <a:pt x="7442" y="4501"/>
                  </a:cubicBezTo>
                  <a:cubicBezTo>
                    <a:pt x="7465" y="2013"/>
                    <a:pt x="5441" y="1"/>
                    <a:pt x="2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0" name="Google Shape;9275;p60">
              <a:extLst>
                <a:ext uri="{FF2B5EF4-FFF2-40B4-BE49-F238E27FC236}">
                  <a16:creationId xmlns:a16="http://schemas.microsoft.com/office/drawing/2014/main" id="{9FECE4D7-FA52-C2D9-ABAC-3B2045F5D010}"/>
                </a:ext>
              </a:extLst>
            </p:cNvPr>
            <p:cNvSpPr/>
            <p:nvPr/>
          </p:nvSpPr>
          <p:spPr>
            <a:xfrm>
              <a:off x="3663668" y="2351699"/>
              <a:ext cx="230668" cy="230668"/>
            </a:xfrm>
            <a:custGeom>
              <a:avLst/>
              <a:gdLst/>
              <a:ahLst/>
              <a:cxnLst/>
              <a:rect l="l" t="t" r="r" b="b"/>
              <a:pathLst>
                <a:path w="7264" h="7264" extrusionOk="0">
                  <a:moveTo>
                    <a:pt x="3632" y="382"/>
                  </a:moveTo>
                  <a:cubicBezTo>
                    <a:pt x="5418" y="382"/>
                    <a:pt x="6871" y="1846"/>
                    <a:pt x="6871" y="3632"/>
                  </a:cubicBezTo>
                  <a:cubicBezTo>
                    <a:pt x="6871" y="5418"/>
                    <a:pt x="5418" y="6871"/>
                    <a:pt x="3632" y="6871"/>
                  </a:cubicBezTo>
                  <a:cubicBezTo>
                    <a:pt x="1846" y="6871"/>
                    <a:pt x="382" y="5418"/>
                    <a:pt x="382" y="3632"/>
                  </a:cubicBezTo>
                  <a:cubicBezTo>
                    <a:pt x="382" y="1846"/>
                    <a:pt x="1846" y="382"/>
                    <a:pt x="3632" y="382"/>
                  </a:cubicBezTo>
                  <a:close/>
                  <a:moveTo>
                    <a:pt x="3632" y="1"/>
                  </a:moveTo>
                  <a:cubicBezTo>
                    <a:pt x="1632" y="1"/>
                    <a:pt x="1" y="1632"/>
                    <a:pt x="1" y="3632"/>
                  </a:cubicBezTo>
                  <a:cubicBezTo>
                    <a:pt x="1" y="5633"/>
                    <a:pt x="1632" y="7264"/>
                    <a:pt x="3632" y="7264"/>
                  </a:cubicBezTo>
                  <a:cubicBezTo>
                    <a:pt x="5644" y="7264"/>
                    <a:pt x="7263" y="5621"/>
                    <a:pt x="7263" y="3632"/>
                  </a:cubicBezTo>
                  <a:cubicBezTo>
                    <a:pt x="7263" y="1620"/>
                    <a:pt x="5620" y="1"/>
                    <a:pt x="3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1" name="Google Shape;9276;p60">
              <a:extLst>
                <a:ext uri="{FF2B5EF4-FFF2-40B4-BE49-F238E27FC236}">
                  <a16:creationId xmlns:a16="http://schemas.microsoft.com/office/drawing/2014/main" id="{ED54CC4B-D078-E613-CD06-1BE80FD8F003}"/>
                </a:ext>
              </a:extLst>
            </p:cNvPr>
            <p:cNvSpPr/>
            <p:nvPr/>
          </p:nvSpPr>
          <p:spPr>
            <a:xfrm>
              <a:off x="3933998" y="2289904"/>
              <a:ext cx="52586" cy="355243"/>
            </a:xfrm>
            <a:custGeom>
              <a:avLst/>
              <a:gdLst/>
              <a:ahLst/>
              <a:cxnLst/>
              <a:rect l="l" t="t" r="r" b="b"/>
              <a:pathLst>
                <a:path w="1656" h="11187" extrusionOk="0">
                  <a:moveTo>
                    <a:pt x="1251" y="554"/>
                  </a:moveTo>
                  <a:lnTo>
                    <a:pt x="1251" y="5555"/>
                  </a:lnTo>
                  <a:lnTo>
                    <a:pt x="715" y="5578"/>
                  </a:lnTo>
                  <a:lnTo>
                    <a:pt x="703" y="5578"/>
                  </a:lnTo>
                  <a:cubicBezTo>
                    <a:pt x="693" y="5580"/>
                    <a:pt x="683" y="5580"/>
                    <a:pt x="673" y="5580"/>
                  </a:cubicBezTo>
                  <a:cubicBezTo>
                    <a:pt x="583" y="5580"/>
                    <a:pt x="481" y="5536"/>
                    <a:pt x="417" y="5483"/>
                  </a:cubicBezTo>
                  <a:cubicBezTo>
                    <a:pt x="382" y="5436"/>
                    <a:pt x="370" y="5412"/>
                    <a:pt x="370" y="5412"/>
                  </a:cubicBezTo>
                  <a:lnTo>
                    <a:pt x="370" y="2411"/>
                  </a:lnTo>
                  <a:cubicBezTo>
                    <a:pt x="370" y="1697"/>
                    <a:pt x="703" y="1006"/>
                    <a:pt x="1251" y="554"/>
                  </a:cubicBezTo>
                  <a:close/>
                  <a:moveTo>
                    <a:pt x="1263" y="5959"/>
                  </a:moveTo>
                  <a:cubicBezTo>
                    <a:pt x="1263" y="9448"/>
                    <a:pt x="1275" y="10258"/>
                    <a:pt x="1275" y="10281"/>
                  </a:cubicBezTo>
                  <a:cubicBezTo>
                    <a:pt x="1263" y="10496"/>
                    <a:pt x="1203" y="10769"/>
                    <a:pt x="941" y="10769"/>
                  </a:cubicBezTo>
                  <a:cubicBezTo>
                    <a:pt x="858" y="10769"/>
                    <a:pt x="620" y="10769"/>
                    <a:pt x="620" y="10258"/>
                  </a:cubicBezTo>
                  <a:cubicBezTo>
                    <a:pt x="620" y="10115"/>
                    <a:pt x="667" y="9710"/>
                    <a:pt x="727" y="9246"/>
                  </a:cubicBezTo>
                  <a:cubicBezTo>
                    <a:pt x="822" y="8472"/>
                    <a:pt x="941" y="7400"/>
                    <a:pt x="941" y="6686"/>
                  </a:cubicBezTo>
                  <a:lnTo>
                    <a:pt x="941" y="5959"/>
                  </a:lnTo>
                  <a:close/>
                  <a:moveTo>
                    <a:pt x="1453" y="0"/>
                  </a:moveTo>
                  <a:cubicBezTo>
                    <a:pt x="1420" y="0"/>
                    <a:pt x="1388" y="6"/>
                    <a:pt x="1358" y="18"/>
                  </a:cubicBezTo>
                  <a:cubicBezTo>
                    <a:pt x="524" y="530"/>
                    <a:pt x="1" y="1447"/>
                    <a:pt x="1" y="2435"/>
                  </a:cubicBezTo>
                  <a:lnTo>
                    <a:pt x="1" y="5424"/>
                  </a:lnTo>
                  <a:cubicBezTo>
                    <a:pt x="1" y="5555"/>
                    <a:pt x="60" y="5674"/>
                    <a:pt x="179" y="5781"/>
                  </a:cubicBezTo>
                  <a:cubicBezTo>
                    <a:pt x="286" y="5876"/>
                    <a:pt x="417" y="5936"/>
                    <a:pt x="548" y="5959"/>
                  </a:cubicBezTo>
                  <a:lnTo>
                    <a:pt x="548" y="6709"/>
                  </a:lnTo>
                  <a:cubicBezTo>
                    <a:pt x="548" y="7400"/>
                    <a:pt x="429" y="8460"/>
                    <a:pt x="346" y="9222"/>
                  </a:cubicBezTo>
                  <a:cubicBezTo>
                    <a:pt x="286" y="9710"/>
                    <a:pt x="239" y="10091"/>
                    <a:pt x="239" y="10281"/>
                  </a:cubicBezTo>
                  <a:cubicBezTo>
                    <a:pt x="239" y="11115"/>
                    <a:pt x="774" y="11186"/>
                    <a:pt x="941" y="11186"/>
                  </a:cubicBezTo>
                  <a:cubicBezTo>
                    <a:pt x="1275" y="11186"/>
                    <a:pt x="1656" y="10948"/>
                    <a:pt x="1656" y="10281"/>
                  </a:cubicBezTo>
                  <a:lnTo>
                    <a:pt x="1656" y="185"/>
                  </a:lnTo>
                  <a:cubicBezTo>
                    <a:pt x="1656" y="113"/>
                    <a:pt x="1608" y="54"/>
                    <a:pt x="1548" y="18"/>
                  </a:cubicBezTo>
                  <a:cubicBezTo>
                    <a:pt x="1519" y="6"/>
                    <a:pt x="1486" y="0"/>
                    <a:pt x="14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5" name="Google Shape;9932;p61">
            <a:extLst>
              <a:ext uri="{FF2B5EF4-FFF2-40B4-BE49-F238E27FC236}">
                <a16:creationId xmlns:a16="http://schemas.microsoft.com/office/drawing/2014/main" id="{FADB8919-9774-34EA-9B86-46F9C5DA2644}"/>
              </a:ext>
            </a:extLst>
          </p:cNvPr>
          <p:cNvGrpSpPr/>
          <p:nvPr/>
        </p:nvGrpSpPr>
        <p:grpSpPr>
          <a:xfrm>
            <a:off x="7268608" y="5812384"/>
            <a:ext cx="411535" cy="315587"/>
            <a:chOff x="3042703" y="1529137"/>
            <a:chExt cx="411535" cy="315587"/>
          </a:xfrm>
          <a:solidFill>
            <a:srgbClr val="00806E"/>
          </a:solidFill>
        </p:grpSpPr>
        <p:sp>
          <p:nvSpPr>
            <p:cNvPr id="1037" name="Google Shape;9933;p61">
              <a:extLst>
                <a:ext uri="{FF2B5EF4-FFF2-40B4-BE49-F238E27FC236}">
                  <a16:creationId xmlns:a16="http://schemas.microsoft.com/office/drawing/2014/main" id="{F247E41B-48F8-06EF-8694-58F9D3F02953}"/>
                </a:ext>
              </a:extLst>
            </p:cNvPr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8" name="Google Shape;9934;p61">
              <a:extLst>
                <a:ext uri="{FF2B5EF4-FFF2-40B4-BE49-F238E27FC236}">
                  <a16:creationId xmlns:a16="http://schemas.microsoft.com/office/drawing/2014/main" id="{1BF826A0-4DF9-4BFF-134B-C8D08D03DF6C}"/>
                </a:ext>
              </a:extLst>
            </p:cNvPr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9" name="Google Shape;9935;p61">
              <a:extLst>
                <a:ext uri="{FF2B5EF4-FFF2-40B4-BE49-F238E27FC236}">
                  <a16:creationId xmlns:a16="http://schemas.microsoft.com/office/drawing/2014/main" id="{B866D1D8-FCE9-5808-6853-2D336ECF914D}"/>
                </a:ext>
              </a:extLst>
            </p:cNvPr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0" name="Google Shape;9936;p61">
              <a:extLst>
                <a:ext uri="{FF2B5EF4-FFF2-40B4-BE49-F238E27FC236}">
                  <a16:creationId xmlns:a16="http://schemas.microsoft.com/office/drawing/2014/main" id="{961C430D-DFC2-6FC6-E08C-701168DD58CC}"/>
                </a:ext>
              </a:extLst>
            </p:cNvPr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1" name="Google Shape;9937;p61">
              <a:extLst>
                <a:ext uri="{FF2B5EF4-FFF2-40B4-BE49-F238E27FC236}">
                  <a16:creationId xmlns:a16="http://schemas.microsoft.com/office/drawing/2014/main" id="{6D6A5B5E-A0D0-D251-86D1-46F51478D9BC}"/>
                </a:ext>
              </a:extLst>
            </p:cNvPr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2" name="Google Shape;9938;p61">
              <a:extLst>
                <a:ext uri="{FF2B5EF4-FFF2-40B4-BE49-F238E27FC236}">
                  <a16:creationId xmlns:a16="http://schemas.microsoft.com/office/drawing/2014/main" id="{47603E27-28AE-71C0-55FD-8699E800E8BB}"/>
                </a:ext>
              </a:extLst>
            </p:cNvPr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3" name="Google Shape;9939;p61">
              <a:extLst>
                <a:ext uri="{FF2B5EF4-FFF2-40B4-BE49-F238E27FC236}">
                  <a16:creationId xmlns:a16="http://schemas.microsoft.com/office/drawing/2014/main" id="{49662BDC-812E-E999-5232-2910A1BBC490}"/>
                </a:ext>
              </a:extLst>
            </p:cNvPr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4" name="Google Shape;9940;p61">
              <a:extLst>
                <a:ext uri="{FF2B5EF4-FFF2-40B4-BE49-F238E27FC236}">
                  <a16:creationId xmlns:a16="http://schemas.microsoft.com/office/drawing/2014/main" id="{F7248C5E-BEB3-A73D-69E8-93BC49FFE304}"/>
                </a:ext>
              </a:extLst>
            </p:cNvPr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5" name="Google Shape;9941;p61">
              <a:extLst>
                <a:ext uri="{FF2B5EF4-FFF2-40B4-BE49-F238E27FC236}">
                  <a16:creationId xmlns:a16="http://schemas.microsoft.com/office/drawing/2014/main" id="{0F2F0899-4A5A-7074-95FE-B1DB49E858CC}"/>
                </a:ext>
              </a:extLst>
            </p:cNvPr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6" name="Google Shape;9942;p61">
              <a:extLst>
                <a:ext uri="{FF2B5EF4-FFF2-40B4-BE49-F238E27FC236}">
                  <a16:creationId xmlns:a16="http://schemas.microsoft.com/office/drawing/2014/main" id="{B1FB6599-315A-A855-AFA7-B361E5A1524A}"/>
                </a:ext>
              </a:extLst>
            </p:cNvPr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6" name="Google Shape;11962;p64">
            <a:extLst>
              <a:ext uri="{FF2B5EF4-FFF2-40B4-BE49-F238E27FC236}">
                <a16:creationId xmlns:a16="http://schemas.microsoft.com/office/drawing/2014/main" id="{DE6BCF2E-C952-BF05-2E51-A2DBA1265E86}"/>
              </a:ext>
            </a:extLst>
          </p:cNvPr>
          <p:cNvGrpSpPr/>
          <p:nvPr/>
        </p:nvGrpSpPr>
        <p:grpSpPr>
          <a:xfrm>
            <a:off x="7311035" y="6568938"/>
            <a:ext cx="352209" cy="334938"/>
            <a:chOff x="7066548" y="2912594"/>
            <a:chExt cx="352209" cy="334938"/>
          </a:xfrm>
          <a:solidFill>
            <a:srgbClr val="00806E"/>
          </a:solidFill>
        </p:grpSpPr>
        <p:sp>
          <p:nvSpPr>
            <p:cNvPr id="60" name="Google Shape;11963;p64">
              <a:extLst>
                <a:ext uri="{FF2B5EF4-FFF2-40B4-BE49-F238E27FC236}">
                  <a16:creationId xmlns:a16="http://schemas.microsoft.com/office/drawing/2014/main" id="{38E3283E-A38F-334F-C061-2AFDBA59A26D}"/>
                </a:ext>
              </a:extLst>
            </p:cNvPr>
            <p:cNvSpPr/>
            <p:nvPr/>
          </p:nvSpPr>
          <p:spPr>
            <a:xfrm>
              <a:off x="7066548" y="2912594"/>
              <a:ext cx="219264" cy="266399"/>
            </a:xfrm>
            <a:custGeom>
              <a:avLst/>
              <a:gdLst/>
              <a:ahLst/>
              <a:cxnLst/>
              <a:rect l="l" t="t" r="r" b="b"/>
              <a:pathLst>
                <a:path w="6894" h="8376" extrusionOk="0">
                  <a:moveTo>
                    <a:pt x="6584" y="363"/>
                  </a:moveTo>
                  <a:lnTo>
                    <a:pt x="6584" y="1839"/>
                  </a:lnTo>
                  <a:lnTo>
                    <a:pt x="1774" y="2911"/>
                  </a:lnTo>
                  <a:lnTo>
                    <a:pt x="1774" y="1434"/>
                  </a:lnTo>
                  <a:lnTo>
                    <a:pt x="6584" y="363"/>
                  </a:lnTo>
                  <a:close/>
                  <a:moveTo>
                    <a:pt x="6584" y="2137"/>
                  </a:moveTo>
                  <a:lnTo>
                    <a:pt x="6584" y="6078"/>
                  </a:lnTo>
                  <a:cubicBezTo>
                    <a:pt x="6584" y="6209"/>
                    <a:pt x="6525" y="6423"/>
                    <a:pt x="6346" y="6578"/>
                  </a:cubicBezTo>
                  <a:cubicBezTo>
                    <a:pt x="6203" y="6721"/>
                    <a:pt x="5989" y="6863"/>
                    <a:pt x="5596" y="6863"/>
                  </a:cubicBezTo>
                  <a:cubicBezTo>
                    <a:pt x="5191" y="6863"/>
                    <a:pt x="4882" y="6625"/>
                    <a:pt x="4882" y="6328"/>
                  </a:cubicBezTo>
                  <a:cubicBezTo>
                    <a:pt x="4882" y="6030"/>
                    <a:pt x="5215" y="5792"/>
                    <a:pt x="5596" y="5792"/>
                  </a:cubicBezTo>
                  <a:cubicBezTo>
                    <a:pt x="5751" y="5792"/>
                    <a:pt x="5906" y="5840"/>
                    <a:pt x="6084" y="5899"/>
                  </a:cubicBezTo>
                  <a:cubicBezTo>
                    <a:pt x="6104" y="5904"/>
                    <a:pt x="6126" y="5907"/>
                    <a:pt x="6148" y="5907"/>
                  </a:cubicBezTo>
                  <a:cubicBezTo>
                    <a:pt x="6179" y="5907"/>
                    <a:pt x="6211" y="5901"/>
                    <a:pt x="6239" y="5887"/>
                  </a:cubicBezTo>
                  <a:cubicBezTo>
                    <a:pt x="6287" y="5851"/>
                    <a:pt x="6311" y="5804"/>
                    <a:pt x="6311" y="5744"/>
                  </a:cubicBezTo>
                  <a:lnTo>
                    <a:pt x="6311" y="2196"/>
                  </a:lnTo>
                  <a:lnTo>
                    <a:pt x="6584" y="2137"/>
                  </a:lnTo>
                  <a:close/>
                  <a:moveTo>
                    <a:pt x="6735" y="1"/>
                  </a:moveTo>
                  <a:cubicBezTo>
                    <a:pt x="6724" y="1"/>
                    <a:pt x="6713" y="2"/>
                    <a:pt x="6704" y="5"/>
                  </a:cubicBezTo>
                  <a:lnTo>
                    <a:pt x="1560" y="1137"/>
                  </a:lnTo>
                  <a:cubicBezTo>
                    <a:pt x="1489" y="1148"/>
                    <a:pt x="1429" y="1220"/>
                    <a:pt x="1429" y="1303"/>
                  </a:cubicBezTo>
                  <a:lnTo>
                    <a:pt x="1429" y="3101"/>
                  </a:lnTo>
                  <a:lnTo>
                    <a:pt x="1429" y="4030"/>
                  </a:lnTo>
                  <a:cubicBezTo>
                    <a:pt x="1429" y="4113"/>
                    <a:pt x="1500" y="4185"/>
                    <a:pt x="1596" y="4185"/>
                  </a:cubicBezTo>
                  <a:cubicBezTo>
                    <a:pt x="1679" y="4185"/>
                    <a:pt x="1751" y="4113"/>
                    <a:pt x="1751" y="4030"/>
                  </a:cubicBezTo>
                  <a:lnTo>
                    <a:pt x="1751" y="3232"/>
                  </a:lnTo>
                  <a:lnTo>
                    <a:pt x="2024" y="3173"/>
                  </a:lnTo>
                  <a:lnTo>
                    <a:pt x="2024" y="7304"/>
                  </a:lnTo>
                  <a:cubicBezTo>
                    <a:pt x="2024" y="7459"/>
                    <a:pt x="1858" y="8078"/>
                    <a:pt x="1036" y="8078"/>
                  </a:cubicBezTo>
                  <a:cubicBezTo>
                    <a:pt x="643" y="8078"/>
                    <a:pt x="322" y="7840"/>
                    <a:pt x="322" y="7542"/>
                  </a:cubicBezTo>
                  <a:cubicBezTo>
                    <a:pt x="322" y="7244"/>
                    <a:pt x="655" y="7006"/>
                    <a:pt x="1036" y="7006"/>
                  </a:cubicBezTo>
                  <a:cubicBezTo>
                    <a:pt x="1191" y="7006"/>
                    <a:pt x="1358" y="7042"/>
                    <a:pt x="1536" y="7102"/>
                  </a:cubicBezTo>
                  <a:cubicBezTo>
                    <a:pt x="1552" y="7112"/>
                    <a:pt x="1573" y="7118"/>
                    <a:pt x="1596" y="7118"/>
                  </a:cubicBezTo>
                  <a:cubicBezTo>
                    <a:pt x="1623" y="7118"/>
                    <a:pt x="1653" y="7109"/>
                    <a:pt x="1679" y="7090"/>
                  </a:cubicBezTo>
                  <a:cubicBezTo>
                    <a:pt x="1727" y="7066"/>
                    <a:pt x="1751" y="7018"/>
                    <a:pt x="1751" y="6959"/>
                  </a:cubicBezTo>
                  <a:lnTo>
                    <a:pt x="1751" y="4744"/>
                  </a:lnTo>
                  <a:cubicBezTo>
                    <a:pt x="1751" y="4649"/>
                    <a:pt x="1679" y="4577"/>
                    <a:pt x="1596" y="4577"/>
                  </a:cubicBezTo>
                  <a:cubicBezTo>
                    <a:pt x="1500" y="4577"/>
                    <a:pt x="1429" y="4649"/>
                    <a:pt x="1429" y="4744"/>
                  </a:cubicBezTo>
                  <a:lnTo>
                    <a:pt x="1429" y="6732"/>
                  </a:lnTo>
                  <a:cubicBezTo>
                    <a:pt x="1298" y="6709"/>
                    <a:pt x="1167" y="6673"/>
                    <a:pt x="1048" y="6673"/>
                  </a:cubicBezTo>
                  <a:cubicBezTo>
                    <a:pt x="465" y="6673"/>
                    <a:pt x="0" y="7066"/>
                    <a:pt x="0" y="7518"/>
                  </a:cubicBezTo>
                  <a:cubicBezTo>
                    <a:pt x="0" y="7995"/>
                    <a:pt x="465" y="8376"/>
                    <a:pt x="1048" y="8376"/>
                  </a:cubicBezTo>
                  <a:cubicBezTo>
                    <a:pt x="1596" y="8376"/>
                    <a:pt x="1905" y="8137"/>
                    <a:pt x="2072" y="7935"/>
                  </a:cubicBezTo>
                  <a:cubicBezTo>
                    <a:pt x="2274" y="7697"/>
                    <a:pt x="2358" y="7435"/>
                    <a:pt x="2358" y="7268"/>
                  </a:cubicBezTo>
                  <a:lnTo>
                    <a:pt x="2358" y="3089"/>
                  </a:lnTo>
                  <a:lnTo>
                    <a:pt x="5965" y="2280"/>
                  </a:lnTo>
                  <a:lnTo>
                    <a:pt x="5965" y="5542"/>
                  </a:lnTo>
                  <a:cubicBezTo>
                    <a:pt x="5834" y="5518"/>
                    <a:pt x="5703" y="5482"/>
                    <a:pt x="5584" y="5482"/>
                  </a:cubicBezTo>
                  <a:cubicBezTo>
                    <a:pt x="5001" y="5482"/>
                    <a:pt x="4537" y="5875"/>
                    <a:pt x="4537" y="6328"/>
                  </a:cubicBezTo>
                  <a:cubicBezTo>
                    <a:pt x="4537" y="6804"/>
                    <a:pt x="5001" y="7185"/>
                    <a:pt x="5584" y="7185"/>
                  </a:cubicBezTo>
                  <a:cubicBezTo>
                    <a:pt x="6477" y="7185"/>
                    <a:pt x="6894" y="6506"/>
                    <a:pt x="6894" y="6054"/>
                  </a:cubicBezTo>
                  <a:lnTo>
                    <a:pt x="6894" y="1922"/>
                  </a:lnTo>
                  <a:lnTo>
                    <a:pt x="6894" y="125"/>
                  </a:lnTo>
                  <a:cubicBezTo>
                    <a:pt x="6894" y="113"/>
                    <a:pt x="6882" y="65"/>
                    <a:pt x="6834" y="29"/>
                  </a:cubicBezTo>
                  <a:cubicBezTo>
                    <a:pt x="6800" y="12"/>
                    <a:pt x="6765" y="1"/>
                    <a:pt x="67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2" name="Google Shape;11964;p64">
              <a:extLst>
                <a:ext uri="{FF2B5EF4-FFF2-40B4-BE49-F238E27FC236}">
                  <a16:creationId xmlns:a16="http://schemas.microsoft.com/office/drawing/2014/main" id="{A309F6CD-F61A-386D-FA0E-B538FD1A1670}"/>
                </a:ext>
              </a:extLst>
            </p:cNvPr>
            <p:cNvSpPr/>
            <p:nvPr/>
          </p:nvSpPr>
          <p:spPr>
            <a:xfrm>
              <a:off x="7262690" y="2968571"/>
              <a:ext cx="156067" cy="278962"/>
            </a:xfrm>
            <a:custGeom>
              <a:avLst/>
              <a:gdLst/>
              <a:ahLst/>
              <a:cxnLst/>
              <a:rect l="l" t="t" r="r" b="b"/>
              <a:pathLst>
                <a:path w="4907" h="8771" extrusionOk="0">
                  <a:moveTo>
                    <a:pt x="1928" y="0"/>
                  </a:moveTo>
                  <a:cubicBezTo>
                    <a:pt x="1909" y="0"/>
                    <a:pt x="1889" y="3"/>
                    <a:pt x="1870" y="8"/>
                  </a:cubicBezTo>
                  <a:cubicBezTo>
                    <a:pt x="1787" y="31"/>
                    <a:pt x="1727" y="103"/>
                    <a:pt x="1727" y="210"/>
                  </a:cubicBezTo>
                  <a:lnTo>
                    <a:pt x="1727" y="3746"/>
                  </a:lnTo>
                  <a:cubicBezTo>
                    <a:pt x="1727" y="3841"/>
                    <a:pt x="1799" y="3913"/>
                    <a:pt x="1882" y="3913"/>
                  </a:cubicBezTo>
                  <a:cubicBezTo>
                    <a:pt x="1977" y="3913"/>
                    <a:pt x="2049" y="3841"/>
                    <a:pt x="2049" y="3746"/>
                  </a:cubicBezTo>
                  <a:lnTo>
                    <a:pt x="2049" y="627"/>
                  </a:lnTo>
                  <a:cubicBezTo>
                    <a:pt x="2108" y="734"/>
                    <a:pt x="2180" y="853"/>
                    <a:pt x="2275" y="972"/>
                  </a:cubicBezTo>
                  <a:lnTo>
                    <a:pt x="2287" y="984"/>
                  </a:lnTo>
                  <a:lnTo>
                    <a:pt x="2322" y="1008"/>
                  </a:lnTo>
                  <a:lnTo>
                    <a:pt x="2334" y="1032"/>
                  </a:lnTo>
                  <a:cubicBezTo>
                    <a:pt x="2858" y="1770"/>
                    <a:pt x="3346" y="2246"/>
                    <a:pt x="3787" y="2425"/>
                  </a:cubicBezTo>
                  <a:cubicBezTo>
                    <a:pt x="4180" y="2591"/>
                    <a:pt x="4370" y="3091"/>
                    <a:pt x="4466" y="3508"/>
                  </a:cubicBezTo>
                  <a:cubicBezTo>
                    <a:pt x="4525" y="3782"/>
                    <a:pt x="4549" y="4068"/>
                    <a:pt x="4573" y="4306"/>
                  </a:cubicBezTo>
                  <a:cubicBezTo>
                    <a:pt x="4216" y="3853"/>
                    <a:pt x="3573" y="3175"/>
                    <a:pt x="2561" y="2794"/>
                  </a:cubicBezTo>
                  <a:cubicBezTo>
                    <a:pt x="2543" y="2789"/>
                    <a:pt x="2524" y="2787"/>
                    <a:pt x="2505" y="2787"/>
                  </a:cubicBezTo>
                  <a:cubicBezTo>
                    <a:pt x="2471" y="2787"/>
                    <a:pt x="2436" y="2795"/>
                    <a:pt x="2406" y="2817"/>
                  </a:cubicBezTo>
                  <a:cubicBezTo>
                    <a:pt x="2358" y="2841"/>
                    <a:pt x="2334" y="2889"/>
                    <a:pt x="2334" y="2948"/>
                  </a:cubicBezTo>
                  <a:lnTo>
                    <a:pt x="2334" y="7366"/>
                  </a:lnTo>
                  <a:cubicBezTo>
                    <a:pt x="2334" y="7735"/>
                    <a:pt x="1894" y="8437"/>
                    <a:pt x="1191" y="8437"/>
                  </a:cubicBezTo>
                  <a:cubicBezTo>
                    <a:pt x="727" y="8437"/>
                    <a:pt x="334" y="8151"/>
                    <a:pt x="334" y="7818"/>
                  </a:cubicBezTo>
                  <a:cubicBezTo>
                    <a:pt x="334" y="7473"/>
                    <a:pt x="727" y="7187"/>
                    <a:pt x="1191" y="7187"/>
                  </a:cubicBezTo>
                  <a:cubicBezTo>
                    <a:pt x="1382" y="7187"/>
                    <a:pt x="1620" y="7247"/>
                    <a:pt x="1822" y="7354"/>
                  </a:cubicBezTo>
                  <a:cubicBezTo>
                    <a:pt x="1841" y="7363"/>
                    <a:pt x="1861" y="7367"/>
                    <a:pt x="1881" y="7367"/>
                  </a:cubicBezTo>
                  <a:cubicBezTo>
                    <a:pt x="1914" y="7367"/>
                    <a:pt x="1948" y="7357"/>
                    <a:pt x="1977" y="7342"/>
                  </a:cubicBezTo>
                  <a:cubicBezTo>
                    <a:pt x="2013" y="7306"/>
                    <a:pt x="2049" y="7258"/>
                    <a:pt x="2049" y="7199"/>
                  </a:cubicBezTo>
                  <a:lnTo>
                    <a:pt x="2049" y="4520"/>
                  </a:lnTo>
                  <a:cubicBezTo>
                    <a:pt x="2049" y="4437"/>
                    <a:pt x="1977" y="4365"/>
                    <a:pt x="1882" y="4365"/>
                  </a:cubicBezTo>
                  <a:cubicBezTo>
                    <a:pt x="1799" y="4365"/>
                    <a:pt x="1727" y="4437"/>
                    <a:pt x="1727" y="4520"/>
                  </a:cubicBezTo>
                  <a:lnTo>
                    <a:pt x="1727" y="6961"/>
                  </a:lnTo>
                  <a:cubicBezTo>
                    <a:pt x="1525" y="6901"/>
                    <a:pt x="1334" y="6866"/>
                    <a:pt x="1168" y="6866"/>
                  </a:cubicBezTo>
                  <a:cubicBezTo>
                    <a:pt x="537" y="6866"/>
                    <a:pt x="1" y="7294"/>
                    <a:pt x="1" y="7818"/>
                  </a:cubicBezTo>
                  <a:cubicBezTo>
                    <a:pt x="1" y="8330"/>
                    <a:pt x="513" y="8771"/>
                    <a:pt x="1168" y="8771"/>
                  </a:cubicBezTo>
                  <a:cubicBezTo>
                    <a:pt x="1584" y="8771"/>
                    <a:pt x="1977" y="8592"/>
                    <a:pt x="2263" y="8259"/>
                  </a:cubicBezTo>
                  <a:cubicBezTo>
                    <a:pt x="2489" y="7997"/>
                    <a:pt x="2644" y="7651"/>
                    <a:pt x="2644" y="7366"/>
                  </a:cubicBezTo>
                  <a:lnTo>
                    <a:pt x="2644" y="3187"/>
                  </a:lnTo>
                  <a:cubicBezTo>
                    <a:pt x="3775" y="3675"/>
                    <a:pt x="4382" y="4568"/>
                    <a:pt x="4549" y="4842"/>
                  </a:cubicBezTo>
                  <a:cubicBezTo>
                    <a:pt x="4589" y="4901"/>
                    <a:pt x="4654" y="4928"/>
                    <a:pt x="4723" y="4928"/>
                  </a:cubicBezTo>
                  <a:cubicBezTo>
                    <a:pt x="4736" y="4928"/>
                    <a:pt x="4750" y="4927"/>
                    <a:pt x="4763" y="4925"/>
                  </a:cubicBezTo>
                  <a:cubicBezTo>
                    <a:pt x="4847" y="4901"/>
                    <a:pt x="4894" y="4818"/>
                    <a:pt x="4894" y="4746"/>
                  </a:cubicBezTo>
                  <a:cubicBezTo>
                    <a:pt x="4906" y="4544"/>
                    <a:pt x="4894" y="3996"/>
                    <a:pt x="4763" y="3460"/>
                  </a:cubicBezTo>
                  <a:cubicBezTo>
                    <a:pt x="4597" y="2758"/>
                    <a:pt x="4311" y="2329"/>
                    <a:pt x="3894" y="2151"/>
                  </a:cubicBezTo>
                  <a:cubicBezTo>
                    <a:pt x="3513" y="1984"/>
                    <a:pt x="3061" y="1555"/>
                    <a:pt x="2584" y="865"/>
                  </a:cubicBezTo>
                  <a:cubicBezTo>
                    <a:pt x="2572" y="841"/>
                    <a:pt x="2561" y="805"/>
                    <a:pt x="2525" y="781"/>
                  </a:cubicBezTo>
                  <a:cubicBezTo>
                    <a:pt x="2346" y="508"/>
                    <a:pt x="2203" y="270"/>
                    <a:pt x="2108" y="103"/>
                  </a:cubicBezTo>
                  <a:cubicBezTo>
                    <a:pt x="2070" y="36"/>
                    <a:pt x="2002" y="0"/>
                    <a:pt x="1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3" name="Google Shape;11965;p64">
              <a:extLst>
                <a:ext uri="{FF2B5EF4-FFF2-40B4-BE49-F238E27FC236}">
                  <a16:creationId xmlns:a16="http://schemas.microsoft.com/office/drawing/2014/main" id="{C32D7EBA-C814-E9D9-6E78-293D9F3F2C3C}"/>
                </a:ext>
              </a:extLst>
            </p:cNvPr>
            <p:cNvSpPr/>
            <p:nvPr/>
          </p:nvSpPr>
          <p:spPr>
            <a:xfrm>
              <a:off x="7356610" y="3200843"/>
              <a:ext cx="58362" cy="24363"/>
            </a:xfrm>
            <a:custGeom>
              <a:avLst/>
              <a:gdLst/>
              <a:ahLst/>
              <a:cxnLst/>
              <a:rect l="l" t="t" r="r" b="b"/>
              <a:pathLst>
                <a:path w="1835" h="766" extrusionOk="0">
                  <a:moveTo>
                    <a:pt x="1669" y="1"/>
                  </a:moveTo>
                  <a:cubicBezTo>
                    <a:pt x="1636" y="1"/>
                    <a:pt x="1603" y="13"/>
                    <a:pt x="1572" y="39"/>
                  </a:cubicBezTo>
                  <a:cubicBezTo>
                    <a:pt x="1572" y="39"/>
                    <a:pt x="1120" y="348"/>
                    <a:pt x="155" y="444"/>
                  </a:cubicBezTo>
                  <a:cubicBezTo>
                    <a:pt x="60" y="456"/>
                    <a:pt x="0" y="527"/>
                    <a:pt x="0" y="622"/>
                  </a:cubicBezTo>
                  <a:cubicBezTo>
                    <a:pt x="24" y="706"/>
                    <a:pt x="84" y="765"/>
                    <a:pt x="167" y="765"/>
                  </a:cubicBezTo>
                  <a:lnTo>
                    <a:pt x="179" y="765"/>
                  </a:lnTo>
                  <a:cubicBezTo>
                    <a:pt x="1263" y="658"/>
                    <a:pt x="1739" y="325"/>
                    <a:pt x="1763" y="301"/>
                  </a:cubicBezTo>
                  <a:cubicBezTo>
                    <a:pt x="1822" y="229"/>
                    <a:pt x="1834" y="146"/>
                    <a:pt x="1786" y="63"/>
                  </a:cubicBezTo>
                  <a:cubicBezTo>
                    <a:pt x="1753" y="22"/>
                    <a:pt x="1711" y="1"/>
                    <a:pt x="1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4" name="Google Shape;11966;p64">
              <a:extLst>
                <a:ext uri="{FF2B5EF4-FFF2-40B4-BE49-F238E27FC236}">
                  <a16:creationId xmlns:a16="http://schemas.microsoft.com/office/drawing/2014/main" id="{1C2A5146-AA98-DC87-87F0-27C2A751718E}"/>
                </a:ext>
              </a:extLst>
            </p:cNvPr>
            <p:cNvSpPr/>
            <p:nvPr/>
          </p:nvSpPr>
          <p:spPr>
            <a:xfrm>
              <a:off x="7068806" y="3188821"/>
              <a:ext cx="179539" cy="24617"/>
            </a:xfrm>
            <a:custGeom>
              <a:avLst/>
              <a:gdLst/>
              <a:ahLst/>
              <a:cxnLst/>
              <a:rect l="l" t="t" r="r" b="b"/>
              <a:pathLst>
                <a:path w="5645" h="774" extrusionOk="0">
                  <a:moveTo>
                    <a:pt x="1675" y="1"/>
                  </a:moveTo>
                  <a:cubicBezTo>
                    <a:pt x="1452" y="1"/>
                    <a:pt x="1243" y="9"/>
                    <a:pt x="1048" y="24"/>
                  </a:cubicBezTo>
                  <a:cubicBezTo>
                    <a:pt x="632" y="60"/>
                    <a:pt x="322" y="131"/>
                    <a:pt x="144" y="202"/>
                  </a:cubicBezTo>
                  <a:cubicBezTo>
                    <a:pt x="36" y="250"/>
                    <a:pt x="1" y="369"/>
                    <a:pt x="84" y="464"/>
                  </a:cubicBezTo>
                  <a:cubicBezTo>
                    <a:pt x="106" y="502"/>
                    <a:pt x="147" y="520"/>
                    <a:pt x="189" y="520"/>
                  </a:cubicBezTo>
                  <a:cubicBezTo>
                    <a:pt x="215" y="520"/>
                    <a:pt x="240" y="514"/>
                    <a:pt x="263" y="500"/>
                  </a:cubicBezTo>
                  <a:cubicBezTo>
                    <a:pt x="394" y="441"/>
                    <a:pt x="656" y="369"/>
                    <a:pt x="1168" y="345"/>
                  </a:cubicBezTo>
                  <a:cubicBezTo>
                    <a:pt x="1340" y="332"/>
                    <a:pt x="1521" y="327"/>
                    <a:pt x="1709" y="327"/>
                  </a:cubicBezTo>
                  <a:cubicBezTo>
                    <a:pt x="2909" y="327"/>
                    <a:pt x="4373" y="568"/>
                    <a:pt x="5454" y="774"/>
                  </a:cubicBezTo>
                  <a:lnTo>
                    <a:pt x="5478" y="774"/>
                  </a:lnTo>
                  <a:cubicBezTo>
                    <a:pt x="5561" y="774"/>
                    <a:pt x="5632" y="714"/>
                    <a:pt x="5644" y="643"/>
                  </a:cubicBezTo>
                  <a:cubicBezTo>
                    <a:pt x="5644" y="560"/>
                    <a:pt x="5585" y="488"/>
                    <a:pt x="5513" y="464"/>
                  </a:cubicBezTo>
                  <a:cubicBezTo>
                    <a:pt x="3958" y="153"/>
                    <a:pt x="2672" y="1"/>
                    <a:pt x="16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5" name="Google Shape;11967;p64">
              <a:extLst>
                <a:ext uri="{FF2B5EF4-FFF2-40B4-BE49-F238E27FC236}">
                  <a16:creationId xmlns:a16="http://schemas.microsoft.com/office/drawing/2014/main" id="{2DC3212E-AF14-32E6-FC32-C40C38E43B61}"/>
                </a:ext>
              </a:extLst>
            </p:cNvPr>
            <p:cNvSpPr/>
            <p:nvPr/>
          </p:nvSpPr>
          <p:spPr>
            <a:xfrm>
              <a:off x="7361158" y="3154726"/>
              <a:ext cx="49997" cy="20482"/>
            </a:xfrm>
            <a:custGeom>
              <a:avLst/>
              <a:gdLst/>
              <a:ahLst/>
              <a:cxnLst/>
              <a:rect l="l" t="t" r="r" b="b"/>
              <a:pathLst>
                <a:path w="1572" h="644" extrusionOk="0">
                  <a:moveTo>
                    <a:pt x="1375" y="1"/>
                  </a:moveTo>
                  <a:cubicBezTo>
                    <a:pt x="1352" y="1"/>
                    <a:pt x="1330" y="5"/>
                    <a:pt x="1310" y="12"/>
                  </a:cubicBezTo>
                  <a:cubicBezTo>
                    <a:pt x="1131" y="120"/>
                    <a:pt x="750" y="251"/>
                    <a:pt x="143" y="310"/>
                  </a:cubicBezTo>
                  <a:cubicBezTo>
                    <a:pt x="60" y="322"/>
                    <a:pt x="0" y="382"/>
                    <a:pt x="0" y="477"/>
                  </a:cubicBezTo>
                  <a:cubicBezTo>
                    <a:pt x="0" y="560"/>
                    <a:pt x="72" y="643"/>
                    <a:pt x="155" y="643"/>
                  </a:cubicBezTo>
                  <a:lnTo>
                    <a:pt x="179" y="643"/>
                  </a:lnTo>
                  <a:cubicBezTo>
                    <a:pt x="881" y="584"/>
                    <a:pt x="1274" y="417"/>
                    <a:pt x="1465" y="310"/>
                  </a:cubicBezTo>
                  <a:cubicBezTo>
                    <a:pt x="1560" y="251"/>
                    <a:pt x="1572" y="120"/>
                    <a:pt x="1501" y="48"/>
                  </a:cubicBezTo>
                  <a:cubicBezTo>
                    <a:pt x="1469" y="16"/>
                    <a:pt x="1421" y="1"/>
                    <a:pt x="13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6" name="Google Shape;11968;p64">
              <a:extLst>
                <a:ext uri="{FF2B5EF4-FFF2-40B4-BE49-F238E27FC236}">
                  <a16:creationId xmlns:a16="http://schemas.microsoft.com/office/drawing/2014/main" id="{A632001E-7ECC-78DE-98E7-0B5CEFEA1986}"/>
                </a:ext>
              </a:extLst>
            </p:cNvPr>
            <p:cNvSpPr/>
            <p:nvPr/>
          </p:nvSpPr>
          <p:spPr>
            <a:xfrm>
              <a:off x="7155920" y="3139523"/>
              <a:ext cx="148084" cy="33045"/>
            </a:xfrm>
            <a:custGeom>
              <a:avLst/>
              <a:gdLst/>
              <a:ahLst/>
              <a:cxnLst/>
              <a:rect l="l" t="t" r="r" b="b"/>
              <a:pathLst>
                <a:path w="4656" h="1039" extrusionOk="0">
                  <a:moveTo>
                    <a:pt x="172" y="1"/>
                  </a:moveTo>
                  <a:cubicBezTo>
                    <a:pt x="97" y="1"/>
                    <a:pt x="34" y="68"/>
                    <a:pt x="12" y="145"/>
                  </a:cubicBezTo>
                  <a:cubicBezTo>
                    <a:pt x="0" y="240"/>
                    <a:pt x="84" y="312"/>
                    <a:pt x="167" y="324"/>
                  </a:cubicBezTo>
                  <a:cubicBezTo>
                    <a:pt x="726" y="383"/>
                    <a:pt x="1536" y="526"/>
                    <a:pt x="2489" y="705"/>
                  </a:cubicBezTo>
                  <a:cubicBezTo>
                    <a:pt x="3382" y="883"/>
                    <a:pt x="4001" y="979"/>
                    <a:pt x="4477" y="1038"/>
                  </a:cubicBezTo>
                  <a:lnTo>
                    <a:pt x="4501" y="1038"/>
                  </a:lnTo>
                  <a:cubicBezTo>
                    <a:pt x="4572" y="1038"/>
                    <a:pt x="4644" y="979"/>
                    <a:pt x="4656" y="895"/>
                  </a:cubicBezTo>
                  <a:cubicBezTo>
                    <a:pt x="4644" y="824"/>
                    <a:pt x="4584" y="740"/>
                    <a:pt x="4501" y="729"/>
                  </a:cubicBezTo>
                  <a:cubicBezTo>
                    <a:pt x="4036" y="669"/>
                    <a:pt x="3417" y="562"/>
                    <a:pt x="2536" y="383"/>
                  </a:cubicBezTo>
                  <a:cubicBezTo>
                    <a:pt x="1584" y="193"/>
                    <a:pt x="762" y="62"/>
                    <a:pt x="191" y="2"/>
                  </a:cubicBezTo>
                  <a:cubicBezTo>
                    <a:pt x="185" y="1"/>
                    <a:pt x="178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7" name="Google Shape;9735;p61">
            <a:extLst>
              <a:ext uri="{FF2B5EF4-FFF2-40B4-BE49-F238E27FC236}">
                <a16:creationId xmlns:a16="http://schemas.microsoft.com/office/drawing/2014/main" id="{4EDA1694-9227-715C-1519-14093979E649}"/>
              </a:ext>
            </a:extLst>
          </p:cNvPr>
          <p:cNvGrpSpPr/>
          <p:nvPr/>
        </p:nvGrpSpPr>
        <p:grpSpPr>
          <a:xfrm>
            <a:off x="7324934" y="7615150"/>
            <a:ext cx="364135" cy="359930"/>
            <a:chOff x="2174559" y="3356116"/>
            <a:chExt cx="364135" cy="359930"/>
          </a:xfrm>
          <a:solidFill>
            <a:srgbClr val="00806E"/>
          </a:solidFill>
        </p:grpSpPr>
        <p:sp>
          <p:nvSpPr>
            <p:cNvPr id="58" name="Google Shape;9736;p61">
              <a:extLst>
                <a:ext uri="{FF2B5EF4-FFF2-40B4-BE49-F238E27FC236}">
                  <a16:creationId xmlns:a16="http://schemas.microsoft.com/office/drawing/2014/main" id="{B0D2CC62-4DA7-9ACB-9CE2-C7A8A11573D5}"/>
                </a:ext>
              </a:extLst>
            </p:cNvPr>
            <p:cNvSpPr/>
            <p:nvPr/>
          </p:nvSpPr>
          <p:spPr>
            <a:xfrm>
              <a:off x="2273915" y="3452414"/>
              <a:ext cx="166920" cy="166920"/>
            </a:xfrm>
            <a:custGeom>
              <a:avLst/>
              <a:gdLst/>
              <a:ahLst/>
              <a:cxnLst/>
              <a:rect l="l" t="t" r="r" b="b"/>
              <a:pathLst>
                <a:path w="5240" h="5240" extrusionOk="0">
                  <a:moveTo>
                    <a:pt x="4715" y="358"/>
                  </a:moveTo>
                  <a:cubicBezTo>
                    <a:pt x="4763" y="358"/>
                    <a:pt x="4787" y="370"/>
                    <a:pt x="4811" y="406"/>
                  </a:cubicBezTo>
                  <a:cubicBezTo>
                    <a:pt x="4846" y="429"/>
                    <a:pt x="4858" y="477"/>
                    <a:pt x="4858" y="513"/>
                  </a:cubicBezTo>
                  <a:cubicBezTo>
                    <a:pt x="4858" y="548"/>
                    <a:pt x="4846" y="584"/>
                    <a:pt x="4811" y="608"/>
                  </a:cubicBezTo>
                  <a:lnTo>
                    <a:pt x="4418" y="1013"/>
                  </a:lnTo>
                  <a:lnTo>
                    <a:pt x="4192" y="787"/>
                  </a:lnTo>
                  <a:lnTo>
                    <a:pt x="4608" y="406"/>
                  </a:lnTo>
                  <a:cubicBezTo>
                    <a:pt x="4644" y="370"/>
                    <a:pt x="4680" y="358"/>
                    <a:pt x="4715" y="358"/>
                  </a:cubicBezTo>
                  <a:close/>
                  <a:moveTo>
                    <a:pt x="3965" y="1048"/>
                  </a:moveTo>
                  <a:lnTo>
                    <a:pt x="4192" y="1263"/>
                  </a:lnTo>
                  <a:lnTo>
                    <a:pt x="3358" y="2084"/>
                  </a:lnTo>
                  <a:lnTo>
                    <a:pt x="3132" y="1858"/>
                  </a:lnTo>
                  <a:lnTo>
                    <a:pt x="3965" y="1048"/>
                  </a:lnTo>
                  <a:close/>
                  <a:moveTo>
                    <a:pt x="2894" y="2096"/>
                  </a:moveTo>
                  <a:lnTo>
                    <a:pt x="3120" y="2322"/>
                  </a:lnTo>
                  <a:lnTo>
                    <a:pt x="2287" y="3156"/>
                  </a:lnTo>
                  <a:lnTo>
                    <a:pt x="2060" y="2930"/>
                  </a:lnTo>
                  <a:lnTo>
                    <a:pt x="2894" y="2096"/>
                  </a:lnTo>
                  <a:close/>
                  <a:moveTo>
                    <a:pt x="1846" y="3168"/>
                  </a:moveTo>
                  <a:lnTo>
                    <a:pt x="2060" y="3394"/>
                  </a:lnTo>
                  <a:lnTo>
                    <a:pt x="1227" y="4227"/>
                  </a:lnTo>
                  <a:lnTo>
                    <a:pt x="1013" y="4001"/>
                  </a:lnTo>
                  <a:lnTo>
                    <a:pt x="1846" y="3168"/>
                  </a:lnTo>
                  <a:close/>
                  <a:moveTo>
                    <a:pt x="774" y="4227"/>
                  </a:moveTo>
                  <a:lnTo>
                    <a:pt x="989" y="4454"/>
                  </a:lnTo>
                  <a:lnTo>
                    <a:pt x="596" y="4858"/>
                  </a:lnTo>
                  <a:cubicBezTo>
                    <a:pt x="560" y="4882"/>
                    <a:pt x="513" y="4894"/>
                    <a:pt x="489" y="4894"/>
                  </a:cubicBezTo>
                  <a:cubicBezTo>
                    <a:pt x="441" y="4894"/>
                    <a:pt x="417" y="4882"/>
                    <a:pt x="382" y="4858"/>
                  </a:cubicBezTo>
                  <a:cubicBezTo>
                    <a:pt x="358" y="4823"/>
                    <a:pt x="334" y="4775"/>
                    <a:pt x="334" y="4751"/>
                  </a:cubicBezTo>
                  <a:cubicBezTo>
                    <a:pt x="322" y="4704"/>
                    <a:pt x="334" y="4656"/>
                    <a:pt x="370" y="4632"/>
                  </a:cubicBezTo>
                  <a:lnTo>
                    <a:pt x="774" y="4227"/>
                  </a:lnTo>
                  <a:close/>
                  <a:moveTo>
                    <a:pt x="4739" y="1"/>
                  </a:moveTo>
                  <a:cubicBezTo>
                    <a:pt x="4608" y="1"/>
                    <a:pt x="4489" y="48"/>
                    <a:pt x="4406" y="144"/>
                  </a:cubicBezTo>
                  <a:lnTo>
                    <a:pt x="4001" y="548"/>
                  </a:lnTo>
                  <a:lnTo>
                    <a:pt x="3846" y="406"/>
                  </a:lnTo>
                  <a:cubicBezTo>
                    <a:pt x="3816" y="376"/>
                    <a:pt x="3772" y="361"/>
                    <a:pt x="3727" y="361"/>
                  </a:cubicBezTo>
                  <a:cubicBezTo>
                    <a:pt x="3683" y="361"/>
                    <a:pt x="3638" y="376"/>
                    <a:pt x="3608" y="406"/>
                  </a:cubicBezTo>
                  <a:cubicBezTo>
                    <a:pt x="3549" y="465"/>
                    <a:pt x="3549" y="584"/>
                    <a:pt x="3608" y="644"/>
                  </a:cubicBezTo>
                  <a:lnTo>
                    <a:pt x="3763" y="787"/>
                  </a:lnTo>
                  <a:lnTo>
                    <a:pt x="2929" y="1620"/>
                  </a:lnTo>
                  <a:lnTo>
                    <a:pt x="2775" y="1477"/>
                  </a:lnTo>
                  <a:cubicBezTo>
                    <a:pt x="2745" y="1447"/>
                    <a:pt x="2700" y="1432"/>
                    <a:pt x="2656" y="1432"/>
                  </a:cubicBezTo>
                  <a:cubicBezTo>
                    <a:pt x="2611" y="1432"/>
                    <a:pt x="2566" y="1447"/>
                    <a:pt x="2537" y="1477"/>
                  </a:cubicBezTo>
                  <a:cubicBezTo>
                    <a:pt x="2477" y="1537"/>
                    <a:pt x="2477" y="1656"/>
                    <a:pt x="2537" y="1715"/>
                  </a:cubicBezTo>
                  <a:lnTo>
                    <a:pt x="2691" y="1858"/>
                  </a:lnTo>
                  <a:lnTo>
                    <a:pt x="1858" y="2692"/>
                  </a:lnTo>
                  <a:lnTo>
                    <a:pt x="1703" y="2549"/>
                  </a:lnTo>
                  <a:cubicBezTo>
                    <a:pt x="1673" y="2519"/>
                    <a:pt x="1629" y="2504"/>
                    <a:pt x="1584" y="2504"/>
                  </a:cubicBezTo>
                  <a:cubicBezTo>
                    <a:pt x="1539" y="2504"/>
                    <a:pt x="1495" y="2519"/>
                    <a:pt x="1465" y="2549"/>
                  </a:cubicBezTo>
                  <a:cubicBezTo>
                    <a:pt x="1405" y="2608"/>
                    <a:pt x="1405" y="2727"/>
                    <a:pt x="1465" y="2787"/>
                  </a:cubicBezTo>
                  <a:lnTo>
                    <a:pt x="1620" y="2930"/>
                  </a:lnTo>
                  <a:lnTo>
                    <a:pt x="786" y="3763"/>
                  </a:lnTo>
                  <a:lnTo>
                    <a:pt x="632" y="3620"/>
                  </a:lnTo>
                  <a:cubicBezTo>
                    <a:pt x="602" y="3590"/>
                    <a:pt x="557" y="3576"/>
                    <a:pt x="513" y="3576"/>
                  </a:cubicBezTo>
                  <a:cubicBezTo>
                    <a:pt x="468" y="3576"/>
                    <a:pt x="423" y="3590"/>
                    <a:pt x="393" y="3620"/>
                  </a:cubicBezTo>
                  <a:cubicBezTo>
                    <a:pt x="334" y="3680"/>
                    <a:pt x="334" y="3799"/>
                    <a:pt x="393" y="3858"/>
                  </a:cubicBezTo>
                  <a:lnTo>
                    <a:pt x="548" y="4001"/>
                  </a:lnTo>
                  <a:lnTo>
                    <a:pt x="143" y="4406"/>
                  </a:lnTo>
                  <a:cubicBezTo>
                    <a:pt x="36" y="4477"/>
                    <a:pt x="1" y="4620"/>
                    <a:pt x="1" y="4751"/>
                  </a:cubicBezTo>
                  <a:cubicBezTo>
                    <a:pt x="1" y="4882"/>
                    <a:pt x="36" y="5001"/>
                    <a:pt x="143" y="5097"/>
                  </a:cubicBezTo>
                  <a:cubicBezTo>
                    <a:pt x="239" y="5180"/>
                    <a:pt x="370" y="5239"/>
                    <a:pt x="489" y="5239"/>
                  </a:cubicBezTo>
                  <a:cubicBezTo>
                    <a:pt x="620" y="5239"/>
                    <a:pt x="739" y="5192"/>
                    <a:pt x="834" y="5097"/>
                  </a:cubicBezTo>
                  <a:lnTo>
                    <a:pt x="1227" y="4692"/>
                  </a:lnTo>
                  <a:lnTo>
                    <a:pt x="1382" y="4835"/>
                  </a:lnTo>
                  <a:cubicBezTo>
                    <a:pt x="1405" y="4870"/>
                    <a:pt x="1453" y="4882"/>
                    <a:pt x="1501" y="4882"/>
                  </a:cubicBezTo>
                  <a:cubicBezTo>
                    <a:pt x="1548" y="4882"/>
                    <a:pt x="1584" y="4870"/>
                    <a:pt x="1620" y="4835"/>
                  </a:cubicBezTo>
                  <a:cubicBezTo>
                    <a:pt x="1679" y="4775"/>
                    <a:pt x="1679" y="4656"/>
                    <a:pt x="1620" y="4597"/>
                  </a:cubicBezTo>
                  <a:lnTo>
                    <a:pt x="1465" y="4454"/>
                  </a:lnTo>
                  <a:lnTo>
                    <a:pt x="2298" y="3620"/>
                  </a:lnTo>
                  <a:lnTo>
                    <a:pt x="2453" y="3763"/>
                  </a:lnTo>
                  <a:cubicBezTo>
                    <a:pt x="2477" y="3799"/>
                    <a:pt x="2525" y="3811"/>
                    <a:pt x="2572" y="3811"/>
                  </a:cubicBezTo>
                  <a:cubicBezTo>
                    <a:pt x="2620" y="3811"/>
                    <a:pt x="2656" y="3799"/>
                    <a:pt x="2691" y="3763"/>
                  </a:cubicBezTo>
                  <a:cubicBezTo>
                    <a:pt x="2751" y="3704"/>
                    <a:pt x="2751" y="3584"/>
                    <a:pt x="2691" y="3525"/>
                  </a:cubicBezTo>
                  <a:lnTo>
                    <a:pt x="2537" y="3382"/>
                  </a:lnTo>
                  <a:lnTo>
                    <a:pt x="3370" y="2549"/>
                  </a:lnTo>
                  <a:lnTo>
                    <a:pt x="3525" y="2692"/>
                  </a:lnTo>
                  <a:cubicBezTo>
                    <a:pt x="3549" y="2727"/>
                    <a:pt x="3596" y="2739"/>
                    <a:pt x="3644" y="2739"/>
                  </a:cubicBezTo>
                  <a:cubicBezTo>
                    <a:pt x="3691" y="2739"/>
                    <a:pt x="3727" y="2727"/>
                    <a:pt x="3763" y="2692"/>
                  </a:cubicBezTo>
                  <a:cubicBezTo>
                    <a:pt x="3822" y="2632"/>
                    <a:pt x="3822" y="2513"/>
                    <a:pt x="3763" y="2453"/>
                  </a:cubicBezTo>
                  <a:lnTo>
                    <a:pt x="3608" y="2311"/>
                  </a:lnTo>
                  <a:lnTo>
                    <a:pt x="4442" y="1477"/>
                  </a:lnTo>
                  <a:lnTo>
                    <a:pt x="4596" y="1620"/>
                  </a:lnTo>
                  <a:cubicBezTo>
                    <a:pt x="4620" y="1656"/>
                    <a:pt x="4668" y="1668"/>
                    <a:pt x="4715" y="1668"/>
                  </a:cubicBezTo>
                  <a:cubicBezTo>
                    <a:pt x="4763" y="1668"/>
                    <a:pt x="4799" y="1656"/>
                    <a:pt x="4834" y="1620"/>
                  </a:cubicBezTo>
                  <a:cubicBezTo>
                    <a:pt x="4894" y="1560"/>
                    <a:pt x="4894" y="1441"/>
                    <a:pt x="4834" y="1382"/>
                  </a:cubicBezTo>
                  <a:lnTo>
                    <a:pt x="4680" y="1239"/>
                  </a:lnTo>
                  <a:lnTo>
                    <a:pt x="5085" y="834"/>
                  </a:lnTo>
                  <a:cubicBezTo>
                    <a:pt x="5180" y="739"/>
                    <a:pt x="5239" y="608"/>
                    <a:pt x="5239" y="489"/>
                  </a:cubicBezTo>
                  <a:cubicBezTo>
                    <a:pt x="5239" y="358"/>
                    <a:pt x="5192" y="239"/>
                    <a:pt x="5085" y="144"/>
                  </a:cubicBezTo>
                  <a:cubicBezTo>
                    <a:pt x="5001" y="60"/>
                    <a:pt x="4858" y="1"/>
                    <a:pt x="4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59" name="Google Shape;9737;p61">
              <a:extLst>
                <a:ext uri="{FF2B5EF4-FFF2-40B4-BE49-F238E27FC236}">
                  <a16:creationId xmlns:a16="http://schemas.microsoft.com/office/drawing/2014/main" id="{BF50BA8D-CC03-5CE7-0C9B-0EB5EA037850}"/>
                </a:ext>
              </a:extLst>
            </p:cNvPr>
            <p:cNvSpPr/>
            <p:nvPr/>
          </p:nvSpPr>
          <p:spPr>
            <a:xfrm>
              <a:off x="2174559" y="3356116"/>
              <a:ext cx="364135" cy="359930"/>
            </a:xfrm>
            <a:custGeom>
              <a:avLst/>
              <a:gdLst/>
              <a:ahLst/>
              <a:cxnLst/>
              <a:rect l="l" t="t" r="r" b="b"/>
              <a:pathLst>
                <a:path w="11431" h="11299" extrusionOk="0">
                  <a:moveTo>
                    <a:pt x="8142" y="339"/>
                  </a:moveTo>
                  <a:cubicBezTo>
                    <a:pt x="8988" y="339"/>
                    <a:pt x="9829" y="482"/>
                    <a:pt x="10632" y="750"/>
                  </a:cubicBezTo>
                  <a:cubicBezTo>
                    <a:pt x="10930" y="1631"/>
                    <a:pt x="11061" y="2583"/>
                    <a:pt x="11037" y="3500"/>
                  </a:cubicBezTo>
                  <a:lnTo>
                    <a:pt x="7858" y="345"/>
                  </a:lnTo>
                  <a:cubicBezTo>
                    <a:pt x="7953" y="341"/>
                    <a:pt x="8048" y="339"/>
                    <a:pt x="8142" y="339"/>
                  </a:cubicBezTo>
                  <a:close/>
                  <a:moveTo>
                    <a:pt x="572" y="6453"/>
                  </a:moveTo>
                  <a:lnTo>
                    <a:pt x="4917" y="10798"/>
                  </a:lnTo>
                  <a:cubicBezTo>
                    <a:pt x="4620" y="10858"/>
                    <a:pt x="4322" y="10894"/>
                    <a:pt x="4001" y="10929"/>
                  </a:cubicBezTo>
                  <a:lnTo>
                    <a:pt x="441" y="7358"/>
                  </a:lnTo>
                  <a:cubicBezTo>
                    <a:pt x="464" y="7060"/>
                    <a:pt x="512" y="6750"/>
                    <a:pt x="572" y="6453"/>
                  </a:cubicBezTo>
                  <a:close/>
                  <a:moveTo>
                    <a:pt x="405" y="7798"/>
                  </a:moveTo>
                  <a:lnTo>
                    <a:pt x="3560" y="10953"/>
                  </a:lnTo>
                  <a:cubicBezTo>
                    <a:pt x="3462" y="10957"/>
                    <a:pt x="3363" y="10959"/>
                    <a:pt x="3264" y="10959"/>
                  </a:cubicBezTo>
                  <a:cubicBezTo>
                    <a:pt x="2440" y="10959"/>
                    <a:pt x="1596" y="10826"/>
                    <a:pt x="810" y="10560"/>
                  </a:cubicBezTo>
                  <a:cubicBezTo>
                    <a:pt x="512" y="9679"/>
                    <a:pt x="381" y="8727"/>
                    <a:pt x="405" y="7798"/>
                  </a:cubicBezTo>
                  <a:close/>
                  <a:moveTo>
                    <a:pt x="8188" y="1"/>
                  </a:moveTo>
                  <a:cubicBezTo>
                    <a:pt x="7942" y="1"/>
                    <a:pt x="7697" y="12"/>
                    <a:pt x="7453" y="35"/>
                  </a:cubicBezTo>
                  <a:cubicBezTo>
                    <a:pt x="7013" y="71"/>
                    <a:pt x="6560" y="154"/>
                    <a:pt x="6132" y="261"/>
                  </a:cubicBezTo>
                  <a:cubicBezTo>
                    <a:pt x="4739" y="607"/>
                    <a:pt x="3453" y="1345"/>
                    <a:pt x="2429" y="2369"/>
                  </a:cubicBezTo>
                  <a:cubicBezTo>
                    <a:pt x="1893" y="2905"/>
                    <a:pt x="1429" y="3512"/>
                    <a:pt x="1072" y="4167"/>
                  </a:cubicBezTo>
                  <a:cubicBezTo>
                    <a:pt x="1024" y="4250"/>
                    <a:pt x="1060" y="4345"/>
                    <a:pt x="1131" y="4393"/>
                  </a:cubicBezTo>
                  <a:cubicBezTo>
                    <a:pt x="1154" y="4408"/>
                    <a:pt x="1180" y="4415"/>
                    <a:pt x="1206" y="4415"/>
                  </a:cubicBezTo>
                  <a:cubicBezTo>
                    <a:pt x="1264" y="4415"/>
                    <a:pt x="1325" y="4382"/>
                    <a:pt x="1357" y="4333"/>
                  </a:cubicBezTo>
                  <a:cubicBezTo>
                    <a:pt x="1703" y="3714"/>
                    <a:pt x="2143" y="3131"/>
                    <a:pt x="2655" y="2607"/>
                  </a:cubicBezTo>
                  <a:cubicBezTo>
                    <a:pt x="3620" y="1643"/>
                    <a:pt x="4810" y="952"/>
                    <a:pt x="6108" y="595"/>
                  </a:cubicBezTo>
                  <a:lnTo>
                    <a:pt x="9156" y="3655"/>
                  </a:lnTo>
                  <a:cubicBezTo>
                    <a:pt x="9180" y="3679"/>
                    <a:pt x="9227" y="3690"/>
                    <a:pt x="9275" y="3690"/>
                  </a:cubicBezTo>
                  <a:cubicBezTo>
                    <a:pt x="9323" y="3690"/>
                    <a:pt x="9358" y="3679"/>
                    <a:pt x="9394" y="3655"/>
                  </a:cubicBezTo>
                  <a:cubicBezTo>
                    <a:pt x="9454" y="3595"/>
                    <a:pt x="9454" y="3476"/>
                    <a:pt x="9394" y="3417"/>
                  </a:cubicBezTo>
                  <a:lnTo>
                    <a:pt x="6489" y="511"/>
                  </a:lnTo>
                  <a:cubicBezTo>
                    <a:pt x="6787" y="452"/>
                    <a:pt x="7084" y="404"/>
                    <a:pt x="7394" y="381"/>
                  </a:cubicBezTo>
                  <a:lnTo>
                    <a:pt x="10966" y="3952"/>
                  </a:lnTo>
                  <a:cubicBezTo>
                    <a:pt x="10942" y="4250"/>
                    <a:pt x="10894" y="4560"/>
                    <a:pt x="10835" y="4857"/>
                  </a:cubicBezTo>
                  <a:lnTo>
                    <a:pt x="9954" y="3976"/>
                  </a:lnTo>
                  <a:cubicBezTo>
                    <a:pt x="9924" y="3946"/>
                    <a:pt x="9879" y="3932"/>
                    <a:pt x="9835" y="3932"/>
                  </a:cubicBezTo>
                  <a:cubicBezTo>
                    <a:pt x="9790" y="3932"/>
                    <a:pt x="9745" y="3946"/>
                    <a:pt x="9716" y="3976"/>
                  </a:cubicBezTo>
                  <a:cubicBezTo>
                    <a:pt x="9656" y="4036"/>
                    <a:pt x="9656" y="4155"/>
                    <a:pt x="9716" y="4214"/>
                  </a:cubicBezTo>
                  <a:lnTo>
                    <a:pt x="10751" y="5238"/>
                  </a:lnTo>
                  <a:cubicBezTo>
                    <a:pt x="10394" y="6548"/>
                    <a:pt x="9704" y="7739"/>
                    <a:pt x="8751" y="8691"/>
                  </a:cubicBezTo>
                  <a:cubicBezTo>
                    <a:pt x="7787" y="9667"/>
                    <a:pt x="6596" y="10346"/>
                    <a:pt x="5298" y="10703"/>
                  </a:cubicBezTo>
                  <a:lnTo>
                    <a:pt x="679" y="6060"/>
                  </a:lnTo>
                  <a:cubicBezTo>
                    <a:pt x="762" y="5715"/>
                    <a:pt x="881" y="5381"/>
                    <a:pt x="1012" y="5048"/>
                  </a:cubicBezTo>
                  <a:cubicBezTo>
                    <a:pt x="1048" y="4964"/>
                    <a:pt x="1012" y="4869"/>
                    <a:pt x="929" y="4822"/>
                  </a:cubicBezTo>
                  <a:cubicBezTo>
                    <a:pt x="906" y="4816"/>
                    <a:pt x="884" y="4813"/>
                    <a:pt x="864" y="4813"/>
                  </a:cubicBezTo>
                  <a:cubicBezTo>
                    <a:pt x="796" y="4813"/>
                    <a:pt x="739" y="4844"/>
                    <a:pt x="703" y="4917"/>
                  </a:cubicBezTo>
                  <a:cubicBezTo>
                    <a:pt x="536" y="5286"/>
                    <a:pt x="417" y="5679"/>
                    <a:pt x="322" y="6072"/>
                  </a:cubicBezTo>
                  <a:cubicBezTo>
                    <a:pt x="214" y="6512"/>
                    <a:pt x="143" y="6953"/>
                    <a:pt x="95" y="7405"/>
                  </a:cubicBezTo>
                  <a:cubicBezTo>
                    <a:pt x="0" y="8548"/>
                    <a:pt x="143" y="9667"/>
                    <a:pt x="512" y="10751"/>
                  </a:cubicBezTo>
                  <a:cubicBezTo>
                    <a:pt x="524" y="10798"/>
                    <a:pt x="572" y="10834"/>
                    <a:pt x="619" y="10858"/>
                  </a:cubicBezTo>
                  <a:cubicBezTo>
                    <a:pt x="1465" y="11156"/>
                    <a:pt x="2381" y="11299"/>
                    <a:pt x="3298" y="11299"/>
                  </a:cubicBezTo>
                  <a:cubicBezTo>
                    <a:pt x="3512" y="11299"/>
                    <a:pt x="3739" y="11287"/>
                    <a:pt x="3965" y="11275"/>
                  </a:cubicBezTo>
                  <a:cubicBezTo>
                    <a:pt x="4405" y="11227"/>
                    <a:pt x="4858" y="11156"/>
                    <a:pt x="5286" y="11049"/>
                  </a:cubicBezTo>
                  <a:cubicBezTo>
                    <a:pt x="6680" y="10691"/>
                    <a:pt x="7965" y="9965"/>
                    <a:pt x="8989" y="8929"/>
                  </a:cubicBezTo>
                  <a:cubicBezTo>
                    <a:pt x="10013" y="7905"/>
                    <a:pt x="10751" y="6631"/>
                    <a:pt x="11109" y="5226"/>
                  </a:cubicBezTo>
                  <a:cubicBezTo>
                    <a:pt x="11204" y="4798"/>
                    <a:pt x="11287" y="4345"/>
                    <a:pt x="11323" y="3905"/>
                  </a:cubicBezTo>
                  <a:cubicBezTo>
                    <a:pt x="11430" y="2774"/>
                    <a:pt x="11287" y="1631"/>
                    <a:pt x="10906" y="559"/>
                  </a:cubicBezTo>
                  <a:cubicBezTo>
                    <a:pt x="10894" y="511"/>
                    <a:pt x="10859" y="464"/>
                    <a:pt x="10811" y="452"/>
                  </a:cubicBezTo>
                  <a:cubicBezTo>
                    <a:pt x="9980" y="153"/>
                    <a:pt x="9082" y="1"/>
                    <a:pt x="81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ACE21697-0112-B50D-77EF-1C698600D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3238" y="393321"/>
            <a:ext cx="5933017" cy="4543425"/>
          </a:xfrm>
          <a:prstGeom prst="rect">
            <a:avLst/>
          </a:prstGeom>
          <a:ln w="0">
            <a:noFill/>
          </a:ln>
        </p:spPr>
      </p:pic>
    </p:spTree>
    <p:extLst>
      <p:ext uri="{BB962C8B-B14F-4D97-AF65-F5344CB8AC3E}">
        <p14:creationId xmlns:p14="http://schemas.microsoft.com/office/powerpoint/2010/main" val="1855114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2CDAF3-F2DE-7C1E-25F3-67B161D21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DDFD1C5C-222C-0252-9035-ABBC36A189F2}"/>
              </a:ext>
            </a:extLst>
          </p:cNvPr>
          <p:cNvSpPr/>
          <p:nvPr/>
        </p:nvSpPr>
        <p:spPr>
          <a:xfrm>
            <a:off x="-3891" y="-1"/>
            <a:ext cx="15123241" cy="1080000"/>
          </a:xfrm>
          <a:prstGeom prst="rect">
            <a:avLst/>
          </a:prstGeom>
          <a:gradFill flip="none" rotWithShape="1">
            <a:gsLst>
              <a:gs pos="21000">
                <a:srgbClr val="002733"/>
              </a:gs>
              <a:gs pos="84000">
                <a:srgbClr val="080B3E"/>
              </a:gs>
              <a:gs pos="57000">
                <a:srgbClr val="00206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75000"/>
                  <a:lumOff val="25000"/>
                </a:schemeClr>
              </a:solidFill>
              <a:latin typeface="The Group TEXT" panose="00000500000000000000" pitchFamily="2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53D25081-FED7-598A-2561-D59D3A4C8777}"/>
              </a:ext>
            </a:extLst>
          </p:cNvPr>
          <p:cNvSpPr txBox="1"/>
          <p:nvPr/>
        </p:nvSpPr>
        <p:spPr>
          <a:xfrm>
            <a:off x="754639" y="1982147"/>
            <a:ext cx="6176210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Name</a:t>
            </a:r>
            <a:r>
              <a:rPr lang="de-DE" sz="2400">
                <a:latin typeface="The Group TEXT"/>
                <a:cs typeface="Dubai Medium"/>
              </a:rPr>
              <a:t>: Maik </a:t>
            </a:r>
            <a:r>
              <a:rPr lang="de-DE" sz="2400" err="1">
                <a:latin typeface="The Group TEXT"/>
                <a:cs typeface="Dubai Medium"/>
              </a:rPr>
              <a:t>Baschenow</a:t>
            </a:r>
            <a:endParaRPr lang="de-DE" sz="2400" err="1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Fachrichtung</a:t>
            </a:r>
            <a:r>
              <a:rPr lang="de-DE" sz="2400">
                <a:latin typeface="The Group TEXT"/>
                <a:cs typeface="Dubai Medium"/>
              </a:rPr>
              <a:t>: Daten- &amp; Prozessanalyse</a:t>
            </a:r>
            <a:b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</a:b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Eintrittsdatum</a:t>
            </a:r>
            <a:r>
              <a:rPr lang="de-DE" sz="2400">
                <a:latin typeface="The Group TEXT"/>
                <a:cs typeface="Dubai Medium"/>
              </a:rPr>
              <a:t>: 01.09.2025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A4D4B51F-636F-E515-BE24-008D9F299F3D}"/>
              </a:ext>
            </a:extLst>
          </p:cNvPr>
          <p:cNvGrpSpPr/>
          <p:nvPr/>
        </p:nvGrpSpPr>
        <p:grpSpPr>
          <a:xfrm>
            <a:off x="-3891" y="8945283"/>
            <a:ext cx="15123241" cy="1080000"/>
            <a:chOff x="-3890" y="5597379"/>
            <a:chExt cx="12195889" cy="786063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8F9DFEFF-6024-EB73-07E4-A2AF7A682E49}"/>
                </a:ext>
              </a:extLst>
            </p:cNvPr>
            <p:cNvSpPr/>
            <p:nvPr/>
          </p:nvSpPr>
          <p:spPr>
            <a:xfrm>
              <a:off x="-3890" y="5597379"/>
              <a:ext cx="12195889" cy="786063"/>
            </a:xfrm>
            <a:prstGeom prst="rect">
              <a:avLst/>
            </a:prstGeom>
            <a:gradFill flip="none" rotWithShape="1">
              <a:gsLst>
                <a:gs pos="21000">
                  <a:srgbClr val="002733"/>
                </a:gs>
                <a:gs pos="84000">
                  <a:srgbClr val="080B3E"/>
                </a:gs>
                <a:gs pos="57000">
                  <a:srgbClr val="002060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  <a:latin typeface="The Group TEXT" panose="00000500000000000000" pitchFamily="2" charset="0"/>
              </a:endParaRP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154FA93B-8B8A-2E14-1D75-AD4117850277}"/>
                </a:ext>
              </a:extLst>
            </p:cNvPr>
            <p:cNvSpPr txBox="1"/>
            <p:nvPr/>
          </p:nvSpPr>
          <p:spPr>
            <a:xfrm>
              <a:off x="169417" y="5823706"/>
              <a:ext cx="11874078" cy="33601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„Augen zu und durch"</a:t>
              </a:r>
              <a:endParaRPr lang="de-DE" sz="2400">
                <a:solidFill>
                  <a:schemeClr val="bg1"/>
                </a:solidFill>
                <a:latin typeface="The Group TEXT" panose="00000500000000000000" pitchFamily="2" charset="0"/>
              </a:endParaRPr>
            </a:p>
          </p:txBody>
        </p:sp>
      </p:grpSp>
      <p:sp>
        <p:nvSpPr>
          <p:cNvPr id="26" name="Textfeld 25">
            <a:extLst>
              <a:ext uri="{FF2B5EF4-FFF2-40B4-BE49-F238E27FC236}">
                <a16:creationId xmlns:a16="http://schemas.microsoft.com/office/drawing/2014/main" id="{01217B70-7295-BAFA-184C-827016568744}"/>
              </a:ext>
            </a:extLst>
          </p:cNvPr>
          <p:cNvSpPr txBox="1"/>
          <p:nvPr/>
        </p:nvSpPr>
        <p:spPr>
          <a:xfrm>
            <a:off x="1221140" y="5016442"/>
            <a:ext cx="5779712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Geburtsdatum</a:t>
            </a:r>
            <a:r>
              <a:rPr lang="de-DE" sz="2400">
                <a:latin typeface="The Group TEXT"/>
                <a:cs typeface="Dubai Medium"/>
              </a:rPr>
              <a:t>: 26.05.2009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Wohnort/Heimat</a:t>
            </a:r>
            <a:r>
              <a:rPr lang="de-DE" sz="2400">
                <a:latin typeface="The Group TEXT"/>
                <a:cs typeface="Dubai Medium"/>
              </a:rPr>
              <a:t>: Ingolstadt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Lieblingsspiel</a:t>
            </a:r>
            <a:r>
              <a:rPr lang="de-DE" sz="2400">
                <a:latin typeface="The Group TEXT"/>
                <a:cs typeface="Dubai Medium"/>
              </a:rPr>
              <a:t>: Rdr2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Traumauto</a:t>
            </a:r>
            <a:r>
              <a:rPr lang="de-DE" sz="2400">
                <a:latin typeface="The Group TEXT"/>
                <a:cs typeface="Dubai Medium"/>
              </a:rPr>
              <a:t>: Porsche 911 GT3 RS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</p:txBody>
      </p:sp>
      <p:sp>
        <p:nvSpPr>
          <p:cNvPr id="33" name="Freeform 418">
            <a:extLst>
              <a:ext uri="{FF2B5EF4-FFF2-40B4-BE49-F238E27FC236}">
                <a16:creationId xmlns:a16="http://schemas.microsoft.com/office/drawing/2014/main" id="{72A85F1D-9020-E6C1-2718-FB995E7A83C1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2812" y="5768304"/>
            <a:ext cx="338260" cy="334004"/>
          </a:xfrm>
          <a:custGeom>
            <a:avLst/>
            <a:gdLst>
              <a:gd name="T0" fmla="*/ 63 w 64"/>
              <a:gd name="T1" fmla="*/ 28 h 63"/>
              <a:gd name="T2" fmla="*/ 33 w 64"/>
              <a:gd name="T3" fmla="*/ 1 h 63"/>
              <a:gd name="T4" fmla="*/ 31 w 64"/>
              <a:gd name="T5" fmla="*/ 1 h 63"/>
              <a:gd name="T6" fmla="*/ 1 w 64"/>
              <a:gd name="T7" fmla="*/ 28 h 63"/>
              <a:gd name="T8" fmla="*/ 0 w 64"/>
              <a:gd name="T9" fmla="*/ 29 h 63"/>
              <a:gd name="T10" fmla="*/ 0 w 64"/>
              <a:gd name="T11" fmla="*/ 61 h 63"/>
              <a:gd name="T12" fmla="*/ 2 w 64"/>
              <a:gd name="T13" fmla="*/ 63 h 63"/>
              <a:gd name="T14" fmla="*/ 62 w 64"/>
              <a:gd name="T15" fmla="*/ 63 h 63"/>
              <a:gd name="T16" fmla="*/ 64 w 64"/>
              <a:gd name="T17" fmla="*/ 61 h 63"/>
              <a:gd name="T18" fmla="*/ 64 w 64"/>
              <a:gd name="T19" fmla="*/ 29 h 63"/>
              <a:gd name="T20" fmla="*/ 63 w 64"/>
              <a:gd name="T21" fmla="*/ 28 h 63"/>
              <a:gd name="T22" fmla="*/ 60 w 64"/>
              <a:gd name="T23" fmla="*/ 59 h 63"/>
              <a:gd name="T24" fmla="*/ 28 w 64"/>
              <a:gd name="T25" fmla="*/ 59 h 63"/>
              <a:gd name="T26" fmla="*/ 28 w 64"/>
              <a:gd name="T27" fmla="*/ 43 h 63"/>
              <a:gd name="T28" fmla="*/ 36 w 64"/>
              <a:gd name="T29" fmla="*/ 43 h 63"/>
              <a:gd name="T30" fmla="*/ 36 w 64"/>
              <a:gd name="T31" fmla="*/ 51 h 63"/>
              <a:gd name="T32" fmla="*/ 40 w 64"/>
              <a:gd name="T33" fmla="*/ 51 h 63"/>
              <a:gd name="T34" fmla="*/ 40 w 64"/>
              <a:gd name="T35" fmla="*/ 41 h 63"/>
              <a:gd name="T36" fmla="*/ 38 w 64"/>
              <a:gd name="T37" fmla="*/ 39 h 63"/>
              <a:gd name="T38" fmla="*/ 26 w 64"/>
              <a:gd name="T39" fmla="*/ 39 h 63"/>
              <a:gd name="T40" fmla="*/ 24 w 64"/>
              <a:gd name="T41" fmla="*/ 41 h 63"/>
              <a:gd name="T42" fmla="*/ 24 w 64"/>
              <a:gd name="T43" fmla="*/ 59 h 63"/>
              <a:gd name="T44" fmla="*/ 4 w 64"/>
              <a:gd name="T45" fmla="*/ 59 h 63"/>
              <a:gd name="T46" fmla="*/ 4 w 64"/>
              <a:gd name="T47" fmla="*/ 30 h 63"/>
              <a:gd name="T48" fmla="*/ 32 w 64"/>
              <a:gd name="T49" fmla="*/ 5 h 63"/>
              <a:gd name="T50" fmla="*/ 60 w 64"/>
              <a:gd name="T51" fmla="*/ 30 h 63"/>
              <a:gd name="T52" fmla="*/ 60 w 64"/>
              <a:gd name="T53" fmla="*/ 5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4" h="63">
                <a:moveTo>
                  <a:pt x="63" y="28"/>
                </a:move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1" y="0"/>
                  <a:pt x="31" y="1"/>
                </a:cubicBezTo>
                <a:cubicBezTo>
                  <a:pt x="1" y="28"/>
                  <a:pt x="1" y="28"/>
                  <a:pt x="1" y="28"/>
                </a:cubicBezTo>
                <a:cubicBezTo>
                  <a:pt x="0" y="28"/>
                  <a:pt x="0" y="28"/>
                  <a:pt x="0" y="29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2"/>
                  <a:pt x="1" y="63"/>
                  <a:pt x="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3" y="63"/>
                  <a:pt x="64" y="62"/>
                  <a:pt x="64" y="61"/>
                </a:cubicBezTo>
                <a:cubicBezTo>
                  <a:pt x="64" y="29"/>
                  <a:pt x="64" y="29"/>
                  <a:pt x="64" y="29"/>
                </a:cubicBezTo>
                <a:cubicBezTo>
                  <a:pt x="64" y="28"/>
                  <a:pt x="64" y="28"/>
                  <a:pt x="63" y="28"/>
                </a:cubicBezTo>
                <a:close/>
                <a:moveTo>
                  <a:pt x="60" y="59"/>
                </a:moveTo>
                <a:cubicBezTo>
                  <a:pt x="28" y="59"/>
                  <a:pt x="28" y="59"/>
                  <a:pt x="28" y="59"/>
                </a:cubicBezTo>
                <a:cubicBezTo>
                  <a:pt x="28" y="43"/>
                  <a:pt x="28" y="43"/>
                  <a:pt x="28" y="4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51"/>
                  <a:pt x="36" y="51"/>
                  <a:pt x="36" y="51"/>
                </a:cubicBezTo>
                <a:cubicBezTo>
                  <a:pt x="40" y="51"/>
                  <a:pt x="40" y="51"/>
                  <a:pt x="40" y="51"/>
                </a:cubicBezTo>
                <a:cubicBezTo>
                  <a:pt x="40" y="41"/>
                  <a:pt x="40" y="41"/>
                  <a:pt x="40" y="41"/>
                </a:cubicBezTo>
                <a:cubicBezTo>
                  <a:pt x="40" y="40"/>
                  <a:pt x="39" y="39"/>
                  <a:pt x="38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5" y="39"/>
                  <a:pt x="24" y="40"/>
                  <a:pt x="24" y="41"/>
                </a:cubicBezTo>
                <a:cubicBezTo>
                  <a:pt x="24" y="59"/>
                  <a:pt x="24" y="59"/>
                  <a:pt x="24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4" y="30"/>
                  <a:pt x="4" y="30"/>
                  <a:pt x="4" y="30"/>
                </a:cubicBezTo>
                <a:cubicBezTo>
                  <a:pt x="32" y="5"/>
                  <a:pt x="32" y="5"/>
                  <a:pt x="32" y="5"/>
                </a:cubicBezTo>
                <a:cubicBezTo>
                  <a:pt x="60" y="30"/>
                  <a:pt x="60" y="30"/>
                  <a:pt x="60" y="30"/>
                </a:cubicBezTo>
                <a:lnTo>
                  <a:pt x="60" y="59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0" name="Freeform 293">
            <a:extLst>
              <a:ext uri="{FF2B5EF4-FFF2-40B4-BE49-F238E27FC236}">
                <a16:creationId xmlns:a16="http://schemas.microsoft.com/office/drawing/2014/main" id="{9D09FDC1-77FC-0AD8-C762-649DE6878237}"/>
              </a:ext>
            </a:extLst>
          </p:cNvPr>
          <p:cNvSpPr>
            <a:spLocks noChangeAspect="1"/>
          </p:cNvSpPr>
          <p:nvPr/>
        </p:nvSpPr>
        <p:spPr bwMode="auto">
          <a:xfrm>
            <a:off x="769576" y="7307997"/>
            <a:ext cx="439149" cy="228630"/>
          </a:xfrm>
          <a:custGeom>
            <a:avLst/>
            <a:gdLst>
              <a:gd name="T0" fmla="*/ 78 w 79"/>
              <a:gd name="T1" fmla="*/ 20 h 40"/>
              <a:gd name="T2" fmla="*/ 74 w 79"/>
              <a:gd name="T3" fmla="*/ 17 h 40"/>
              <a:gd name="T4" fmla="*/ 62 w 79"/>
              <a:gd name="T5" fmla="*/ 15 h 40"/>
              <a:gd name="T6" fmla="*/ 56 w 79"/>
              <a:gd name="T7" fmla="*/ 12 h 40"/>
              <a:gd name="T8" fmla="*/ 46 w 79"/>
              <a:gd name="T9" fmla="*/ 3 h 40"/>
              <a:gd name="T10" fmla="*/ 38 w 79"/>
              <a:gd name="T11" fmla="*/ 0 h 40"/>
              <a:gd name="T12" fmla="*/ 18 w 79"/>
              <a:gd name="T13" fmla="*/ 0 h 40"/>
              <a:gd name="T14" fmla="*/ 10 w 79"/>
              <a:gd name="T15" fmla="*/ 4 h 40"/>
              <a:gd name="T16" fmla="*/ 3 w 79"/>
              <a:gd name="T17" fmla="*/ 14 h 40"/>
              <a:gd name="T18" fmla="*/ 0 w 79"/>
              <a:gd name="T19" fmla="*/ 22 h 40"/>
              <a:gd name="T20" fmla="*/ 0 w 79"/>
              <a:gd name="T21" fmla="*/ 34 h 40"/>
              <a:gd name="T22" fmla="*/ 6 w 79"/>
              <a:gd name="T23" fmla="*/ 40 h 40"/>
              <a:gd name="T24" fmla="*/ 12 w 79"/>
              <a:gd name="T25" fmla="*/ 40 h 40"/>
              <a:gd name="T26" fmla="*/ 12 w 79"/>
              <a:gd name="T27" fmla="*/ 37 h 40"/>
              <a:gd name="T28" fmla="*/ 18 w 79"/>
              <a:gd name="T29" fmla="*/ 32 h 40"/>
              <a:gd name="T30" fmla="*/ 24 w 79"/>
              <a:gd name="T31" fmla="*/ 38 h 40"/>
              <a:gd name="T32" fmla="*/ 28 w 79"/>
              <a:gd name="T33" fmla="*/ 38 h 40"/>
              <a:gd name="T34" fmla="*/ 18 w 79"/>
              <a:gd name="T35" fmla="*/ 28 h 40"/>
              <a:gd name="T36" fmla="*/ 8 w 79"/>
              <a:gd name="T37" fmla="*/ 36 h 40"/>
              <a:gd name="T38" fmla="*/ 6 w 79"/>
              <a:gd name="T39" fmla="*/ 36 h 40"/>
              <a:gd name="T40" fmla="*/ 4 w 79"/>
              <a:gd name="T41" fmla="*/ 34 h 40"/>
              <a:gd name="T42" fmla="*/ 4 w 79"/>
              <a:gd name="T43" fmla="*/ 22 h 40"/>
              <a:gd name="T44" fmla="*/ 6 w 79"/>
              <a:gd name="T45" fmla="*/ 16 h 40"/>
              <a:gd name="T46" fmla="*/ 13 w 79"/>
              <a:gd name="T47" fmla="*/ 6 h 40"/>
              <a:gd name="T48" fmla="*/ 18 w 79"/>
              <a:gd name="T49" fmla="*/ 4 h 40"/>
              <a:gd name="T50" fmla="*/ 38 w 79"/>
              <a:gd name="T51" fmla="*/ 4 h 40"/>
              <a:gd name="T52" fmla="*/ 44 w 79"/>
              <a:gd name="T53" fmla="*/ 6 h 40"/>
              <a:gd name="T54" fmla="*/ 54 w 79"/>
              <a:gd name="T55" fmla="*/ 15 h 40"/>
              <a:gd name="T56" fmla="*/ 62 w 79"/>
              <a:gd name="T57" fmla="*/ 19 h 40"/>
              <a:gd name="T58" fmla="*/ 74 w 79"/>
              <a:gd name="T59" fmla="*/ 21 h 40"/>
              <a:gd name="T60" fmla="*/ 75 w 79"/>
              <a:gd name="T61" fmla="*/ 22 h 40"/>
              <a:gd name="T62" fmla="*/ 75 w 79"/>
              <a:gd name="T63" fmla="*/ 23 h 40"/>
              <a:gd name="T64" fmla="*/ 73 w 79"/>
              <a:gd name="T65" fmla="*/ 34 h 40"/>
              <a:gd name="T66" fmla="*/ 70 w 79"/>
              <a:gd name="T67" fmla="*/ 36 h 40"/>
              <a:gd name="T68" fmla="*/ 68 w 79"/>
              <a:gd name="T69" fmla="*/ 36 h 40"/>
              <a:gd name="T70" fmla="*/ 58 w 79"/>
              <a:gd name="T71" fmla="*/ 28 h 40"/>
              <a:gd name="T72" fmla="*/ 48 w 79"/>
              <a:gd name="T73" fmla="*/ 36 h 40"/>
              <a:gd name="T74" fmla="*/ 36 w 79"/>
              <a:gd name="T75" fmla="*/ 36 h 40"/>
              <a:gd name="T76" fmla="*/ 36 w 79"/>
              <a:gd name="T77" fmla="*/ 40 h 40"/>
              <a:gd name="T78" fmla="*/ 52 w 79"/>
              <a:gd name="T79" fmla="*/ 40 h 40"/>
              <a:gd name="T80" fmla="*/ 52 w 79"/>
              <a:gd name="T81" fmla="*/ 37 h 40"/>
              <a:gd name="T82" fmla="*/ 58 w 79"/>
              <a:gd name="T83" fmla="*/ 32 h 40"/>
              <a:gd name="T84" fmla="*/ 64 w 79"/>
              <a:gd name="T85" fmla="*/ 38 h 40"/>
              <a:gd name="T86" fmla="*/ 64 w 79"/>
              <a:gd name="T87" fmla="*/ 38 h 40"/>
              <a:gd name="T88" fmla="*/ 64 w 79"/>
              <a:gd name="T89" fmla="*/ 40 h 40"/>
              <a:gd name="T90" fmla="*/ 70 w 79"/>
              <a:gd name="T91" fmla="*/ 40 h 40"/>
              <a:gd name="T92" fmla="*/ 77 w 79"/>
              <a:gd name="T93" fmla="*/ 35 h 40"/>
              <a:gd name="T94" fmla="*/ 79 w 79"/>
              <a:gd name="T95" fmla="*/ 24 h 40"/>
              <a:gd name="T96" fmla="*/ 78 w 79"/>
              <a:gd name="T97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9" h="40">
                <a:moveTo>
                  <a:pt x="78" y="20"/>
                </a:moveTo>
                <a:cubicBezTo>
                  <a:pt x="77" y="18"/>
                  <a:pt x="76" y="18"/>
                  <a:pt x="74" y="17"/>
                </a:cubicBezTo>
                <a:cubicBezTo>
                  <a:pt x="62" y="15"/>
                  <a:pt x="62" y="15"/>
                  <a:pt x="62" y="15"/>
                </a:cubicBezTo>
                <a:cubicBezTo>
                  <a:pt x="61" y="15"/>
                  <a:pt x="58" y="13"/>
                  <a:pt x="56" y="12"/>
                </a:cubicBezTo>
                <a:cubicBezTo>
                  <a:pt x="46" y="3"/>
                  <a:pt x="46" y="3"/>
                  <a:pt x="46" y="3"/>
                </a:cubicBezTo>
                <a:cubicBezTo>
                  <a:pt x="44" y="1"/>
                  <a:pt x="41" y="0"/>
                  <a:pt x="38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0"/>
                  <a:pt x="12" y="2"/>
                  <a:pt x="10" y="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6"/>
                  <a:pt x="0" y="19"/>
                  <a:pt x="0" y="2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7"/>
                  <a:pt x="3" y="40"/>
                  <a:pt x="6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37"/>
                  <a:pt x="12" y="37"/>
                  <a:pt x="12" y="37"/>
                </a:cubicBezTo>
                <a:cubicBezTo>
                  <a:pt x="12" y="34"/>
                  <a:pt x="15" y="32"/>
                  <a:pt x="18" y="32"/>
                </a:cubicBezTo>
                <a:cubicBezTo>
                  <a:pt x="21" y="32"/>
                  <a:pt x="24" y="35"/>
                  <a:pt x="24" y="38"/>
                </a:cubicBezTo>
                <a:cubicBezTo>
                  <a:pt x="28" y="38"/>
                  <a:pt x="28" y="38"/>
                  <a:pt x="28" y="38"/>
                </a:cubicBezTo>
                <a:cubicBezTo>
                  <a:pt x="28" y="32"/>
                  <a:pt x="24" y="28"/>
                  <a:pt x="18" y="28"/>
                </a:cubicBezTo>
                <a:cubicBezTo>
                  <a:pt x="13" y="28"/>
                  <a:pt x="9" y="31"/>
                  <a:pt x="8" y="36"/>
                </a:cubicBezTo>
                <a:cubicBezTo>
                  <a:pt x="6" y="36"/>
                  <a:pt x="6" y="36"/>
                  <a:pt x="6" y="36"/>
                </a:cubicBezTo>
                <a:cubicBezTo>
                  <a:pt x="5" y="36"/>
                  <a:pt x="4" y="35"/>
                  <a:pt x="4" y="34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0"/>
                  <a:pt x="5" y="18"/>
                  <a:pt x="6" y="16"/>
                </a:cubicBezTo>
                <a:cubicBezTo>
                  <a:pt x="13" y="6"/>
                  <a:pt x="13" y="6"/>
                  <a:pt x="13" y="6"/>
                </a:cubicBezTo>
                <a:cubicBezTo>
                  <a:pt x="14" y="5"/>
                  <a:pt x="16" y="4"/>
                  <a:pt x="1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40" y="4"/>
                  <a:pt x="42" y="5"/>
                  <a:pt x="44" y="6"/>
                </a:cubicBezTo>
                <a:cubicBezTo>
                  <a:pt x="54" y="15"/>
                  <a:pt x="54" y="15"/>
                  <a:pt x="54" y="15"/>
                </a:cubicBezTo>
                <a:cubicBezTo>
                  <a:pt x="56" y="17"/>
                  <a:pt x="59" y="18"/>
                  <a:pt x="62" y="19"/>
                </a:cubicBezTo>
                <a:cubicBezTo>
                  <a:pt x="74" y="21"/>
                  <a:pt x="74" y="21"/>
                  <a:pt x="74" y="21"/>
                </a:cubicBezTo>
                <a:cubicBezTo>
                  <a:pt x="74" y="21"/>
                  <a:pt x="75" y="22"/>
                  <a:pt x="75" y="22"/>
                </a:cubicBezTo>
                <a:cubicBezTo>
                  <a:pt x="75" y="22"/>
                  <a:pt x="75" y="23"/>
                  <a:pt x="75" y="23"/>
                </a:cubicBezTo>
                <a:cubicBezTo>
                  <a:pt x="73" y="34"/>
                  <a:pt x="73" y="34"/>
                  <a:pt x="73" y="34"/>
                </a:cubicBezTo>
                <a:cubicBezTo>
                  <a:pt x="73" y="35"/>
                  <a:pt x="71" y="36"/>
                  <a:pt x="70" y="36"/>
                </a:cubicBezTo>
                <a:cubicBezTo>
                  <a:pt x="68" y="36"/>
                  <a:pt x="68" y="36"/>
                  <a:pt x="68" y="36"/>
                </a:cubicBezTo>
                <a:cubicBezTo>
                  <a:pt x="67" y="31"/>
                  <a:pt x="63" y="28"/>
                  <a:pt x="58" y="28"/>
                </a:cubicBezTo>
                <a:cubicBezTo>
                  <a:pt x="53" y="28"/>
                  <a:pt x="49" y="31"/>
                  <a:pt x="48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40"/>
                  <a:pt x="36" y="40"/>
                  <a:pt x="36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37"/>
                  <a:pt x="52" y="37"/>
                  <a:pt x="52" y="37"/>
                </a:cubicBezTo>
                <a:cubicBezTo>
                  <a:pt x="53" y="34"/>
                  <a:pt x="55" y="32"/>
                  <a:pt x="58" y="32"/>
                </a:cubicBezTo>
                <a:cubicBezTo>
                  <a:pt x="61" y="32"/>
                  <a:pt x="64" y="35"/>
                  <a:pt x="64" y="38"/>
                </a:cubicBezTo>
                <a:cubicBezTo>
                  <a:pt x="64" y="38"/>
                  <a:pt x="64" y="38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70" y="40"/>
                  <a:pt x="70" y="40"/>
                  <a:pt x="70" y="40"/>
                </a:cubicBezTo>
                <a:cubicBezTo>
                  <a:pt x="73" y="40"/>
                  <a:pt x="76" y="38"/>
                  <a:pt x="77" y="35"/>
                </a:cubicBezTo>
                <a:cubicBezTo>
                  <a:pt x="79" y="24"/>
                  <a:pt x="79" y="24"/>
                  <a:pt x="79" y="24"/>
                </a:cubicBezTo>
                <a:cubicBezTo>
                  <a:pt x="79" y="23"/>
                  <a:pt x="79" y="21"/>
                  <a:pt x="78" y="20"/>
                </a:cubicBez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5" name="Freeform 422">
            <a:extLst>
              <a:ext uri="{FF2B5EF4-FFF2-40B4-BE49-F238E27FC236}">
                <a16:creationId xmlns:a16="http://schemas.microsoft.com/office/drawing/2014/main" id="{5C044161-BE3D-FAA3-1F05-7CA79F9CFD56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0021" y="6554172"/>
            <a:ext cx="338260" cy="340402"/>
          </a:xfrm>
          <a:custGeom>
            <a:avLst/>
            <a:gdLst>
              <a:gd name="T0" fmla="*/ 54 w 64"/>
              <a:gd name="T1" fmla="*/ 64 h 64"/>
              <a:gd name="T2" fmla="*/ 44 w 64"/>
              <a:gd name="T3" fmla="*/ 59 h 64"/>
              <a:gd name="T4" fmla="*/ 44 w 64"/>
              <a:gd name="T5" fmla="*/ 58 h 64"/>
              <a:gd name="T6" fmla="*/ 44 w 64"/>
              <a:gd name="T7" fmla="*/ 42 h 64"/>
              <a:gd name="T8" fmla="*/ 44 w 64"/>
              <a:gd name="T9" fmla="*/ 41 h 64"/>
              <a:gd name="T10" fmla="*/ 54 w 64"/>
              <a:gd name="T11" fmla="*/ 36 h 64"/>
              <a:gd name="T12" fmla="*/ 60 w 64"/>
              <a:gd name="T13" fmla="*/ 38 h 64"/>
              <a:gd name="T14" fmla="*/ 60 w 64"/>
              <a:gd name="T15" fmla="*/ 22 h 64"/>
              <a:gd name="T16" fmla="*/ 32 w 64"/>
              <a:gd name="T17" fmla="*/ 4 h 64"/>
              <a:gd name="T18" fmla="*/ 32 w 64"/>
              <a:gd name="T19" fmla="*/ 4 h 64"/>
              <a:gd name="T20" fmla="*/ 4 w 64"/>
              <a:gd name="T21" fmla="*/ 22 h 64"/>
              <a:gd name="T22" fmla="*/ 4 w 64"/>
              <a:gd name="T23" fmla="*/ 38 h 64"/>
              <a:gd name="T24" fmla="*/ 10 w 64"/>
              <a:gd name="T25" fmla="*/ 36 h 64"/>
              <a:gd name="T26" fmla="*/ 20 w 64"/>
              <a:gd name="T27" fmla="*/ 41 h 64"/>
              <a:gd name="T28" fmla="*/ 20 w 64"/>
              <a:gd name="T29" fmla="*/ 42 h 64"/>
              <a:gd name="T30" fmla="*/ 20 w 64"/>
              <a:gd name="T31" fmla="*/ 58 h 64"/>
              <a:gd name="T32" fmla="*/ 20 w 64"/>
              <a:gd name="T33" fmla="*/ 59 h 64"/>
              <a:gd name="T34" fmla="*/ 10 w 64"/>
              <a:gd name="T35" fmla="*/ 64 h 64"/>
              <a:gd name="T36" fmla="*/ 0 w 64"/>
              <a:gd name="T37" fmla="*/ 59 h 64"/>
              <a:gd name="T38" fmla="*/ 0 w 64"/>
              <a:gd name="T39" fmla="*/ 58 h 64"/>
              <a:gd name="T40" fmla="*/ 0 w 64"/>
              <a:gd name="T41" fmla="*/ 42 h 64"/>
              <a:gd name="T42" fmla="*/ 0 w 64"/>
              <a:gd name="T43" fmla="*/ 42 h 64"/>
              <a:gd name="T44" fmla="*/ 0 w 64"/>
              <a:gd name="T45" fmla="*/ 22 h 64"/>
              <a:gd name="T46" fmla="*/ 32 w 64"/>
              <a:gd name="T47" fmla="*/ 0 h 64"/>
              <a:gd name="T48" fmla="*/ 32 w 64"/>
              <a:gd name="T49" fmla="*/ 0 h 64"/>
              <a:gd name="T50" fmla="*/ 64 w 64"/>
              <a:gd name="T51" fmla="*/ 22 h 64"/>
              <a:gd name="T52" fmla="*/ 64 w 64"/>
              <a:gd name="T53" fmla="*/ 42 h 64"/>
              <a:gd name="T54" fmla="*/ 64 w 64"/>
              <a:gd name="T55" fmla="*/ 42 h 64"/>
              <a:gd name="T56" fmla="*/ 64 w 64"/>
              <a:gd name="T57" fmla="*/ 58 h 64"/>
              <a:gd name="T58" fmla="*/ 64 w 64"/>
              <a:gd name="T59" fmla="*/ 59 h 64"/>
              <a:gd name="T60" fmla="*/ 54 w 64"/>
              <a:gd name="T61" fmla="*/ 64 h 64"/>
              <a:gd name="T62" fmla="*/ 48 w 64"/>
              <a:gd name="T63" fmla="*/ 57 h 64"/>
              <a:gd name="T64" fmla="*/ 54 w 64"/>
              <a:gd name="T65" fmla="*/ 60 h 64"/>
              <a:gd name="T66" fmla="*/ 60 w 64"/>
              <a:gd name="T67" fmla="*/ 57 h 64"/>
              <a:gd name="T68" fmla="*/ 60 w 64"/>
              <a:gd name="T69" fmla="*/ 43 h 64"/>
              <a:gd name="T70" fmla="*/ 54 w 64"/>
              <a:gd name="T71" fmla="*/ 40 h 64"/>
              <a:gd name="T72" fmla="*/ 48 w 64"/>
              <a:gd name="T73" fmla="*/ 43 h 64"/>
              <a:gd name="T74" fmla="*/ 48 w 64"/>
              <a:gd name="T75" fmla="*/ 57 h 64"/>
              <a:gd name="T76" fmla="*/ 4 w 64"/>
              <a:gd name="T77" fmla="*/ 57 h 64"/>
              <a:gd name="T78" fmla="*/ 10 w 64"/>
              <a:gd name="T79" fmla="*/ 60 h 64"/>
              <a:gd name="T80" fmla="*/ 16 w 64"/>
              <a:gd name="T81" fmla="*/ 57 h 64"/>
              <a:gd name="T82" fmla="*/ 16 w 64"/>
              <a:gd name="T83" fmla="*/ 43 h 64"/>
              <a:gd name="T84" fmla="*/ 10 w 64"/>
              <a:gd name="T85" fmla="*/ 40 h 64"/>
              <a:gd name="T86" fmla="*/ 4 w 64"/>
              <a:gd name="T87" fmla="*/ 43 h 64"/>
              <a:gd name="T88" fmla="*/ 4 w 64"/>
              <a:gd name="T89" fmla="*/ 57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4" h="64">
                <a:moveTo>
                  <a:pt x="54" y="64"/>
                </a:moveTo>
                <a:cubicBezTo>
                  <a:pt x="53" y="64"/>
                  <a:pt x="48" y="64"/>
                  <a:pt x="44" y="59"/>
                </a:cubicBezTo>
                <a:cubicBezTo>
                  <a:pt x="44" y="59"/>
                  <a:pt x="44" y="58"/>
                  <a:pt x="44" y="58"/>
                </a:cubicBezTo>
                <a:cubicBezTo>
                  <a:pt x="44" y="42"/>
                  <a:pt x="44" y="42"/>
                  <a:pt x="44" y="42"/>
                </a:cubicBezTo>
                <a:cubicBezTo>
                  <a:pt x="44" y="42"/>
                  <a:pt x="44" y="41"/>
                  <a:pt x="44" y="41"/>
                </a:cubicBezTo>
                <a:cubicBezTo>
                  <a:pt x="45" y="40"/>
                  <a:pt x="48" y="36"/>
                  <a:pt x="54" y="36"/>
                </a:cubicBezTo>
                <a:cubicBezTo>
                  <a:pt x="55" y="36"/>
                  <a:pt x="57" y="36"/>
                  <a:pt x="60" y="38"/>
                </a:cubicBezTo>
                <a:cubicBezTo>
                  <a:pt x="60" y="22"/>
                  <a:pt x="60" y="22"/>
                  <a:pt x="60" y="22"/>
                </a:cubicBezTo>
                <a:cubicBezTo>
                  <a:pt x="60" y="20"/>
                  <a:pt x="55" y="4"/>
                  <a:pt x="32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8" y="4"/>
                  <a:pt x="4" y="22"/>
                  <a:pt x="4" y="22"/>
                </a:cubicBezTo>
                <a:cubicBezTo>
                  <a:pt x="4" y="38"/>
                  <a:pt x="4" y="38"/>
                  <a:pt x="4" y="38"/>
                </a:cubicBezTo>
                <a:cubicBezTo>
                  <a:pt x="6" y="37"/>
                  <a:pt x="8" y="36"/>
                  <a:pt x="10" y="36"/>
                </a:cubicBezTo>
                <a:cubicBezTo>
                  <a:pt x="11" y="36"/>
                  <a:pt x="16" y="36"/>
                  <a:pt x="20" y="41"/>
                </a:cubicBezTo>
                <a:cubicBezTo>
                  <a:pt x="20" y="41"/>
                  <a:pt x="20" y="42"/>
                  <a:pt x="20" y="42"/>
                </a:cubicBezTo>
                <a:cubicBezTo>
                  <a:pt x="20" y="58"/>
                  <a:pt x="20" y="58"/>
                  <a:pt x="20" y="58"/>
                </a:cubicBezTo>
                <a:cubicBezTo>
                  <a:pt x="20" y="58"/>
                  <a:pt x="20" y="59"/>
                  <a:pt x="20" y="59"/>
                </a:cubicBezTo>
                <a:cubicBezTo>
                  <a:pt x="19" y="60"/>
                  <a:pt x="16" y="64"/>
                  <a:pt x="10" y="64"/>
                </a:cubicBezTo>
                <a:cubicBezTo>
                  <a:pt x="9" y="64"/>
                  <a:pt x="4" y="64"/>
                  <a:pt x="0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5" y="0"/>
                  <a:pt x="32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59" y="0"/>
                  <a:pt x="64" y="21"/>
                  <a:pt x="64" y="2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58"/>
                  <a:pt x="64" y="58"/>
                  <a:pt x="64" y="58"/>
                </a:cubicBezTo>
                <a:cubicBezTo>
                  <a:pt x="64" y="58"/>
                  <a:pt x="64" y="59"/>
                  <a:pt x="64" y="59"/>
                </a:cubicBezTo>
                <a:cubicBezTo>
                  <a:pt x="63" y="60"/>
                  <a:pt x="60" y="64"/>
                  <a:pt x="54" y="64"/>
                </a:cubicBezTo>
                <a:close/>
                <a:moveTo>
                  <a:pt x="48" y="57"/>
                </a:moveTo>
                <a:cubicBezTo>
                  <a:pt x="50" y="60"/>
                  <a:pt x="54" y="60"/>
                  <a:pt x="54" y="60"/>
                </a:cubicBezTo>
                <a:cubicBezTo>
                  <a:pt x="57" y="60"/>
                  <a:pt x="59" y="58"/>
                  <a:pt x="60" y="57"/>
                </a:cubicBezTo>
                <a:cubicBezTo>
                  <a:pt x="60" y="43"/>
                  <a:pt x="60" y="43"/>
                  <a:pt x="60" y="43"/>
                </a:cubicBezTo>
                <a:cubicBezTo>
                  <a:pt x="58" y="40"/>
                  <a:pt x="54" y="40"/>
                  <a:pt x="54" y="40"/>
                </a:cubicBezTo>
                <a:cubicBezTo>
                  <a:pt x="51" y="40"/>
                  <a:pt x="49" y="42"/>
                  <a:pt x="48" y="43"/>
                </a:cubicBezTo>
                <a:lnTo>
                  <a:pt x="48" y="57"/>
                </a:lnTo>
                <a:close/>
                <a:moveTo>
                  <a:pt x="4" y="57"/>
                </a:moveTo>
                <a:cubicBezTo>
                  <a:pt x="6" y="60"/>
                  <a:pt x="10" y="60"/>
                  <a:pt x="10" y="60"/>
                </a:cubicBezTo>
                <a:cubicBezTo>
                  <a:pt x="13" y="60"/>
                  <a:pt x="15" y="58"/>
                  <a:pt x="16" y="57"/>
                </a:cubicBezTo>
                <a:cubicBezTo>
                  <a:pt x="16" y="43"/>
                  <a:pt x="16" y="43"/>
                  <a:pt x="16" y="43"/>
                </a:cubicBezTo>
                <a:cubicBezTo>
                  <a:pt x="14" y="40"/>
                  <a:pt x="10" y="40"/>
                  <a:pt x="10" y="40"/>
                </a:cubicBezTo>
                <a:cubicBezTo>
                  <a:pt x="7" y="40"/>
                  <a:pt x="5" y="42"/>
                  <a:pt x="4" y="43"/>
                </a:cubicBezTo>
                <a:lnTo>
                  <a:pt x="4" y="57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6E16517A-B109-0F34-92F5-F62D746EF835}"/>
              </a:ext>
            </a:extLst>
          </p:cNvPr>
          <p:cNvGrpSpPr>
            <a:grpSpLocks noChangeAspect="1"/>
          </p:cNvGrpSpPr>
          <p:nvPr/>
        </p:nvGrpSpPr>
        <p:grpSpPr>
          <a:xfrm>
            <a:off x="823833" y="5101121"/>
            <a:ext cx="348546" cy="370604"/>
            <a:chOff x="11466513" y="1004888"/>
            <a:chExt cx="250825" cy="266699"/>
          </a:xfrm>
          <a:solidFill>
            <a:srgbClr val="00806E"/>
          </a:solidFill>
        </p:grpSpPr>
        <p:sp>
          <p:nvSpPr>
            <p:cNvPr id="48" name="Freeform 109">
              <a:extLst>
                <a:ext uri="{FF2B5EF4-FFF2-40B4-BE49-F238E27FC236}">
                  <a16:creationId xmlns:a16="http://schemas.microsoft.com/office/drawing/2014/main" id="{19A8A705-9064-E473-1201-9D1DA4A0D0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6513" y="1004888"/>
              <a:ext cx="250825" cy="266699"/>
            </a:xfrm>
            <a:custGeom>
              <a:avLst/>
              <a:gdLst>
                <a:gd name="T0" fmla="*/ 62 w 64"/>
                <a:gd name="T1" fmla="*/ 4 h 68"/>
                <a:gd name="T2" fmla="*/ 44 w 64"/>
                <a:gd name="T3" fmla="*/ 4 h 68"/>
                <a:gd name="T4" fmla="*/ 44 w 64"/>
                <a:gd name="T5" fmla="*/ 0 h 68"/>
                <a:gd name="T6" fmla="*/ 40 w 64"/>
                <a:gd name="T7" fmla="*/ 0 h 68"/>
                <a:gd name="T8" fmla="*/ 40 w 64"/>
                <a:gd name="T9" fmla="*/ 16 h 68"/>
                <a:gd name="T10" fmla="*/ 44 w 64"/>
                <a:gd name="T11" fmla="*/ 16 h 68"/>
                <a:gd name="T12" fmla="*/ 44 w 64"/>
                <a:gd name="T13" fmla="*/ 8 h 68"/>
                <a:gd name="T14" fmla="*/ 60 w 64"/>
                <a:gd name="T15" fmla="*/ 8 h 68"/>
                <a:gd name="T16" fmla="*/ 60 w 64"/>
                <a:gd name="T17" fmla="*/ 64 h 68"/>
                <a:gd name="T18" fmla="*/ 4 w 64"/>
                <a:gd name="T19" fmla="*/ 64 h 68"/>
                <a:gd name="T20" fmla="*/ 4 w 64"/>
                <a:gd name="T21" fmla="*/ 8 h 68"/>
                <a:gd name="T22" fmla="*/ 12 w 64"/>
                <a:gd name="T23" fmla="*/ 8 h 68"/>
                <a:gd name="T24" fmla="*/ 12 w 64"/>
                <a:gd name="T25" fmla="*/ 4 h 68"/>
                <a:gd name="T26" fmla="*/ 2 w 64"/>
                <a:gd name="T27" fmla="*/ 4 h 68"/>
                <a:gd name="T28" fmla="*/ 0 w 64"/>
                <a:gd name="T29" fmla="*/ 6 h 68"/>
                <a:gd name="T30" fmla="*/ 0 w 64"/>
                <a:gd name="T31" fmla="*/ 66 h 68"/>
                <a:gd name="T32" fmla="*/ 2 w 64"/>
                <a:gd name="T33" fmla="*/ 68 h 68"/>
                <a:gd name="T34" fmla="*/ 62 w 64"/>
                <a:gd name="T35" fmla="*/ 68 h 68"/>
                <a:gd name="T36" fmla="*/ 64 w 64"/>
                <a:gd name="T37" fmla="*/ 66 h 68"/>
                <a:gd name="T38" fmla="*/ 64 w 64"/>
                <a:gd name="T39" fmla="*/ 6 h 68"/>
                <a:gd name="T40" fmla="*/ 62 w 64"/>
                <a:gd name="T41" fmla="*/ 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8">
                  <a:moveTo>
                    <a:pt x="62" y="4"/>
                  </a:moveTo>
                  <a:cubicBezTo>
                    <a:pt x="44" y="4"/>
                    <a:pt x="44" y="4"/>
                    <a:pt x="4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7"/>
                    <a:pt x="1" y="68"/>
                    <a:pt x="2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3" y="68"/>
                    <a:pt x="64" y="67"/>
                    <a:pt x="64" y="6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5"/>
                    <a:pt x="63" y="4"/>
                    <a:pt x="6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49" name="Freeform 110">
              <a:extLst>
                <a:ext uri="{FF2B5EF4-FFF2-40B4-BE49-F238E27FC236}">
                  <a16:creationId xmlns:a16="http://schemas.microsoft.com/office/drawing/2014/main" id="{E873C04D-499B-DF72-85FB-B0531D904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300" y="1004888"/>
              <a:ext cx="47625" cy="61912"/>
            </a:xfrm>
            <a:custGeom>
              <a:avLst/>
              <a:gdLst>
                <a:gd name="T0" fmla="*/ 30 w 30"/>
                <a:gd name="T1" fmla="*/ 9 h 39"/>
                <a:gd name="T2" fmla="*/ 10 w 30"/>
                <a:gd name="T3" fmla="*/ 9 h 39"/>
                <a:gd name="T4" fmla="*/ 10 w 30"/>
                <a:gd name="T5" fmla="*/ 0 h 39"/>
                <a:gd name="T6" fmla="*/ 0 w 30"/>
                <a:gd name="T7" fmla="*/ 0 h 39"/>
                <a:gd name="T8" fmla="*/ 0 w 30"/>
                <a:gd name="T9" fmla="*/ 39 h 39"/>
                <a:gd name="T10" fmla="*/ 10 w 30"/>
                <a:gd name="T11" fmla="*/ 39 h 39"/>
                <a:gd name="T12" fmla="*/ 10 w 30"/>
                <a:gd name="T13" fmla="*/ 19 h 39"/>
                <a:gd name="T14" fmla="*/ 30 w 30"/>
                <a:gd name="T15" fmla="*/ 19 h 39"/>
                <a:gd name="T16" fmla="*/ 30 w 30"/>
                <a:gd name="T17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9">
                  <a:moveTo>
                    <a:pt x="30" y="9"/>
                  </a:move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9"/>
                  </a:lnTo>
                  <a:lnTo>
                    <a:pt x="10" y="39"/>
                  </a:lnTo>
                  <a:lnTo>
                    <a:pt x="10" y="19"/>
                  </a:lnTo>
                  <a:lnTo>
                    <a:pt x="30" y="19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0" name="Freeform 111">
              <a:extLst>
                <a:ext uri="{FF2B5EF4-FFF2-40B4-BE49-F238E27FC236}">
                  <a16:creationId xmlns:a16="http://schemas.microsoft.com/office/drawing/2014/main" id="{210FA083-E1E8-DC7A-57B2-441B196B4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4613" y="1093788"/>
              <a:ext cx="76200" cy="130175"/>
            </a:xfrm>
            <a:custGeom>
              <a:avLst/>
              <a:gdLst>
                <a:gd name="T0" fmla="*/ 7 w 19"/>
                <a:gd name="T1" fmla="*/ 30 h 33"/>
                <a:gd name="T2" fmla="*/ 0 w 19"/>
                <a:gd name="T3" fmla="*/ 29 h 33"/>
                <a:gd name="T4" fmla="*/ 0 w 19"/>
                <a:gd name="T5" fmla="*/ 33 h 33"/>
                <a:gd name="T6" fmla="*/ 3 w 19"/>
                <a:gd name="T7" fmla="*/ 33 h 33"/>
                <a:gd name="T8" fmla="*/ 7 w 19"/>
                <a:gd name="T9" fmla="*/ 33 h 33"/>
                <a:gd name="T10" fmla="*/ 12 w 19"/>
                <a:gd name="T11" fmla="*/ 33 h 33"/>
                <a:gd name="T12" fmla="*/ 16 w 19"/>
                <a:gd name="T13" fmla="*/ 31 h 33"/>
                <a:gd name="T14" fmla="*/ 18 w 19"/>
                <a:gd name="T15" fmla="*/ 27 h 33"/>
                <a:gd name="T16" fmla="*/ 19 w 19"/>
                <a:gd name="T17" fmla="*/ 23 h 33"/>
                <a:gd name="T18" fmla="*/ 19 w 19"/>
                <a:gd name="T19" fmla="*/ 20 h 33"/>
                <a:gd name="T20" fmla="*/ 17 w 19"/>
                <a:gd name="T21" fmla="*/ 18 h 33"/>
                <a:gd name="T22" fmla="*/ 15 w 19"/>
                <a:gd name="T23" fmla="*/ 16 h 33"/>
                <a:gd name="T24" fmla="*/ 12 w 19"/>
                <a:gd name="T25" fmla="*/ 15 h 33"/>
                <a:gd name="T26" fmla="*/ 12 w 19"/>
                <a:gd name="T27" fmla="*/ 15 h 33"/>
                <a:gd name="T28" fmla="*/ 17 w 19"/>
                <a:gd name="T29" fmla="*/ 13 h 33"/>
                <a:gd name="T30" fmla="*/ 18 w 19"/>
                <a:gd name="T31" fmla="*/ 8 h 33"/>
                <a:gd name="T32" fmla="*/ 16 w 19"/>
                <a:gd name="T33" fmla="*/ 2 h 33"/>
                <a:gd name="T34" fmla="*/ 9 w 19"/>
                <a:gd name="T35" fmla="*/ 0 h 33"/>
                <a:gd name="T36" fmla="*/ 5 w 19"/>
                <a:gd name="T37" fmla="*/ 1 h 33"/>
                <a:gd name="T38" fmla="*/ 1 w 19"/>
                <a:gd name="T39" fmla="*/ 2 h 33"/>
                <a:gd name="T40" fmla="*/ 1 w 19"/>
                <a:gd name="T41" fmla="*/ 6 h 33"/>
                <a:gd name="T42" fmla="*/ 4 w 19"/>
                <a:gd name="T43" fmla="*/ 4 h 33"/>
                <a:gd name="T44" fmla="*/ 8 w 19"/>
                <a:gd name="T45" fmla="*/ 4 h 33"/>
                <a:gd name="T46" fmla="*/ 12 w 19"/>
                <a:gd name="T47" fmla="*/ 5 h 33"/>
                <a:gd name="T48" fmla="*/ 14 w 19"/>
                <a:gd name="T49" fmla="*/ 8 h 33"/>
                <a:gd name="T50" fmla="*/ 11 w 19"/>
                <a:gd name="T51" fmla="*/ 13 h 33"/>
                <a:gd name="T52" fmla="*/ 3 w 19"/>
                <a:gd name="T53" fmla="*/ 14 h 33"/>
                <a:gd name="T54" fmla="*/ 2 w 19"/>
                <a:gd name="T55" fmla="*/ 14 h 33"/>
                <a:gd name="T56" fmla="*/ 2 w 19"/>
                <a:gd name="T57" fmla="*/ 18 h 33"/>
                <a:gd name="T58" fmla="*/ 4 w 19"/>
                <a:gd name="T59" fmla="*/ 18 h 33"/>
                <a:gd name="T60" fmla="*/ 7 w 19"/>
                <a:gd name="T61" fmla="*/ 18 h 33"/>
                <a:gd name="T62" fmla="*/ 12 w 19"/>
                <a:gd name="T63" fmla="*/ 19 h 33"/>
                <a:gd name="T64" fmla="*/ 14 w 19"/>
                <a:gd name="T65" fmla="*/ 24 h 33"/>
                <a:gd name="T66" fmla="*/ 13 w 19"/>
                <a:gd name="T67" fmla="*/ 28 h 33"/>
                <a:gd name="T68" fmla="*/ 7 w 19"/>
                <a:gd name="T69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" h="33">
                  <a:moveTo>
                    <a:pt x="7" y="30"/>
                  </a:moveTo>
                  <a:cubicBezTo>
                    <a:pt x="5" y="30"/>
                    <a:pt x="3" y="29"/>
                    <a:pt x="0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3"/>
                    <a:pt x="2" y="33"/>
                    <a:pt x="3" y="33"/>
                  </a:cubicBezTo>
                  <a:cubicBezTo>
                    <a:pt x="4" y="33"/>
                    <a:pt x="5" y="33"/>
                    <a:pt x="7" y="33"/>
                  </a:cubicBezTo>
                  <a:cubicBezTo>
                    <a:pt x="9" y="33"/>
                    <a:pt x="10" y="33"/>
                    <a:pt x="12" y="33"/>
                  </a:cubicBezTo>
                  <a:cubicBezTo>
                    <a:pt x="13" y="32"/>
                    <a:pt x="15" y="31"/>
                    <a:pt x="16" y="31"/>
                  </a:cubicBezTo>
                  <a:cubicBezTo>
                    <a:pt x="17" y="30"/>
                    <a:pt x="18" y="29"/>
                    <a:pt x="18" y="27"/>
                  </a:cubicBezTo>
                  <a:cubicBezTo>
                    <a:pt x="19" y="26"/>
                    <a:pt x="19" y="25"/>
                    <a:pt x="19" y="23"/>
                  </a:cubicBezTo>
                  <a:cubicBezTo>
                    <a:pt x="19" y="22"/>
                    <a:pt x="19" y="21"/>
                    <a:pt x="19" y="20"/>
                  </a:cubicBezTo>
                  <a:cubicBezTo>
                    <a:pt x="18" y="19"/>
                    <a:pt x="18" y="19"/>
                    <a:pt x="17" y="18"/>
                  </a:cubicBezTo>
                  <a:cubicBezTo>
                    <a:pt x="17" y="17"/>
                    <a:pt x="16" y="17"/>
                    <a:pt x="15" y="16"/>
                  </a:cubicBezTo>
                  <a:cubicBezTo>
                    <a:pt x="14" y="16"/>
                    <a:pt x="13" y="16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4" y="15"/>
                    <a:pt x="16" y="14"/>
                    <a:pt x="17" y="13"/>
                  </a:cubicBezTo>
                  <a:cubicBezTo>
                    <a:pt x="18" y="11"/>
                    <a:pt x="18" y="10"/>
                    <a:pt x="18" y="8"/>
                  </a:cubicBezTo>
                  <a:cubicBezTo>
                    <a:pt x="18" y="5"/>
                    <a:pt x="18" y="4"/>
                    <a:pt x="16" y="2"/>
                  </a:cubicBezTo>
                  <a:cubicBezTo>
                    <a:pt x="14" y="1"/>
                    <a:pt x="12" y="0"/>
                    <a:pt x="9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5"/>
                    <a:pt x="4" y="4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4"/>
                    <a:pt x="12" y="5"/>
                  </a:cubicBezTo>
                  <a:cubicBezTo>
                    <a:pt x="13" y="6"/>
                    <a:pt x="14" y="7"/>
                    <a:pt x="14" y="8"/>
                  </a:cubicBezTo>
                  <a:cubicBezTo>
                    <a:pt x="14" y="10"/>
                    <a:pt x="13" y="12"/>
                    <a:pt x="11" y="13"/>
                  </a:cubicBezTo>
                  <a:cubicBezTo>
                    <a:pt x="9" y="14"/>
                    <a:pt x="7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8"/>
                    <a:pt x="3" y="18"/>
                    <a:pt x="4" y="18"/>
                  </a:cubicBezTo>
                  <a:cubicBezTo>
                    <a:pt x="5" y="18"/>
                    <a:pt x="6" y="18"/>
                    <a:pt x="7" y="18"/>
                  </a:cubicBezTo>
                  <a:cubicBezTo>
                    <a:pt x="9" y="18"/>
                    <a:pt x="11" y="18"/>
                    <a:pt x="12" y="19"/>
                  </a:cubicBezTo>
                  <a:cubicBezTo>
                    <a:pt x="14" y="20"/>
                    <a:pt x="14" y="22"/>
                    <a:pt x="14" y="24"/>
                  </a:cubicBezTo>
                  <a:cubicBezTo>
                    <a:pt x="14" y="26"/>
                    <a:pt x="14" y="27"/>
                    <a:pt x="13" y="28"/>
                  </a:cubicBezTo>
                  <a:cubicBezTo>
                    <a:pt x="11" y="29"/>
                    <a:pt x="9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1" name="Freeform 112">
              <a:extLst>
                <a:ext uri="{FF2B5EF4-FFF2-40B4-BE49-F238E27FC236}">
                  <a16:creationId xmlns:a16="http://schemas.microsoft.com/office/drawing/2014/main" id="{2E74ED78-4EAF-4CAD-B28D-F9F5810090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9863" y="1098550"/>
              <a:ext cx="82550" cy="125412"/>
            </a:xfrm>
            <a:custGeom>
              <a:avLst/>
              <a:gdLst>
                <a:gd name="T0" fmla="*/ 25 w 52"/>
                <a:gd name="T1" fmla="*/ 0 h 79"/>
                <a:gd name="T2" fmla="*/ 2 w 52"/>
                <a:gd name="T3" fmla="*/ 7 h 79"/>
                <a:gd name="T4" fmla="*/ 2 w 52"/>
                <a:gd name="T5" fmla="*/ 17 h 79"/>
                <a:gd name="T6" fmla="*/ 22 w 52"/>
                <a:gd name="T7" fmla="*/ 10 h 79"/>
                <a:gd name="T8" fmla="*/ 22 w 52"/>
                <a:gd name="T9" fmla="*/ 69 h 79"/>
                <a:gd name="T10" fmla="*/ 0 w 52"/>
                <a:gd name="T11" fmla="*/ 69 h 79"/>
                <a:gd name="T12" fmla="*/ 0 w 52"/>
                <a:gd name="T13" fmla="*/ 79 h 79"/>
                <a:gd name="T14" fmla="*/ 52 w 52"/>
                <a:gd name="T15" fmla="*/ 79 h 79"/>
                <a:gd name="T16" fmla="*/ 52 w 52"/>
                <a:gd name="T17" fmla="*/ 69 h 79"/>
                <a:gd name="T18" fmla="*/ 32 w 52"/>
                <a:gd name="T19" fmla="*/ 69 h 79"/>
                <a:gd name="T20" fmla="*/ 32 w 52"/>
                <a:gd name="T21" fmla="*/ 0 h 79"/>
                <a:gd name="T22" fmla="*/ 25 w 52"/>
                <a:gd name="T2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79">
                  <a:moveTo>
                    <a:pt x="25" y="0"/>
                  </a:moveTo>
                  <a:lnTo>
                    <a:pt x="2" y="7"/>
                  </a:lnTo>
                  <a:lnTo>
                    <a:pt x="2" y="17"/>
                  </a:lnTo>
                  <a:lnTo>
                    <a:pt x="22" y="10"/>
                  </a:lnTo>
                  <a:lnTo>
                    <a:pt x="22" y="69"/>
                  </a:lnTo>
                  <a:lnTo>
                    <a:pt x="0" y="69"/>
                  </a:lnTo>
                  <a:lnTo>
                    <a:pt x="0" y="79"/>
                  </a:lnTo>
                  <a:lnTo>
                    <a:pt x="52" y="79"/>
                  </a:lnTo>
                  <a:lnTo>
                    <a:pt x="52" y="69"/>
                  </a:lnTo>
                  <a:lnTo>
                    <a:pt x="32" y="69"/>
                  </a:lnTo>
                  <a:lnTo>
                    <a:pt x="32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</p:grpSp>
      <p:sp>
        <p:nvSpPr>
          <p:cNvPr id="53" name="Textfeld 52">
            <a:extLst>
              <a:ext uri="{FF2B5EF4-FFF2-40B4-BE49-F238E27FC236}">
                <a16:creationId xmlns:a16="http://schemas.microsoft.com/office/drawing/2014/main" id="{5461C2FA-EB14-3C5B-7C27-9815FE9C3E87}"/>
              </a:ext>
            </a:extLst>
          </p:cNvPr>
          <p:cNvSpPr txBox="1"/>
          <p:nvPr/>
        </p:nvSpPr>
        <p:spPr>
          <a:xfrm>
            <a:off x="7675568" y="5059808"/>
            <a:ext cx="7118670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Lieblingsessen</a:t>
            </a:r>
            <a:r>
              <a:rPr lang="de-DE" sz="2400">
                <a:latin typeface="The Group TEXT"/>
                <a:cs typeface="Dubai Medium"/>
              </a:rPr>
              <a:t>: Burger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Lieblingsfilm/-serie</a:t>
            </a:r>
            <a:r>
              <a:rPr lang="de-DE" sz="2400">
                <a:latin typeface="The Group TEXT"/>
                <a:cs typeface="Dubai Medium"/>
              </a:rPr>
              <a:t>: Breaking Bad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Hobbies</a:t>
            </a:r>
            <a:r>
              <a:rPr lang="de-DE" sz="2400">
                <a:latin typeface="The Group TEXT"/>
                <a:cs typeface="Dubai Medium"/>
              </a:rPr>
              <a:t>: Angeln, Roller schrauben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Lieblingssport</a:t>
            </a:r>
            <a:r>
              <a:rPr lang="de-DE" sz="2400">
                <a:latin typeface="The Group TEXT"/>
                <a:cs typeface="Dubai Medium"/>
              </a:rPr>
              <a:t>: Boxen, Fußball</a:t>
            </a:r>
          </a:p>
        </p:txBody>
      </p:sp>
      <p:grpSp>
        <p:nvGrpSpPr>
          <p:cNvPr id="54" name="Google Shape;9271;p60">
            <a:extLst>
              <a:ext uri="{FF2B5EF4-FFF2-40B4-BE49-F238E27FC236}">
                <a16:creationId xmlns:a16="http://schemas.microsoft.com/office/drawing/2014/main" id="{E78FECD7-B091-3177-4DD5-74628F58590A}"/>
              </a:ext>
            </a:extLst>
          </p:cNvPr>
          <p:cNvGrpSpPr/>
          <p:nvPr/>
        </p:nvGrpSpPr>
        <p:grpSpPr>
          <a:xfrm>
            <a:off x="7241658" y="5057580"/>
            <a:ext cx="410335" cy="355243"/>
            <a:chOff x="3564243" y="2289904"/>
            <a:chExt cx="422342" cy="355243"/>
          </a:xfrm>
          <a:solidFill>
            <a:srgbClr val="00806E"/>
          </a:solidFill>
        </p:grpSpPr>
        <p:sp>
          <p:nvSpPr>
            <p:cNvPr id="1047" name="Google Shape;9272;p60">
              <a:extLst>
                <a:ext uri="{FF2B5EF4-FFF2-40B4-BE49-F238E27FC236}">
                  <a16:creationId xmlns:a16="http://schemas.microsoft.com/office/drawing/2014/main" id="{D1165774-5731-781A-D11B-46192AC91BE0}"/>
                </a:ext>
              </a:extLst>
            </p:cNvPr>
            <p:cNvSpPr/>
            <p:nvPr/>
          </p:nvSpPr>
          <p:spPr>
            <a:xfrm>
              <a:off x="3564243" y="2291587"/>
              <a:ext cx="66177" cy="351655"/>
            </a:xfrm>
            <a:custGeom>
              <a:avLst/>
              <a:gdLst/>
              <a:ahLst/>
              <a:cxnLst/>
              <a:rect l="l" t="t" r="r" b="b"/>
              <a:pathLst>
                <a:path w="2084" h="11074" extrusionOk="0">
                  <a:moveTo>
                    <a:pt x="1703" y="1918"/>
                  </a:moveTo>
                  <a:lnTo>
                    <a:pt x="1703" y="2727"/>
                  </a:lnTo>
                  <a:cubicBezTo>
                    <a:pt x="1703" y="2823"/>
                    <a:pt x="1667" y="2930"/>
                    <a:pt x="1608" y="2966"/>
                  </a:cubicBezTo>
                  <a:cubicBezTo>
                    <a:pt x="1453" y="3085"/>
                    <a:pt x="1298" y="3287"/>
                    <a:pt x="1239" y="3501"/>
                  </a:cubicBezTo>
                  <a:lnTo>
                    <a:pt x="834" y="3501"/>
                  </a:lnTo>
                  <a:cubicBezTo>
                    <a:pt x="798" y="3299"/>
                    <a:pt x="667" y="3085"/>
                    <a:pt x="524" y="2989"/>
                  </a:cubicBezTo>
                  <a:cubicBezTo>
                    <a:pt x="453" y="2942"/>
                    <a:pt x="393" y="2823"/>
                    <a:pt x="393" y="2727"/>
                  </a:cubicBezTo>
                  <a:lnTo>
                    <a:pt x="393" y="1918"/>
                  </a:lnTo>
                  <a:close/>
                  <a:moveTo>
                    <a:pt x="1227" y="3882"/>
                  </a:moveTo>
                  <a:lnTo>
                    <a:pt x="1227" y="5144"/>
                  </a:lnTo>
                  <a:cubicBezTo>
                    <a:pt x="1227" y="6359"/>
                    <a:pt x="1239" y="7549"/>
                    <a:pt x="1369" y="8752"/>
                  </a:cubicBezTo>
                  <a:cubicBezTo>
                    <a:pt x="1453" y="9478"/>
                    <a:pt x="1489" y="10085"/>
                    <a:pt x="1489" y="10205"/>
                  </a:cubicBezTo>
                  <a:cubicBezTo>
                    <a:pt x="1477" y="10478"/>
                    <a:pt x="1298" y="10681"/>
                    <a:pt x="1048" y="10681"/>
                  </a:cubicBezTo>
                  <a:cubicBezTo>
                    <a:pt x="798" y="10681"/>
                    <a:pt x="619" y="10490"/>
                    <a:pt x="619" y="10228"/>
                  </a:cubicBezTo>
                  <a:cubicBezTo>
                    <a:pt x="619" y="10097"/>
                    <a:pt x="655" y="9490"/>
                    <a:pt x="738" y="8764"/>
                  </a:cubicBezTo>
                  <a:cubicBezTo>
                    <a:pt x="869" y="7561"/>
                    <a:pt x="881" y="6371"/>
                    <a:pt x="881" y="5168"/>
                  </a:cubicBezTo>
                  <a:lnTo>
                    <a:pt x="881" y="3882"/>
                  </a:lnTo>
                  <a:close/>
                  <a:moveTo>
                    <a:pt x="203" y="1"/>
                  </a:moveTo>
                  <a:cubicBezTo>
                    <a:pt x="96" y="1"/>
                    <a:pt x="0" y="84"/>
                    <a:pt x="0" y="191"/>
                  </a:cubicBezTo>
                  <a:lnTo>
                    <a:pt x="0" y="2727"/>
                  </a:lnTo>
                  <a:cubicBezTo>
                    <a:pt x="0" y="2966"/>
                    <a:pt x="143" y="3216"/>
                    <a:pt x="334" y="3335"/>
                  </a:cubicBezTo>
                  <a:cubicBezTo>
                    <a:pt x="393" y="3358"/>
                    <a:pt x="477" y="3573"/>
                    <a:pt x="477" y="3692"/>
                  </a:cubicBezTo>
                  <a:lnTo>
                    <a:pt x="477" y="5144"/>
                  </a:lnTo>
                  <a:cubicBezTo>
                    <a:pt x="477" y="6359"/>
                    <a:pt x="465" y="7526"/>
                    <a:pt x="346" y="8716"/>
                  </a:cubicBezTo>
                  <a:cubicBezTo>
                    <a:pt x="274" y="9454"/>
                    <a:pt x="226" y="10074"/>
                    <a:pt x="226" y="10228"/>
                  </a:cubicBezTo>
                  <a:cubicBezTo>
                    <a:pt x="226" y="10705"/>
                    <a:pt x="584" y="11074"/>
                    <a:pt x="1048" y="11074"/>
                  </a:cubicBezTo>
                  <a:cubicBezTo>
                    <a:pt x="1512" y="11074"/>
                    <a:pt x="1870" y="10705"/>
                    <a:pt x="1870" y="10228"/>
                  </a:cubicBezTo>
                  <a:cubicBezTo>
                    <a:pt x="1870" y="10074"/>
                    <a:pt x="1822" y="9454"/>
                    <a:pt x="1750" y="8716"/>
                  </a:cubicBezTo>
                  <a:cubicBezTo>
                    <a:pt x="1608" y="7526"/>
                    <a:pt x="1608" y="6359"/>
                    <a:pt x="1608" y="5144"/>
                  </a:cubicBezTo>
                  <a:lnTo>
                    <a:pt x="1608" y="3692"/>
                  </a:lnTo>
                  <a:cubicBezTo>
                    <a:pt x="1608" y="3561"/>
                    <a:pt x="1715" y="3358"/>
                    <a:pt x="1834" y="3275"/>
                  </a:cubicBezTo>
                  <a:cubicBezTo>
                    <a:pt x="2024" y="3144"/>
                    <a:pt x="2084" y="2906"/>
                    <a:pt x="2084" y="2704"/>
                  </a:cubicBezTo>
                  <a:lnTo>
                    <a:pt x="2084" y="251"/>
                  </a:lnTo>
                  <a:cubicBezTo>
                    <a:pt x="2084" y="168"/>
                    <a:pt x="2001" y="72"/>
                    <a:pt x="1893" y="72"/>
                  </a:cubicBezTo>
                  <a:cubicBezTo>
                    <a:pt x="1786" y="72"/>
                    <a:pt x="1703" y="168"/>
                    <a:pt x="1703" y="263"/>
                  </a:cubicBezTo>
                  <a:lnTo>
                    <a:pt x="1703" y="1537"/>
                  </a:lnTo>
                  <a:lnTo>
                    <a:pt x="1239" y="1537"/>
                  </a:lnTo>
                  <a:lnTo>
                    <a:pt x="1239" y="191"/>
                  </a:lnTo>
                  <a:cubicBezTo>
                    <a:pt x="1239" y="84"/>
                    <a:pt x="1155" y="1"/>
                    <a:pt x="1048" y="1"/>
                  </a:cubicBezTo>
                  <a:cubicBezTo>
                    <a:pt x="941" y="1"/>
                    <a:pt x="858" y="84"/>
                    <a:pt x="858" y="191"/>
                  </a:cubicBezTo>
                  <a:lnTo>
                    <a:pt x="858" y="1537"/>
                  </a:lnTo>
                  <a:lnTo>
                    <a:pt x="393" y="1537"/>
                  </a:lnTo>
                  <a:lnTo>
                    <a:pt x="393" y="191"/>
                  </a:lnTo>
                  <a:cubicBezTo>
                    <a:pt x="393" y="84"/>
                    <a:pt x="298" y="1"/>
                    <a:pt x="2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8" name="Google Shape;9273;p60">
              <a:extLst>
                <a:ext uri="{FF2B5EF4-FFF2-40B4-BE49-F238E27FC236}">
                  <a16:creationId xmlns:a16="http://schemas.microsoft.com/office/drawing/2014/main" id="{06895621-1C3C-DC85-279B-125443B11D01}"/>
                </a:ext>
              </a:extLst>
            </p:cNvPr>
            <p:cNvSpPr/>
            <p:nvPr/>
          </p:nvSpPr>
          <p:spPr>
            <a:xfrm>
              <a:off x="3636835" y="2373674"/>
              <a:ext cx="236702" cy="236289"/>
            </a:xfrm>
            <a:custGeom>
              <a:avLst/>
              <a:gdLst/>
              <a:ahLst/>
              <a:cxnLst/>
              <a:rect l="l" t="t" r="r" b="b"/>
              <a:pathLst>
                <a:path w="7454" h="7441" extrusionOk="0">
                  <a:moveTo>
                    <a:pt x="1175" y="0"/>
                  </a:moveTo>
                  <a:cubicBezTo>
                    <a:pt x="1121" y="0"/>
                    <a:pt x="1069" y="25"/>
                    <a:pt x="1036" y="71"/>
                  </a:cubicBezTo>
                  <a:cubicBezTo>
                    <a:pt x="369" y="881"/>
                    <a:pt x="0" y="1905"/>
                    <a:pt x="0" y="2952"/>
                  </a:cubicBezTo>
                  <a:cubicBezTo>
                    <a:pt x="0" y="5429"/>
                    <a:pt x="2024" y="7441"/>
                    <a:pt x="4489" y="7441"/>
                  </a:cubicBezTo>
                  <a:cubicBezTo>
                    <a:pt x="5537" y="7441"/>
                    <a:pt x="6561" y="7072"/>
                    <a:pt x="7358" y="6405"/>
                  </a:cubicBezTo>
                  <a:cubicBezTo>
                    <a:pt x="7454" y="6322"/>
                    <a:pt x="7454" y="6203"/>
                    <a:pt x="7394" y="6131"/>
                  </a:cubicBezTo>
                  <a:cubicBezTo>
                    <a:pt x="7352" y="6083"/>
                    <a:pt x="7286" y="6058"/>
                    <a:pt x="7224" y="6058"/>
                  </a:cubicBezTo>
                  <a:cubicBezTo>
                    <a:pt x="7180" y="6058"/>
                    <a:pt x="7138" y="6071"/>
                    <a:pt x="7108" y="6096"/>
                  </a:cubicBezTo>
                  <a:cubicBezTo>
                    <a:pt x="6382" y="6703"/>
                    <a:pt x="5441" y="7048"/>
                    <a:pt x="4489" y="7048"/>
                  </a:cubicBezTo>
                  <a:cubicBezTo>
                    <a:pt x="2227" y="7048"/>
                    <a:pt x="381" y="5203"/>
                    <a:pt x="381" y="2928"/>
                  </a:cubicBezTo>
                  <a:cubicBezTo>
                    <a:pt x="381" y="1988"/>
                    <a:pt x="727" y="1047"/>
                    <a:pt x="1334" y="309"/>
                  </a:cubicBezTo>
                  <a:cubicBezTo>
                    <a:pt x="1405" y="226"/>
                    <a:pt x="1393" y="107"/>
                    <a:pt x="1298" y="47"/>
                  </a:cubicBezTo>
                  <a:cubicBezTo>
                    <a:pt x="1261" y="16"/>
                    <a:pt x="1217" y="0"/>
                    <a:pt x="11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9" name="Google Shape;9274;p60">
              <a:extLst>
                <a:ext uri="{FF2B5EF4-FFF2-40B4-BE49-F238E27FC236}">
                  <a16:creationId xmlns:a16="http://schemas.microsoft.com/office/drawing/2014/main" id="{468F9639-3AE2-29E1-F97A-FC103B10AB9D}"/>
                </a:ext>
              </a:extLst>
            </p:cNvPr>
            <p:cNvSpPr/>
            <p:nvPr/>
          </p:nvSpPr>
          <p:spPr>
            <a:xfrm>
              <a:off x="3685230" y="2324104"/>
              <a:ext cx="237083" cy="235971"/>
            </a:xfrm>
            <a:custGeom>
              <a:avLst/>
              <a:gdLst/>
              <a:ahLst/>
              <a:cxnLst/>
              <a:rect l="l" t="t" r="r" b="b"/>
              <a:pathLst>
                <a:path w="7466" h="7431" extrusionOk="0">
                  <a:moveTo>
                    <a:pt x="2953" y="1"/>
                  </a:moveTo>
                  <a:cubicBezTo>
                    <a:pt x="1905" y="1"/>
                    <a:pt x="893" y="358"/>
                    <a:pt x="96" y="1025"/>
                  </a:cubicBezTo>
                  <a:cubicBezTo>
                    <a:pt x="0" y="1108"/>
                    <a:pt x="0" y="1227"/>
                    <a:pt x="60" y="1299"/>
                  </a:cubicBezTo>
                  <a:cubicBezTo>
                    <a:pt x="99" y="1344"/>
                    <a:pt x="151" y="1364"/>
                    <a:pt x="205" y="1364"/>
                  </a:cubicBezTo>
                  <a:cubicBezTo>
                    <a:pt x="250" y="1364"/>
                    <a:pt x="295" y="1350"/>
                    <a:pt x="334" y="1322"/>
                  </a:cubicBezTo>
                  <a:cubicBezTo>
                    <a:pt x="1060" y="715"/>
                    <a:pt x="2001" y="394"/>
                    <a:pt x="2953" y="394"/>
                  </a:cubicBezTo>
                  <a:cubicBezTo>
                    <a:pt x="5215" y="394"/>
                    <a:pt x="7061" y="2227"/>
                    <a:pt x="7061" y="4501"/>
                  </a:cubicBezTo>
                  <a:cubicBezTo>
                    <a:pt x="7061" y="5454"/>
                    <a:pt x="6727" y="6371"/>
                    <a:pt x="6120" y="7121"/>
                  </a:cubicBezTo>
                  <a:cubicBezTo>
                    <a:pt x="6049" y="7204"/>
                    <a:pt x="6061" y="7323"/>
                    <a:pt x="6156" y="7383"/>
                  </a:cubicBezTo>
                  <a:cubicBezTo>
                    <a:pt x="6180" y="7418"/>
                    <a:pt x="6227" y="7430"/>
                    <a:pt x="6275" y="7430"/>
                  </a:cubicBezTo>
                  <a:cubicBezTo>
                    <a:pt x="6322" y="7430"/>
                    <a:pt x="6382" y="7395"/>
                    <a:pt x="6418" y="7359"/>
                  </a:cubicBezTo>
                  <a:cubicBezTo>
                    <a:pt x="7084" y="6549"/>
                    <a:pt x="7442" y="5537"/>
                    <a:pt x="7442" y="4501"/>
                  </a:cubicBezTo>
                  <a:cubicBezTo>
                    <a:pt x="7465" y="2013"/>
                    <a:pt x="5441" y="1"/>
                    <a:pt x="2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0" name="Google Shape;9275;p60">
              <a:extLst>
                <a:ext uri="{FF2B5EF4-FFF2-40B4-BE49-F238E27FC236}">
                  <a16:creationId xmlns:a16="http://schemas.microsoft.com/office/drawing/2014/main" id="{82C0CD82-7910-838F-1DCD-E06B9B365E26}"/>
                </a:ext>
              </a:extLst>
            </p:cNvPr>
            <p:cNvSpPr/>
            <p:nvPr/>
          </p:nvSpPr>
          <p:spPr>
            <a:xfrm>
              <a:off x="3663668" y="2351699"/>
              <a:ext cx="230668" cy="230668"/>
            </a:xfrm>
            <a:custGeom>
              <a:avLst/>
              <a:gdLst/>
              <a:ahLst/>
              <a:cxnLst/>
              <a:rect l="l" t="t" r="r" b="b"/>
              <a:pathLst>
                <a:path w="7264" h="7264" extrusionOk="0">
                  <a:moveTo>
                    <a:pt x="3632" y="382"/>
                  </a:moveTo>
                  <a:cubicBezTo>
                    <a:pt x="5418" y="382"/>
                    <a:pt x="6871" y="1846"/>
                    <a:pt x="6871" y="3632"/>
                  </a:cubicBezTo>
                  <a:cubicBezTo>
                    <a:pt x="6871" y="5418"/>
                    <a:pt x="5418" y="6871"/>
                    <a:pt x="3632" y="6871"/>
                  </a:cubicBezTo>
                  <a:cubicBezTo>
                    <a:pt x="1846" y="6871"/>
                    <a:pt x="382" y="5418"/>
                    <a:pt x="382" y="3632"/>
                  </a:cubicBezTo>
                  <a:cubicBezTo>
                    <a:pt x="382" y="1846"/>
                    <a:pt x="1846" y="382"/>
                    <a:pt x="3632" y="382"/>
                  </a:cubicBezTo>
                  <a:close/>
                  <a:moveTo>
                    <a:pt x="3632" y="1"/>
                  </a:moveTo>
                  <a:cubicBezTo>
                    <a:pt x="1632" y="1"/>
                    <a:pt x="1" y="1632"/>
                    <a:pt x="1" y="3632"/>
                  </a:cubicBezTo>
                  <a:cubicBezTo>
                    <a:pt x="1" y="5633"/>
                    <a:pt x="1632" y="7264"/>
                    <a:pt x="3632" y="7264"/>
                  </a:cubicBezTo>
                  <a:cubicBezTo>
                    <a:pt x="5644" y="7264"/>
                    <a:pt x="7263" y="5621"/>
                    <a:pt x="7263" y="3632"/>
                  </a:cubicBezTo>
                  <a:cubicBezTo>
                    <a:pt x="7263" y="1620"/>
                    <a:pt x="5620" y="1"/>
                    <a:pt x="3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1" name="Google Shape;9276;p60">
              <a:extLst>
                <a:ext uri="{FF2B5EF4-FFF2-40B4-BE49-F238E27FC236}">
                  <a16:creationId xmlns:a16="http://schemas.microsoft.com/office/drawing/2014/main" id="{CC8CB407-ECBD-03D6-7980-1351C5C03822}"/>
                </a:ext>
              </a:extLst>
            </p:cNvPr>
            <p:cNvSpPr/>
            <p:nvPr/>
          </p:nvSpPr>
          <p:spPr>
            <a:xfrm>
              <a:off x="3933998" y="2289904"/>
              <a:ext cx="52586" cy="355243"/>
            </a:xfrm>
            <a:custGeom>
              <a:avLst/>
              <a:gdLst/>
              <a:ahLst/>
              <a:cxnLst/>
              <a:rect l="l" t="t" r="r" b="b"/>
              <a:pathLst>
                <a:path w="1656" h="11187" extrusionOk="0">
                  <a:moveTo>
                    <a:pt x="1251" y="554"/>
                  </a:moveTo>
                  <a:lnTo>
                    <a:pt x="1251" y="5555"/>
                  </a:lnTo>
                  <a:lnTo>
                    <a:pt x="715" y="5578"/>
                  </a:lnTo>
                  <a:lnTo>
                    <a:pt x="703" y="5578"/>
                  </a:lnTo>
                  <a:cubicBezTo>
                    <a:pt x="693" y="5580"/>
                    <a:pt x="683" y="5580"/>
                    <a:pt x="673" y="5580"/>
                  </a:cubicBezTo>
                  <a:cubicBezTo>
                    <a:pt x="583" y="5580"/>
                    <a:pt x="481" y="5536"/>
                    <a:pt x="417" y="5483"/>
                  </a:cubicBezTo>
                  <a:cubicBezTo>
                    <a:pt x="382" y="5436"/>
                    <a:pt x="370" y="5412"/>
                    <a:pt x="370" y="5412"/>
                  </a:cubicBezTo>
                  <a:lnTo>
                    <a:pt x="370" y="2411"/>
                  </a:lnTo>
                  <a:cubicBezTo>
                    <a:pt x="370" y="1697"/>
                    <a:pt x="703" y="1006"/>
                    <a:pt x="1251" y="554"/>
                  </a:cubicBezTo>
                  <a:close/>
                  <a:moveTo>
                    <a:pt x="1263" y="5959"/>
                  </a:moveTo>
                  <a:cubicBezTo>
                    <a:pt x="1263" y="9448"/>
                    <a:pt x="1275" y="10258"/>
                    <a:pt x="1275" y="10281"/>
                  </a:cubicBezTo>
                  <a:cubicBezTo>
                    <a:pt x="1263" y="10496"/>
                    <a:pt x="1203" y="10769"/>
                    <a:pt x="941" y="10769"/>
                  </a:cubicBezTo>
                  <a:cubicBezTo>
                    <a:pt x="858" y="10769"/>
                    <a:pt x="620" y="10769"/>
                    <a:pt x="620" y="10258"/>
                  </a:cubicBezTo>
                  <a:cubicBezTo>
                    <a:pt x="620" y="10115"/>
                    <a:pt x="667" y="9710"/>
                    <a:pt x="727" y="9246"/>
                  </a:cubicBezTo>
                  <a:cubicBezTo>
                    <a:pt x="822" y="8472"/>
                    <a:pt x="941" y="7400"/>
                    <a:pt x="941" y="6686"/>
                  </a:cubicBezTo>
                  <a:lnTo>
                    <a:pt x="941" y="5959"/>
                  </a:lnTo>
                  <a:close/>
                  <a:moveTo>
                    <a:pt x="1453" y="0"/>
                  </a:moveTo>
                  <a:cubicBezTo>
                    <a:pt x="1420" y="0"/>
                    <a:pt x="1388" y="6"/>
                    <a:pt x="1358" y="18"/>
                  </a:cubicBezTo>
                  <a:cubicBezTo>
                    <a:pt x="524" y="530"/>
                    <a:pt x="1" y="1447"/>
                    <a:pt x="1" y="2435"/>
                  </a:cubicBezTo>
                  <a:lnTo>
                    <a:pt x="1" y="5424"/>
                  </a:lnTo>
                  <a:cubicBezTo>
                    <a:pt x="1" y="5555"/>
                    <a:pt x="60" y="5674"/>
                    <a:pt x="179" y="5781"/>
                  </a:cubicBezTo>
                  <a:cubicBezTo>
                    <a:pt x="286" y="5876"/>
                    <a:pt x="417" y="5936"/>
                    <a:pt x="548" y="5959"/>
                  </a:cubicBezTo>
                  <a:lnTo>
                    <a:pt x="548" y="6709"/>
                  </a:lnTo>
                  <a:cubicBezTo>
                    <a:pt x="548" y="7400"/>
                    <a:pt x="429" y="8460"/>
                    <a:pt x="346" y="9222"/>
                  </a:cubicBezTo>
                  <a:cubicBezTo>
                    <a:pt x="286" y="9710"/>
                    <a:pt x="239" y="10091"/>
                    <a:pt x="239" y="10281"/>
                  </a:cubicBezTo>
                  <a:cubicBezTo>
                    <a:pt x="239" y="11115"/>
                    <a:pt x="774" y="11186"/>
                    <a:pt x="941" y="11186"/>
                  </a:cubicBezTo>
                  <a:cubicBezTo>
                    <a:pt x="1275" y="11186"/>
                    <a:pt x="1656" y="10948"/>
                    <a:pt x="1656" y="10281"/>
                  </a:cubicBezTo>
                  <a:lnTo>
                    <a:pt x="1656" y="185"/>
                  </a:lnTo>
                  <a:cubicBezTo>
                    <a:pt x="1656" y="113"/>
                    <a:pt x="1608" y="54"/>
                    <a:pt x="1548" y="18"/>
                  </a:cubicBezTo>
                  <a:cubicBezTo>
                    <a:pt x="1519" y="6"/>
                    <a:pt x="1486" y="0"/>
                    <a:pt x="14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5" name="Google Shape;9932;p61">
            <a:extLst>
              <a:ext uri="{FF2B5EF4-FFF2-40B4-BE49-F238E27FC236}">
                <a16:creationId xmlns:a16="http://schemas.microsoft.com/office/drawing/2014/main" id="{9E4817E7-58C3-F083-F193-883E13E864CC}"/>
              </a:ext>
            </a:extLst>
          </p:cNvPr>
          <p:cNvGrpSpPr/>
          <p:nvPr/>
        </p:nvGrpSpPr>
        <p:grpSpPr>
          <a:xfrm>
            <a:off x="7268608" y="5812384"/>
            <a:ext cx="411535" cy="315587"/>
            <a:chOff x="3042703" y="1529137"/>
            <a:chExt cx="411535" cy="315587"/>
          </a:xfrm>
          <a:solidFill>
            <a:srgbClr val="00806E"/>
          </a:solidFill>
        </p:grpSpPr>
        <p:sp>
          <p:nvSpPr>
            <p:cNvPr id="1037" name="Google Shape;9933;p61">
              <a:extLst>
                <a:ext uri="{FF2B5EF4-FFF2-40B4-BE49-F238E27FC236}">
                  <a16:creationId xmlns:a16="http://schemas.microsoft.com/office/drawing/2014/main" id="{541AD34E-B6EF-3ABF-A096-05B0879CC507}"/>
                </a:ext>
              </a:extLst>
            </p:cNvPr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8" name="Google Shape;9934;p61">
              <a:extLst>
                <a:ext uri="{FF2B5EF4-FFF2-40B4-BE49-F238E27FC236}">
                  <a16:creationId xmlns:a16="http://schemas.microsoft.com/office/drawing/2014/main" id="{7A60620F-53FA-DD1E-063F-4FB317F39F47}"/>
                </a:ext>
              </a:extLst>
            </p:cNvPr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9" name="Google Shape;9935;p61">
              <a:extLst>
                <a:ext uri="{FF2B5EF4-FFF2-40B4-BE49-F238E27FC236}">
                  <a16:creationId xmlns:a16="http://schemas.microsoft.com/office/drawing/2014/main" id="{67E94528-B0C0-1CCB-C7E7-F6CAEBDD26AF}"/>
                </a:ext>
              </a:extLst>
            </p:cNvPr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0" name="Google Shape;9936;p61">
              <a:extLst>
                <a:ext uri="{FF2B5EF4-FFF2-40B4-BE49-F238E27FC236}">
                  <a16:creationId xmlns:a16="http://schemas.microsoft.com/office/drawing/2014/main" id="{09B41E5C-792B-B74F-30E1-81169B1D4EEC}"/>
                </a:ext>
              </a:extLst>
            </p:cNvPr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1" name="Google Shape;9937;p61">
              <a:extLst>
                <a:ext uri="{FF2B5EF4-FFF2-40B4-BE49-F238E27FC236}">
                  <a16:creationId xmlns:a16="http://schemas.microsoft.com/office/drawing/2014/main" id="{8751E3B3-3A08-9EC5-E431-510EFA94E348}"/>
                </a:ext>
              </a:extLst>
            </p:cNvPr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2" name="Google Shape;9938;p61">
              <a:extLst>
                <a:ext uri="{FF2B5EF4-FFF2-40B4-BE49-F238E27FC236}">
                  <a16:creationId xmlns:a16="http://schemas.microsoft.com/office/drawing/2014/main" id="{C7B0F5F9-90A1-36E5-97F8-0364714FB378}"/>
                </a:ext>
              </a:extLst>
            </p:cNvPr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3" name="Google Shape;9939;p61">
              <a:extLst>
                <a:ext uri="{FF2B5EF4-FFF2-40B4-BE49-F238E27FC236}">
                  <a16:creationId xmlns:a16="http://schemas.microsoft.com/office/drawing/2014/main" id="{A6DF7A6E-21A9-DCDE-7E2F-A04FF34DA3A9}"/>
                </a:ext>
              </a:extLst>
            </p:cNvPr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4" name="Google Shape;9940;p61">
              <a:extLst>
                <a:ext uri="{FF2B5EF4-FFF2-40B4-BE49-F238E27FC236}">
                  <a16:creationId xmlns:a16="http://schemas.microsoft.com/office/drawing/2014/main" id="{BEF9E10C-747C-57EC-F0F9-5DC6D9CFC99B}"/>
                </a:ext>
              </a:extLst>
            </p:cNvPr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5" name="Google Shape;9941;p61">
              <a:extLst>
                <a:ext uri="{FF2B5EF4-FFF2-40B4-BE49-F238E27FC236}">
                  <a16:creationId xmlns:a16="http://schemas.microsoft.com/office/drawing/2014/main" id="{AD70CB62-AB82-AB20-F875-8E8DFBC1AA65}"/>
                </a:ext>
              </a:extLst>
            </p:cNvPr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6" name="Google Shape;9942;p61">
              <a:extLst>
                <a:ext uri="{FF2B5EF4-FFF2-40B4-BE49-F238E27FC236}">
                  <a16:creationId xmlns:a16="http://schemas.microsoft.com/office/drawing/2014/main" id="{E9C046BE-C8EF-B924-A8CC-280149BBEF84}"/>
                </a:ext>
              </a:extLst>
            </p:cNvPr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6" name="Google Shape;11962;p64">
            <a:extLst>
              <a:ext uri="{FF2B5EF4-FFF2-40B4-BE49-F238E27FC236}">
                <a16:creationId xmlns:a16="http://schemas.microsoft.com/office/drawing/2014/main" id="{FD4D1A23-BA44-7200-3836-21598D040FCF}"/>
              </a:ext>
            </a:extLst>
          </p:cNvPr>
          <p:cNvGrpSpPr/>
          <p:nvPr/>
        </p:nvGrpSpPr>
        <p:grpSpPr>
          <a:xfrm>
            <a:off x="7311035" y="6568938"/>
            <a:ext cx="352209" cy="334938"/>
            <a:chOff x="7066548" y="2912594"/>
            <a:chExt cx="352209" cy="334938"/>
          </a:xfrm>
          <a:solidFill>
            <a:srgbClr val="00806E"/>
          </a:solidFill>
        </p:grpSpPr>
        <p:sp>
          <p:nvSpPr>
            <p:cNvPr id="60" name="Google Shape;11963;p64">
              <a:extLst>
                <a:ext uri="{FF2B5EF4-FFF2-40B4-BE49-F238E27FC236}">
                  <a16:creationId xmlns:a16="http://schemas.microsoft.com/office/drawing/2014/main" id="{AB2AB8A5-E44C-EA16-D834-E4E20D69886C}"/>
                </a:ext>
              </a:extLst>
            </p:cNvPr>
            <p:cNvSpPr/>
            <p:nvPr/>
          </p:nvSpPr>
          <p:spPr>
            <a:xfrm>
              <a:off x="7066548" y="2912594"/>
              <a:ext cx="219264" cy="266399"/>
            </a:xfrm>
            <a:custGeom>
              <a:avLst/>
              <a:gdLst/>
              <a:ahLst/>
              <a:cxnLst/>
              <a:rect l="l" t="t" r="r" b="b"/>
              <a:pathLst>
                <a:path w="6894" h="8376" extrusionOk="0">
                  <a:moveTo>
                    <a:pt x="6584" y="363"/>
                  </a:moveTo>
                  <a:lnTo>
                    <a:pt x="6584" y="1839"/>
                  </a:lnTo>
                  <a:lnTo>
                    <a:pt x="1774" y="2911"/>
                  </a:lnTo>
                  <a:lnTo>
                    <a:pt x="1774" y="1434"/>
                  </a:lnTo>
                  <a:lnTo>
                    <a:pt x="6584" y="363"/>
                  </a:lnTo>
                  <a:close/>
                  <a:moveTo>
                    <a:pt x="6584" y="2137"/>
                  </a:moveTo>
                  <a:lnTo>
                    <a:pt x="6584" y="6078"/>
                  </a:lnTo>
                  <a:cubicBezTo>
                    <a:pt x="6584" y="6209"/>
                    <a:pt x="6525" y="6423"/>
                    <a:pt x="6346" y="6578"/>
                  </a:cubicBezTo>
                  <a:cubicBezTo>
                    <a:pt x="6203" y="6721"/>
                    <a:pt x="5989" y="6863"/>
                    <a:pt x="5596" y="6863"/>
                  </a:cubicBezTo>
                  <a:cubicBezTo>
                    <a:pt x="5191" y="6863"/>
                    <a:pt x="4882" y="6625"/>
                    <a:pt x="4882" y="6328"/>
                  </a:cubicBezTo>
                  <a:cubicBezTo>
                    <a:pt x="4882" y="6030"/>
                    <a:pt x="5215" y="5792"/>
                    <a:pt x="5596" y="5792"/>
                  </a:cubicBezTo>
                  <a:cubicBezTo>
                    <a:pt x="5751" y="5792"/>
                    <a:pt x="5906" y="5840"/>
                    <a:pt x="6084" y="5899"/>
                  </a:cubicBezTo>
                  <a:cubicBezTo>
                    <a:pt x="6104" y="5904"/>
                    <a:pt x="6126" y="5907"/>
                    <a:pt x="6148" y="5907"/>
                  </a:cubicBezTo>
                  <a:cubicBezTo>
                    <a:pt x="6179" y="5907"/>
                    <a:pt x="6211" y="5901"/>
                    <a:pt x="6239" y="5887"/>
                  </a:cubicBezTo>
                  <a:cubicBezTo>
                    <a:pt x="6287" y="5851"/>
                    <a:pt x="6311" y="5804"/>
                    <a:pt x="6311" y="5744"/>
                  </a:cubicBezTo>
                  <a:lnTo>
                    <a:pt x="6311" y="2196"/>
                  </a:lnTo>
                  <a:lnTo>
                    <a:pt x="6584" y="2137"/>
                  </a:lnTo>
                  <a:close/>
                  <a:moveTo>
                    <a:pt x="6735" y="1"/>
                  </a:moveTo>
                  <a:cubicBezTo>
                    <a:pt x="6724" y="1"/>
                    <a:pt x="6713" y="2"/>
                    <a:pt x="6704" y="5"/>
                  </a:cubicBezTo>
                  <a:lnTo>
                    <a:pt x="1560" y="1137"/>
                  </a:lnTo>
                  <a:cubicBezTo>
                    <a:pt x="1489" y="1148"/>
                    <a:pt x="1429" y="1220"/>
                    <a:pt x="1429" y="1303"/>
                  </a:cubicBezTo>
                  <a:lnTo>
                    <a:pt x="1429" y="3101"/>
                  </a:lnTo>
                  <a:lnTo>
                    <a:pt x="1429" y="4030"/>
                  </a:lnTo>
                  <a:cubicBezTo>
                    <a:pt x="1429" y="4113"/>
                    <a:pt x="1500" y="4185"/>
                    <a:pt x="1596" y="4185"/>
                  </a:cubicBezTo>
                  <a:cubicBezTo>
                    <a:pt x="1679" y="4185"/>
                    <a:pt x="1751" y="4113"/>
                    <a:pt x="1751" y="4030"/>
                  </a:cubicBezTo>
                  <a:lnTo>
                    <a:pt x="1751" y="3232"/>
                  </a:lnTo>
                  <a:lnTo>
                    <a:pt x="2024" y="3173"/>
                  </a:lnTo>
                  <a:lnTo>
                    <a:pt x="2024" y="7304"/>
                  </a:lnTo>
                  <a:cubicBezTo>
                    <a:pt x="2024" y="7459"/>
                    <a:pt x="1858" y="8078"/>
                    <a:pt x="1036" y="8078"/>
                  </a:cubicBezTo>
                  <a:cubicBezTo>
                    <a:pt x="643" y="8078"/>
                    <a:pt x="322" y="7840"/>
                    <a:pt x="322" y="7542"/>
                  </a:cubicBezTo>
                  <a:cubicBezTo>
                    <a:pt x="322" y="7244"/>
                    <a:pt x="655" y="7006"/>
                    <a:pt x="1036" y="7006"/>
                  </a:cubicBezTo>
                  <a:cubicBezTo>
                    <a:pt x="1191" y="7006"/>
                    <a:pt x="1358" y="7042"/>
                    <a:pt x="1536" y="7102"/>
                  </a:cubicBezTo>
                  <a:cubicBezTo>
                    <a:pt x="1552" y="7112"/>
                    <a:pt x="1573" y="7118"/>
                    <a:pt x="1596" y="7118"/>
                  </a:cubicBezTo>
                  <a:cubicBezTo>
                    <a:pt x="1623" y="7118"/>
                    <a:pt x="1653" y="7109"/>
                    <a:pt x="1679" y="7090"/>
                  </a:cubicBezTo>
                  <a:cubicBezTo>
                    <a:pt x="1727" y="7066"/>
                    <a:pt x="1751" y="7018"/>
                    <a:pt x="1751" y="6959"/>
                  </a:cubicBezTo>
                  <a:lnTo>
                    <a:pt x="1751" y="4744"/>
                  </a:lnTo>
                  <a:cubicBezTo>
                    <a:pt x="1751" y="4649"/>
                    <a:pt x="1679" y="4577"/>
                    <a:pt x="1596" y="4577"/>
                  </a:cubicBezTo>
                  <a:cubicBezTo>
                    <a:pt x="1500" y="4577"/>
                    <a:pt x="1429" y="4649"/>
                    <a:pt x="1429" y="4744"/>
                  </a:cubicBezTo>
                  <a:lnTo>
                    <a:pt x="1429" y="6732"/>
                  </a:lnTo>
                  <a:cubicBezTo>
                    <a:pt x="1298" y="6709"/>
                    <a:pt x="1167" y="6673"/>
                    <a:pt x="1048" y="6673"/>
                  </a:cubicBezTo>
                  <a:cubicBezTo>
                    <a:pt x="465" y="6673"/>
                    <a:pt x="0" y="7066"/>
                    <a:pt x="0" y="7518"/>
                  </a:cubicBezTo>
                  <a:cubicBezTo>
                    <a:pt x="0" y="7995"/>
                    <a:pt x="465" y="8376"/>
                    <a:pt x="1048" y="8376"/>
                  </a:cubicBezTo>
                  <a:cubicBezTo>
                    <a:pt x="1596" y="8376"/>
                    <a:pt x="1905" y="8137"/>
                    <a:pt x="2072" y="7935"/>
                  </a:cubicBezTo>
                  <a:cubicBezTo>
                    <a:pt x="2274" y="7697"/>
                    <a:pt x="2358" y="7435"/>
                    <a:pt x="2358" y="7268"/>
                  </a:cubicBezTo>
                  <a:lnTo>
                    <a:pt x="2358" y="3089"/>
                  </a:lnTo>
                  <a:lnTo>
                    <a:pt x="5965" y="2280"/>
                  </a:lnTo>
                  <a:lnTo>
                    <a:pt x="5965" y="5542"/>
                  </a:lnTo>
                  <a:cubicBezTo>
                    <a:pt x="5834" y="5518"/>
                    <a:pt x="5703" y="5482"/>
                    <a:pt x="5584" y="5482"/>
                  </a:cubicBezTo>
                  <a:cubicBezTo>
                    <a:pt x="5001" y="5482"/>
                    <a:pt x="4537" y="5875"/>
                    <a:pt x="4537" y="6328"/>
                  </a:cubicBezTo>
                  <a:cubicBezTo>
                    <a:pt x="4537" y="6804"/>
                    <a:pt x="5001" y="7185"/>
                    <a:pt x="5584" y="7185"/>
                  </a:cubicBezTo>
                  <a:cubicBezTo>
                    <a:pt x="6477" y="7185"/>
                    <a:pt x="6894" y="6506"/>
                    <a:pt x="6894" y="6054"/>
                  </a:cubicBezTo>
                  <a:lnTo>
                    <a:pt x="6894" y="1922"/>
                  </a:lnTo>
                  <a:lnTo>
                    <a:pt x="6894" y="125"/>
                  </a:lnTo>
                  <a:cubicBezTo>
                    <a:pt x="6894" y="113"/>
                    <a:pt x="6882" y="65"/>
                    <a:pt x="6834" y="29"/>
                  </a:cubicBezTo>
                  <a:cubicBezTo>
                    <a:pt x="6800" y="12"/>
                    <a:pt x="6765" y="1"/>
                    <a:pt x="67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2" name="Google Shape;11964;p64">
              <a:extLst>
                <a:ext uri="{FF2B5EF4-FFF2-40B4-BE49-F238E27FC236}">
                  <a16:creationId xmlns:a16="http://schemas.microsoft.com/office/drawing/2014/main" id="{57CDA13C-15B0-2079-149C-6AF30BB00B27}"/>
                </a:ext>
              </a:extLst>
            </p:cNvPr>
            <p:cNvSpPr/>
            <p:nvPr/>
          </p:nvSpPr>
          <p:spPr>
            <a:xfrm>
              <a:off x="7262690" y="2968571"/>
              <a:ext cx="156067" cy="278962"/>
            </a:xfrm>
            <a:custGeom>
              <a:avLst/>
              <a:gdLst/>
              <a:ahLst/>
              <a:cxnLst/>
              <a:rect l="l" t="t" r="r" b="b"/>
              <a:pathLst>
                <a:path w="4907" h="8771" extrusionOk="0">
                  <a:moveTo>
                    <a:pt x="1928" y="0"/>
                  </a:moveTo>
                  <a:cubicBezTo>
                    <a:pt x="1909" y="0"/>
                    <a:pt x="1889" y="3"/>
                    <a:pt x="1870" y="8"/>
                  </a:cubicBezTo>
                  <a:cubicBezTo>
                    <a:pt x="1787" y="31"/>
                    <a:pt x="1727" y="103"/>
                    <a:pt x="1727" y="210"/>
                  </a:cubicBezTo>
                  <a:lnTo>
                    <a:pt x="1727" y="3746"/>
                  </a:lnTo>
                  <a:cubicBezTo>
                    <a:pt x="1727" y="3841"/>
                    <a:pt x="1799" y="3913"/>
                    <a:pt x="1882" y="3913"/>
                  </a:cubicBezTo>
                  <a:cubicBezTo>
                    <a:pt x="1977" y="3913"/>
                    <a:pt x="2049" y="3841"/>
                    <a:pt x="2049" y="3746"/>
                  </a:cubicBezTo>
                  <a:lnTo>
                    <a:pt x="2049" y="627"/>
                  </a:lnTo>
                  <a:cubicBezTo>
                    <a:pt x="2108" y="734"/>
                    <a:pt x="2180" y="853"/>
                    <a:pt x="2275" y="972"/>
                  </a:cubicBezTo>
                  <a:lnTo>
                    <a:pt x="2287" y="984"/>
                  </a:lnTo>
                  <a:lnTo>
                    <a:pt x="2322" y="1008"/>
                  </a:lnTo>
                  <a:lnTo>
                    <a:pt x="2334" y="1032"/>
                  </a:lnTo>
                  <a:cubicBezTo>
                    <a:pt x="2858" y="1770"/>
                    <a:pt x="3346" y="2246"/>
                    <a:pt x="3787" y="2425"/>
                  </a:cubicBezTo>
                  <a:cubicBezTo>
                    <a:pt x="4180" y="2591"/>
                    <a:pt x="4370" y="3091"/>
                    <a:pt x="4466" y="3508"/>
                  </a:cubicBezTo>
                  <a:cubicBezTo>
                    <a:pt x="4525" y="3782"/>
                    <a:pt x="4549" y="4068"/>
                    <a:pt x="4573" y="4306"/>
                  </a:cubicBezTo>
                  <a:cubicBezTo>
                    <a:pt x="4216" y="3853"/>
                    <a:pt x="3573" y="3175"/>
                    <a:pt x="2561" y="2794"/>
                  </a:cubicBezTo>
                  <a:cubicBezTo>
                    <a:pt x="2543" y="2789"/>
                    <a:pt x="2524" y="2787"/>
                    <a:pt x="2505" y="2787"/>
                  </a:cubicBezTo>
                  <a:cubicBezTo>
                    <a:pt x="2471" y="2787"/>
                    <a:pt x="2436" y="2795"/>
                    <a:pt x="2406" y="2817"/>
                  </a:cubicBezTo>
                  <a:cubicBezTo>
                    <a:pt x="2358" y="2841"/>
                    <a:pt x="2334" y="2889"/>
                    <a:pt x="2334" y="2948"/>
                  </a:cubicBezTo>
                  <a:lnTo>
                    <a:pt x="2334" y="7366"/>
                  </a:lnTo>
                  <a:cubicBezTo>
                    <a:pt x="2334" y="7735"/>
                    <a:pt x="1894" y="8437"/>
                    <a:pt x="1191" y="8437"/>
                  </a:cubicBezTo>
                  <a:cubicBezTo>
                    <a:pt x="727" y="8437"/>
                    <a:pt x="334" y="8151"/>
                    <a:pt x="334" y="7818"/>
                  </a:cubicBezTo>
                  <a:cubicBezTo>
                    <a:pt x="334" y="7473"/>
                    <a:pt x="727" y="7187"/>
                    <a:pt x="1191" y="7187"/>
                  </a:cubicBezTo>
                  <a:cubicBezTo>
                    <a:pt x="1382" y="7187"/>
                    <a:pt x="1620" y="7247"/>
                    <a:pt x="1822" y="7354"/>
                  </a:cubicBezTo>
                  <a:cubicBezTo>
                    <a:pt x="1841" y="7363"/>
                    <a:pt x="1861" y="7367"/>
                    <a:pt x="1881" y="7367"/>
                  </a:cubicBezTo>
                  <a:cubicBezTo>
                    <a:pt x="1914" y="7367"/>
                    <a:pt x="1948" y="7357"/>
                    <a:pt x="1977" y="7342"/>
                  </a:cubicBezTo>
                  <a:cubicBezTo>
                    <a:pt x="2013" y="7306"/>
                    <a:pt x="2049" y="7258"/>
                    <a:pt x="2049" y="7199"/>
                  </a:cubicBezTo>
                  <a:lnTo>
                    <a:pt x="2049" y="4520"/>
                  </a:lnTo>
                  <a:cubicBezTo>
                    <a:pt x="2049" y="4437"/>
                    <a:pt x="1977" y="4365"/>
                    <a:pt x="1882" y="4365"/>
                  </a:cubicBezTo>
                  <a:cubicBezTo>
                    <a:pt x="1799" y="4365"/>
                    <a:pt x="1727" y="4437"/>
                    <a:pt x="1727" y="4520"/>
                  </a:cubicBezTo>
                  <a:lnTo>
                    <a:pt x="1727" y="6961"/>
                  </a:lnTo>
                  <a:cubicBezTo>
                    <a:pt x="1525" y="6901"/>
                    <a:pt x="1334" y="6866"/>
                    <a:pt x="1168" y="6866"/>
                  </a:cubicBezTo>
                  <a:cubicBezTo>
                    <a:pt x="537" y="6866"/>
                    <a:pt x="1" y="7294"/>
                    <a:pt x="1" y="7818"/>
                  </a:cubicBezTo>
                  <a:cubicBezTo>
                    <a:pt x="1" y="8330"/>
                    <a:pt x="513" y="8771"/>
                    <a:pt x="1168" y="8771"/>
                  </a:cubicBezTo>
                  <a:cubicBezTo>
                    <a:pt x="1584" y="8771"/>
                    <a:pt x="1977" y="8592"/>
                    <a:pt x="2263" y="8259"/>
                  </a:cubicBezTo>
                  <a:cubicBezTo>
                    <a:pt x="2489" y="7997"/>
                    <a:pt x="2644" y="7651"/>
                    <a:pt x="2644" y="7366"/>
                  </a:cubicBezTo>
                  <a:lnTo>
                    <a:pt x="2644" y="3187"/>
                  </a:lnTo>
                  <a:cubicBezTo>
                    <a:pt x="3775" y="3675"/>
                    <a:pt x="4382" y="4568"/>
                    <a:pt x="4549" y="4842"/>
                  </a:cubicBezTo>
                  <a:cubicBezTo>
                    <a:pt x="4589" y="4901"/>
                    <a:pt x="4654" y="4928"/>
                    <a:pt x="4723" y="4928"/>
                  </a:cubicBezTo>
                  <a:cubicBezTo>
                    <a:pt x="4736" y="4928"/>
                    <a:pt x="4750" y="4927"/>
                    <a:pt x="4763" y="4925"/>
                  </a:cubicBezTo>
                  <a:cubicBezTo>
                    <a:pt x="4847" y="4901"/>
                    <a:pt x="4894" y="4818"/>
                    <a:pt x="4894" y="4746"/>
                  </a:cubicBezTo>
                  <a:cubicBezTo>
                    <a:pt x="4906" y="4544"/>
                    <a:pt x="4894" y="3996"/>
                    <a:pt x="4763" y="3460"/>
                  </a:cubicBezTo>
                  <a:cubicBezTo>
                    <a:pt x="4597" y="2758"/>
                    <a:pt x="4311" y="2329"/>
                    <a:pt x="3894" y="2151"/>
                  </a:cubicBezTo>
                  <a:cubicBezTo>
                    <a:pt x="3513" y="1984"/>
                    <a:pt x="3061" y="1555"/>
                    <a:pt x="2584" y="865"/>
                  </a:cubicBezTo>
                  <a:cubicBezTo>
                    <a:pt x="2572" y="841"/>
                    <a:pt x="2561" y="805"/>
                    <a:pt x="2525" y="781"/>
                  </a:cubicBezTo>
                  <a:cubicBezTo>
                    <a:pt x="2346" y="508"/>
                    <a:pt x="2203" y="270"/>
                    <a:pt x="2108" y="103"/>
                  </a:cubicBezTo>
                  <a:cubicBezTo>
                    <a:pt x="2070" y="36"/>
                    <a:pt x="2002" y="0"/>
                    <a:pt x="1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3" name="Google Shape;11965;p64">
              <a:extLst>
                <a:ext uri="{FF2B5EF4-FFF2-40B4-BE49-F238E27FC236}">
                  <a16:creationId xmlns:a16="http://schemas.microsoft.com/office/drawing/2014/main" id="{5A5A473A-F9A7-2A7B-05A5-21AD6686301E}"/>
                </a:ext>
              </a:extLst>
            </p:cNvPr>
            <p:cNvSpPr/>
            <p:nvPr/>
          </p:nvSpPr>
          <p:spPr>
            <a:xfrm>
              <a:off x="7356610" y="3200843"/>
              <a:ext cx="58362" cy="24363"/>
            </a:xfrm>
            <a:custGeom>
              <a:avLst/>
              <a:gdLst/>
              <a:ahLst/>
              <a:cxnLst/>
              <a:rect l="l" t="t" r="r" b="b"/>
              <a:pathLst>
                <a:path w="1835" h="766" extrusionOk="0">
                  <a:moveTo>
                    <a:pt x="1669" y="1"/>
                  </a:moveTo>
                  <a:cubicBezTo>
                    <a:pt x="1636" y="1"/>
                    <a:pt x="1603" y="13"/>
                    <a:pt x="1572" y="39"/>
                  </a:cubicBezTo>
                  <a:cubicBezTo>
                    <a:pt x="1572" y="39"/>
                    <a:pt x="1120" y="348"/>
                    <a:pt x="155" y="444"/>
                  </a:cubicBezTo>
                  <a:cubicBezTo>
                    <a:pt x="60" y="456"/>
                    <a:pt x="0" y="527"/>
                    <a:pt x="0" y="622"/>
                  </a:cubicBezTo>
                  <a:cubicBezTo>
                    <a:pt x="24" y="706"/>
                    <a:pt x="84" y="765"/>
                    <a:pt x="167" y="765"/>
                  </a:cubicBezTo>
                  <a:lnTo>
                    <a:pt x="179" y="765"/>
                  </a:lnTo>
                  <a:cubicBezTo>
                    <a:pt x="1263" y="658"/>
                    <a:pt x="1739" y="325"/>
                    <a:pt x="1763" y="301"/>
                  </a:cubicBezTo>
                  <a:cubicBezTo>
                    <a:pt x="1822" y="229"/>
                    <a:pt x="1834" y="146"/>
                    <a:pt x="1786" y="63"/>
                  </a:cubicBezTo>
                  <a:cubicBezTo>
                    <a:pt x="1753" y="22"/>
                    <a:pt x="1711" y="1"/>
                    <a:pt x="1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4" name="Google Shape;11966;p64">
              <a:extLst>
                <a:ext uri="{FF2B5EF4-FFF2-40B4-BE49-F238E27FC236}">
                  <a16:creationId xmlns:a16="http://schemas.microsoft.com/office/drawing/2014/main" id="{21E78D46-0E40-E1DB-94D8-A95DFA8B1A69}"/>
                </a:ext>
              </a:extLst>
            </p:cNvPr>
            <p:cNvSpPr/>
            <p:nvPr/>
          </p:nvSpPr>
          <p:spPr>
            <a:xfrm>
              <a:off x="7068806" y="3188821"/>
              <a:ext cx="179539" cy="24617"/>
            </a:xfrm>
            <a:custGeom>
              <a:avLst/>
              <a:gdLst/>
              <a:ahLst/>
              <a:cxnLst/>
              <a:rect l="l" t="t" r="r" b="b"/>
              <a:pathLst>
                <a:path w="5645" h="774" extrusionOk="0">
                  <a:moveTo>
                    <a:pt x="1675" y="1"/>
                  </a:moveTo>
                  <a:cubicBezTo>
                    <a:pt x="1452" y="1"/>
                    <a:pt x="1243" y="9"/>
                    <a:pt x="1048" y="24"/>
                  </a:cubicBezTo>
                  <a:cubicBezTo>
                    <a:pt x="632" y="60"/>
                    <a:pt x="322" y="131"/>
                    <a:pt x="144" y="202"/>
                  </a:cubicBezTo>
                  <a:cubicBezTo>
                    <a:pt x="36" y="250"/>
                    <a:pt x="1" y="369"/>
                    <a:pt x="84" y="464"/>
                  </a:cubicBezTo>
                  <a:cubicBezTo>
                    <a:pt x="106" y="502"/>
                    <a:pt x="147" y="520"/>
                    <a:pt x="189" y="520"/>
                  </a:cubicBezTo>
                  <a:cubicBezTo>
                    <a:pt x="215" y="520"/>
                    <a:pt x="240" y="514"/>
                    <a:pt x="263" y="500"/>
                  </a:cubicBezTo>
                  <a:cubicBezTo>
                    <a:pt x="394" y="441"/>
                    <a:pt x="656" y="369"/>
                    <a:pt x="1168" y="345"/>
                  </a:cubicBezTo>
                  <a:cubicBezTo>
                    <a:pt x="1340" y="332"/>
                    <a:pt x="1521" y="327"/>
                    <a:pt x="1709" y="327"/>
                  </a:cubicBezTo>
                  <a:cubicBezTo>
                    <a:pt x="2909" y="327"/>
                    <a:pt x="4373" y="568"/>
                    <a:pt x="5454" y="774"/>
                  </a:cubicBezTo>
                  <a:lnTo>
                    <a:pt x="5478" y="774"/>
                  </a:lnTo>
                  <a:cubicBezTo>
                    <a:pt x="5561" y="774"/>
                    <a:pt x="5632" y="714"/>
                    <a:pt x="5644" y="643"/>
                  </a:cubicBezTo>
                  <a:cubicBezTo>
                    <a:pt x="5644" y="560"/>
                    <a:pt x="5585" y="488"/>
                    <a:pt x="5513" y="464"/>
                  </a:cubicBezTo>
                  <a:cubicBezTo>
                    <a:pt x="3958" y="153"/>
                    <a:pt x="2672" y="1"/>
                    <a:pt x="16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5" name="Google Shape;11967;p64">
              <a:extLst>
                <a:ext uri="{FF2B5EF4-FFF2-40B4-BE49-F238E27FC236}">
                  <a16:creationId xmlns:a16="http://schemas.microsoft.com/office/drawing/2014/main" id="{8D83320D-22B6-8631-7C5E-FDAA2F97BD6A}"/>
                </a:ext>
              </a:extLst>
            </p:cNvPr>
            <p:cNvSpPr/>
            <p:nvPr/>
          </p:nvSpPr>
          <p:spPr>
            <a:xfrm>
              <a:off x="7361158" y="3154726"/>
              <a:ext cx="49997" cy="20482"/>
            </a:xfrm>
            <a:custGeom>
              <a:avLst/>
              <a:gdLst/>
              <a:ahLst/>
              <a:cxnLst/>
              <a:rect l="l" t="t" r="r" b="b"/>
              <a:pathLst>
                <a:path w="1572" h="644" extrusionOk="0">
                  <a:moveTo>
                    <a:pt x="1375" y="1"/>
                  </a:moveTo>
                  <a:cubicBezTo>
                    <a:pt x="1352" y="1"/>
                    <a:pt x="1330" y="5"/>
                    <a:pt x="1310" y="12"/>
                  </a:cubicBezTo>
                  <a:cubicBezTo>
                    <a:pt x="1131" y="120"/>
                    <a:pt x="750" y="251"/>
                    <a:pt x="143" y="310"/>
                  </a:cubicBezTo>
                  <a:cubicBezTo>
                    <a:pt x="60" y="322"/>
                    <a:pt x="0" y="382"/>
                    <a:pt x="0" y="477"/>
                  </a:cubicBezTo>
                  <a:cubicBezTo>
                    <a:pt x="0" y="560"/>
                    <a:pt x="72" y="643"/>
                    <a:pt x="155" y="643"/>
                  </a:cubicBezTo>
                  <a:lnTo>
                    <a:pt x="179" y="643"/>
                  </a:lnTo>
                  <a:cubicBezTo>
                    <a:pt x="881" y="584"/>
                    <a:pt x="1274" y="417"/>
                    <a:pt x="1465" y="310"/>
                  </a:cubicBezTo>
                  <a:cubicBezTo>
                    <a:pt x="1560" y="251"/>
                    <a:pt x="1572" y="120"/>
                    <a:pt x="1501" y="48"/>
                  </a:cubicBezTo>
                  <a:cubicBezTo>
                    <a:pt x="1469" y="16"/>
                    <a:pt x="1421" y="1"/>
                    <a:pt x="13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6" name="Google Shape;11968;p64">
              <a:extLst>
                <a:ext uri="{FF2B5EF4-FFF2-40B4-BE49-F238E27FC236}">
                  <a16:creationId xmlns:a16="http://schemas.microsoft.com/office/drawing/2014/main" id="{354775C7-FFFC-E641-C526-D872DCC0E4A5}"/>
                </a:ext>
              </a:extLst>
            </p:cNvPr>
            <p:cNvSpPr/>
            <p:nvPr/>
          </p:nvSpPr>
          <p:spPr>
            <a:xfrm>
              <a:off x="7155920" y="3139523"/>
              <a:ext cx="148084" cy="33045"/>
            </a:xfrm>
            <a:custGeom>
              <a:avLst/>
              <a:gdLst/>
              <a:ahLst/>
              <a:cxnLst/>
              <a:rect l="l" t="t" r="r" b="b"/>
              <a:pathLst>
                <a:path w="4656" h="1039" extrusionOk="0">
                  <a:moveTo>
                    <a:pt x="172" y="1"/>
                  </a:moveTo>
                  <a:cubicBezTo>
                    <a:pt x="97" y="1"/>
                    <a:pt x="34" y="68"/>
                    <a:pt x="12" y="145"/>
                  </a:cubicBezTo>
                  <a:cubicBezTo>
                    <a:pt x="0" y="240"/>
                    <a:pt x="84" y="312"/>
                    <a:pt x="167" y="324"/>
                  </a:cubicBezTo>
                  <a:cubicBezTo>
                    <a:pt x="726" y="383"/>
                    <a:pt x="1536" y="526"/>
                    <a:pt x="2489" y="705"/>
                  </a:cubicBezTo>
                  <a:cubicBezTo>
                    <a:pt x="3382" y="883"/>
                    <a:pt x="4001" y="979"/>
                    <a:pt x="4477" y="1038"/>
                  </a:cubicBezTo>
                  <a:lnTo>
                    <a:pt x="4501" y="1038"/>
                  </a:lnTo>
                  <a:cubicBezTo>
                    <a:pt x="4572" y="1038"/>
                    <a:pt x="4644" y="979"/>
                    <a:pt x="4656" y="895"/>
                  </a:cubicBezTo>
                  <a:cubicBezTo>
                    <a:pt x="4644" y="824"/>
                    <a:pt x="4584" y="740"/>
                    <a:pt x="4501" y="729"/>
                  </a:cubicBezTo>
                  <a:cubicBezTo>
                    <a:pt x="4036" y="669"/>
                    <a:pt x="3417" y="562"/>
                    <a:pt x="2536" y="383"/>
                  </a:cubicBezTo>
                  <a:cubicBezTo>
                    <a:pt x="1584" y="193"/>
                    <a:pt x="762" y="62"/>
                    <a:pt x="191" y="2"/>
                  </a:cubicBezTo>
                  <a:cubicBezTo>
                    <a:pt x="185" y="1"/>
                    <a:pt x="178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7" name="Google Shape;9735;p61">
            <a:extLst>
              <a:ext uri="{FF2B5EF4-FFF2-40B4-BE49-F238E27FC236}">
                <a16:creationId xmlns:a16="http://schemas.microsoft.com/office/drawing/2014/main" id="{19354C68-CD00-8305-B021-B19BA0A5AA45}"/>
              </a:ext>
            </a:extLst>
          </p:cNvPr>
          <p:cNvGrpSpPr/>
          <p:nvPr/>
        </p:nvGrpSpPr>
        <p:grpSpPr>
          <a:xfrm>
            <a:off x="7316008" y="7256510"/>
            <a:ext cx="364135" cy="359930"/>
            <a:chOff x="2174559" y="3356116"/>
            <a:chExt cx="364135" cy="359930"/>
          </a:xfrm>
          <a:solidFill>
            <a:srgbClr val="00806E"/>
          </a:solidFill>
        </p:grpSpPr>
        <p:sp>
          <p:nvSpPr>
            <p:cNvPr id="58" name="Google Shape;9736;p61">
              <a:extLst>
                <a:ext uri="{FF2B5EF4-FFF2-40B4-BE49-F238E27FC236}">
                  <a16:creationId xmlns:a16="http://schemas.microsoft.com/office/drawing/2014/main" id="{967786D6-6AED-F561-0D37-2ECC4E640B1B}"/>
                </a:ext>
              </a:extLst>
            </p:cNvPr>
            <p:cNvSpPr/>
            <p:nvPr/>
          </p:nvSpPr>
          <p:spPr>
            <a:xfrm>
              <a:off x="2273915" y="3452414"/>
              <a:ext cx="166920" cy="166920"/>
            </a:xfrm>
            <a:custGeom>
              <a:avLst/>
              <a:gdLst/>
              <a:ahLst/>
              <a:cxnLst/>
              <a:rect l="l" t="t" r="r" b="b"/>
              <a:pathLst>
                <a:path w="5240" h="5240" extrusionOk="0">
                  <a:moveTo>
                    <a:pt x="4715" y="358"/>
                  </a:moveTo>
                  <a:cubicBezTo>
                    <a:pt x="4763" y="358"/>
                    <a:pt x="4787" y="370"/>
                    <a:pt x="4811" y="406"/>
                  </a:cubicBezTo>
                  <a:cubicBezTo>
                    <a:pt x="4846" y="429"/>
                    <a:pt x="4858" y="477"/>
                    <a:pt x="4858" y="513"/>
                  </a:cubicBezTo>
                  <a:cubicBezTo>
                    <a:pt x="4858" y="548"/>
                    <a:pt x="4846" y="584"/>
                    <a:pt x="4811" y="608"/>
                  </a:cubicBezTo>
                  <a:lnTo>
                    <a:pt x="4418" y="1013"/>
                  </a:lnTo>
                  <a:lnTo>
                    <a:pt x="4192" y="787"/>
                  </a:lnTo>
                  <a:lnTo>
                    <a:pt x="4608" y="406"/>
                  </a:lnTo>
                  <a:cubicBezTo>
                    <a:pt x="4644" y="370"/>
                    <a:pt x="4680" y="358"/>
                    <a:pt x="4715" y="358"/>
                  </a:cubicBezTo>
                  <a:close/>
                  <a:moveTo>
                    <a:pt x="3965" y="1048"/>
                  </a:moveTo>
                  <a:lnTo>
                    <a:pt x="4192" y="1263"/>
                  </a:lnTo>
                  <a:lnTo>
                    <a:pt x="3358" y="2084"/>
                  </a:lnTo>
                  <a:lnTo>
                    <a:pt x="3132" y="1858"/>
                  </a:lnTo>
                  <a:lnTo>
                    <a:pt x="3965" y="1048"/>
                  </a:lnTo>
                  <a:close/>
                  <a:moveTo>
                    <a:pt x="2894" y="2096"/>
                  </a:moveTo>
                  <a:lnTo>
                    <a:pt x="3120" y="2322"/>
                  </a:lnTo>
                  <a:lnTo>
                    <a:pt x="2287" y="3156"/>
                  </a:lnTo>
                  <a:lnTo>
                    <a:pt x="2060" y="2930"/>
                  </a:lnTo>
                  <a:lnTo>
                    <a:pt x="2894" y="2096"/>
                  </a:lnTo>
                  <a:close/>
                  <a:moveTo>
                    <a:pt x="1846" y="3168"/>
                  </a:moveTo>
                  <a:lnTo>
                    <a:pt x="2060" y="3394"/>
                  </a:lnTo>
                  <a:lnTo>
                    <a:pt x="1227" y="4227"/>
                  </a:lnTo>
                  <a:lnTo>
                    <a:pt x="1013" y="4001"/>
                  </a:lnTo>
                  <a:lnTo>
                    <a:pt x="1846" y="3168"/>
                  </a:lnTo>
                  <a:close/>
                  <a:moveTo>
                    <a:pt x="774" y="4227"/>
                  </a:moveTo>
                  <a:lnTo>
                    <a:pt x="989" y="4454"/>
                  </a:lnTo>
                  <a:lnTo>
                    <a:pt x="596" y="4858"/>
                  </a:lnTo>
                  <a:cubicBezTo>
                    <a:pt x="560" y="4882"/>
                    <a:pt x="513" y="4894"/>
                    <a:pt x="489" y="4894"/>
                  </a:cubicBezTo>
                  <a:cubicBezTo>
                    <a:pt x="441" y="4894"/>
                    <a:pt x="417" y="4882"/>
                    <a:pt x="382" y="4858"/>
                  </a:cubicBezTo>
                  <a:cubicBezTo>
                    <a:pt x="358" y="4823"/>
                    <a:pt x="334" y="4775"/>
                    <a:pt x="334" y="4751"/>
                  </a:cubicBezTo>
                  <a:cubicBezTo>
                    <a:pt x="322" y="4704"/>
                    <a:pt x="334" y="4656"/>
                    <a:pt x="370" y="4632"/>
                  </a:cubicBezTo>
                  <a:lnTo>
                    <a:pt x="774" y="4227"/>
                  </a:lnTo>
                  <a:close/>
                  <a:moveTo>
                    <a:pt x="4739" y="1"/>
                  </a:moveTo>
                  <a:cubicBezTo>
                    <a:pt x="4608" y="1"/>
                    <a:pt x="4489" y="48"/>
                    <a:pt x="4406" y="144"/>
                  </a:cubicBezTo>
                  <a:lnTo>
                    <a:pt x="4001" y="548"/>
                  </a:lnTo>
                  <a:lnTo>
                    <a:pt x="3846" y="406"/>
                  </a:lnTo>
                  <a:cubicBezTo>
                    <a:pt x="3816" y="376"/>
                    <a:pt x="3772" y="361"/>
                    <a:pt x="3727" y="361"/>
                  </a:cubicBezTo>
                  <a:cubicBezTo>
                    <a:pt x="3683" y="361"/>
                    <a:pt x="3638" y="376"/>
                    <a:pt x="3608" y="406"/>
                  </a:cubicBezTo>
                  <a:cubicBezTo>
                    <a:pt x="3549" y="465"/>
                    <a:pt x="3549" y="584"/>
                    <a:pt x="3608" y="644"/>
                  </a:cubicBezTo>
                  <a:lnTo>
                    <a:pt x="3763" y="787"/>
                  </a:lnTo>
                  <a:lnTo>
                    <a:pt x="2929" y="1620"/>
                  </a:lnTo>
                  <a:lnTo>
                    <a:pt x="2775" y="1477"/>
                  </a:lnTo>
                  <a:cubicBezTo>
                    <a:pt x="2745" y="1447"/>
                    <a:pt x="2700" y="1432"/>
                    <a:pt x="2656" y="1432"/>
                  </a:cubicBezTo>
                  <a:cubicBezTo>
                    <a:pt x="2611" y="1432"/>
                    <a:pt x="2566" y="1447"/>
                    <a:pt x="2537" y="1477"/>
                  </a:cubicBezTo>
                  <a:cubicBezTo>
                    <a:pt x="2477" y="1537"/>
                    <a:pt x="2477" y="1656"/>
                    <a:pt x="2537" y="1715"/>
                  </a:cubicBezTo>
                  <a:lnTo>
                    <a:pt x="2691" y="1858"/>
                  </a:lnTo>
                  <a:lnTo>
                    <a:pt x="1858" y="2692"/>
                  </a:lnTo>
                  <a:lnTo>
                    <a:pt x="1703" y="2549"/>
                  </a:lnTo>
                  <a:cubicBezTo>
                    <a:pt x="1673" y="2519"/>
                    <a:pt x="1629" y="2504"/>
                    <a:pt x="1584" y="2504"/>
                  </a:cubicBezTo>
                  <a:cubicBezTo>
                    <a:pt x="1539" y="2504"/>
                    <a:pt x="1495" y="2519"/>
                    <a:pt x="1465" y="2549"/>
                  </a:cubicBezTo>
                  <a:cubicBezTo>
                    <a:pt x="1405" y="2608"/>
                    <a:pt x="1405" y="2727"/>
                    <a:pt x="1465" y="2787"/>
                  </a:cubicBezTo>
                  <a:lnTo>
                    <a:pt x="1620" y="2930"/>
                  </a:lnTo>
                  <a:lnTo>
                    <a:pt x="786" y="3763"/>
                  </a:lnTo>
                  <a:lnTo>
                    <a:pt x="632" y="3620"/>
                  </a:lnTo>
                  <a:cubicBezTo>
                    <a:pt x="602" y="3590"/>
                    <a:pt x="557" y="3576"/>
                    <a:pt x="513" y="3576"/>
                  </a:cubicBezTo>
                  <a:cubicBezTo>
                    <a:pt x="468" y="3576"/>
                    <a:pt x="423" y="3590"/>
                    <a:pt x="393" y="3620"/>
                  </a:cubicBezTo>
                  <a:cubicBezTo>
                    <a:pt x="334" y="3680"/>
                    <a:pt x="334" y="3799"/>
                    <a:pt x="393" y="3858"/>
                  </a:cubicBezTo>
                  <a:lnTo>
                    <a:pt x="548" y="4001"/>
                  </a:lnTo>
                  <a:lnTo>
                    <a:pt x="143" y="4406"/>
                  </a:lnTo>
                  <a:cubicBezTo>
                    <a:pt x="36" y="4477"/>
                    <a:pt x="1" y="4620"/>
                    <a:pt x="1" y="4751"/>
                  </a:cubicBezTo>
                  <a:cubicBezTo>
                    <a:pt x="1" y="4882"/>
                    <a:pt x="36" y="5001"/>
                    <a:pt x="143" y="5097"/>
                  </a:cubicBezTo>
                  <a:cubicBezTo>
                    <a:pt x="239" y="5180"/>
                    <a:pt x="370" y="5239"/>
                    <a:pt x="489" y="5239"/>
                  </a:cubicBezTo>
                  <a:cubicBezTo>
                    <a:pt x="620" y="5239"/>
                    <a:pt x="739" y="5192"/>
                    <a:pt x="834" y="5097"/>
                  </a:cubicBezTo>
                  <a:lnTo>
                    <a:pt x="1227" y="4692"/>
                  </a:lnTo>
                  <a:lnTo>
                    <a:pt x="1382" y="4835"/>
                  </a:lnTo>
                  <a:cubicBezTo>
                    <a:pt x="1405" y="4870"/>
                    <a:pt x="1453" y="4882"/>
                    <a:pt x="1501" y="4882"/>
                  </a:cubicBezTo>
                  <a:cubicBezTo>
                    <a:pt x="1548" y="4882"/>
                    <a:pt x="1584" y="4870"/>
                    <a:pt x="1620" y="4835"/>
                  </a:cubicBezTo>
                  <a:cubicBezTo>
                    <a:pt x="1679" y="4775"/>
                    <a:pt x="1679" y="4656"/>
                    <a:pt x="1620" y="4597"/>
                  </a:cubicBezTo>
                  <a:lnTo>
                    <a:pt x="1465" y="4454"/>
                  </a:lnTo>
                  <a:lnTo>
                    <a:pt x="2298" y="3620"/>
                  </a:lnTo>
                  <a:lnTo>
                    <a:pt x="2453" y="3763"/>
                  </a:lnTo>
                  <a:cubicBezTo>
                    <a:pt x="2477" y="3799"/>
                    <a:pt x="2525" y="3811"/>
                    <a:pt x="2572" y="3811"/>
                  </a:cubicBezTo>
                  <a:cubicBezTo>
                    <a:pt x="2620" y="3811"/>
                    <a:pt x="2656" y="3799"/>
                    <a:pt x="2691" y="3763"/>
                  </a:cubicBezTo>
                  <a:cubicBezTo>
                    <a:pt x="2751" y="3704"/>
                    <a:pt x="2751" y="3584"/>
                    <a:pt x="2691" y="3525"/>
                  </a:cubicBezTo>
                  <a:lnTo>
                    <a:pt x="2537" y="3382"/>
                  </a:lnTo>
                  <a:lnTo>
                    <a:pt x="3370" y="2549"/>
                  </a:lnTo>
                  <a:lnTo>
                    <a:pt x="3525" y="2692"/>
                  </a:lnTo>
                  <a:cubicBezTo>
                    <a:pt x="3549" y="2727"/>
                    <a:pt x="3596" y="2739"/>
                    <a:pt x="3644" y="2739"/>
                  </a:cubicBezTo>
                  <a:cubicBezTo>
                    <a:pt x="3691" y="2739"/>
                    <a:pt x="3727" y="2727"/>
                    <a:pt x="3763" y="2692"/>
                  </a:cubicBezTo>
                  <a:cubicBezTo>
                    <a:pt x="3822" y="2632"/>
                    <a:pt x="3822" y="2513"/>
                    <a:pt x="3763" y="2453"/>
                  </a:cubicBezTo>
                  <a:lnTo>
                    <a:pt x="3608" y="2311"/>
                  </a:lnTo>
                  <a:lnTo>
                    <a:pt x="4442" y="1477"/>
                  </a:lnTo>
                  <a:lnTo>
                    <a:pt x="4596" y="1620"/>
                  </a:lnTo>
                  <a:cubicBezTo>
                    <a:pt x="4620" y="1656"/>
                    <a:pt x="4668" y="1668"/>
                    <a:pt x="4715" y="1668"/>
                  </a:cubicBezTo>
                  <a:cubicBezTo>
                    <a:pt x="4763" y="1668"/>
                    <a:pt x="4799" y="1656"/>
                    <a:pt x="4834" y="1620"/>
                  </a:cubicBezTo>
                  <a:cubicBezTo>
                    <a:pt x="4894" y="1560"/>
                    <a:pt x="4894" y="1441"/>
                    <a:pt x="4834" y="1382"/>
                  </a:cubicBezTo>
                  <a:lnTo>
                    <a:pt x="4680" y="1239"/>
                  </a:lnTo>
                  <a:lnTo>
                    <a:pt x="5085" y="834"/>
                  </a:lnTo>
                  <a:cubicBezTo>
                    <a:pt x="5180" y="739"/>
                    <a:pt x="5239" y="608"/>
                    <a:pt x="5239" y="489"/>
                  </a:cubicBezTo>
                  <a:cubicBezTo>
                    <a:pt x="5239" y="358"/>
                    <a:pt x="5192" y="239"/>
                    <a:pt x="5085" y="144"/>
                  </a:cubicBezTo>
                  <a:cubicBezTo>
                    <a:pt x="5001" y="60"/>
                    <a:pt x="4858" y="1"/>
                    <a:pt x="4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59" name="Google Shape;9737;p61">
              <a:extLst>
                <a:ext uri="{FF2B5EF4-FFF2-40B4-BE49-F238E27FC236}">
                  <a16:creationId xmlns:a16="http://schemas.microsoft.com/office/drawing/2014/main" id="{727410EB-22EF-0B05-0E6F-4EC36B5820B9}"/>
                </a:ext>
              </a:extLst>
            </p:cNvPr>
            <p:cNvSpPr/>
            <p:nvPr/>
          </p:nvSpPr>
          <p:spPr>
            <a:xfrm>
              <a:off x="2174559" y="3356116"/>
              <a:ext cx="364135" cy="359930"/>
            </a:xfrm>
            <a:custGeom>
              <a:avLst/>
              <a:gdLst/>
              <a:ahLst/>
              <a:cxnLst/>
              <a:rect l="l" t="t" r="r" b="b"/>
              <a:pathLst>
                <a:path w="11431" h="11299" extrusionOk="0">
                  <a:moveTo>
                    <a:pt x="8142" y="339"/>
                  </a:moveTo>
                  <a:cubicBezTo>
                    <a:pt x="8988" y="339"/>
                    <a:pt x="9829" y="482"/>
                    <a:pt x="10632" y="750"/>
                  </a:cubicBezTo>
                  <a:cubicBezTo>
                    <a:pt x="10930" y="1631"/>
                    <a:pt x="11061" y="2583"/>
                    <a:pt x="11037" y="3500"/>
                  </a:cubicBezTo>
                  <a:lnTo>
                    <a:pt x="7858" y="345"/>
                  </a:lnTo>
                  <a:cubicBezTo>
                    <a:pt x="7953" y="341"/>
                    <a:pt x="8048" y="339"/>
                    <a:pt x="8142" y="339"/>
                  </a:cubicBezTo>
                  <a:close/>
                  <a:moveTo>
                    <a:pt x="572" y="6453"/>
                  </a:moveTo>
                  <a:lnTo>
                    <a:pt x="4917" y="10798"/>
                  </a:lnTo>
                  <a:cubicBezTo>
                    <a:pt x="4620" y="10858"/>
                    <a:pt x="4322" y="10894"/>
                    <a:pt x="4001" y="10929"/>
                  </a:cubicBezTo>
                  <a:lnTo>
                    <a:pt x="441" y="7358"/>
                  </a:lnTo>
                  <a:cubicBezTo>
                    <a:pt x="464" y="7060"/>
                    <a:pt x="512" y="6750"/>
                    <a:pt x="572" y="6453"/>
                  </a:cubicBezTo>
                  <a:close/>
                  <a:moveTo>
                    <a:pt x="405" y="7798"/>
                  </a:moveTo>
                  <a:lnTo>
                    <a:pt x="3560" y="10953"/>
                  </a:lnTo>
                  <a:cubicBezTo>
                    <a:pt x="3462" y="10957"/>
                    <a:pt x="3363" y="10959"/>
                    <a:pt x="3264" y="10959"/>
                  </a:cubicBezTo>
                  <a:cubicBezTo>
                    <a:pt x="2440" y="10959"/>
                    <a:pt x="1596" y="10826"/>
                    <a:pt x="810" y="10560"/>
                  </a:cubicBezTo>
                  <a:cubicBezTo>
                    <a:pt x="512" y="9679"/>
                    <a:pt x="381" y="8727"/>
                    <a:pt x="405" y="7798"/>
                  </a:cubicBezTo>
                  <a:close/>
                  <a:moveTo>
                    <a:pt x="8188" y="1"/>
                  </a:moveTo>
                  <a:cubicBezTo>
                    <a:pt x="7942" y="1"/>
                    <a:pt x="7697" y="12"/>
                    <a:pt x="7453" y="35"/>
                  </a:cubicBezTo>
                  <a:cubicBezTo>
                    <a:pt x="7013" y="71"/>
                    <a:pt x="6560" y="154"/>
                    <a:pt x="6132" y="261"/>
                  </a:cubicBezTo>
                  <a:cubicBezTo>
                    <a:pt x="4739" y="607"/>
                    <a:pt x="3453" y="1345"/>
                    <a:pt x="2429" y="2369"/>
                  </a:cubicBezTo>
                  <a:cubicBezTo>
                    <a:pt x="1893" y="2905"/>
                    <a:pt x="1429" y="3512"/>
                    <a:pt x="1072" y="4167"/>
                  </a:cubicBezTo>
                  <a:cubicBezTo>
                    <a:pt x="1024" y="4250"/>
                    <a:pt x="1060" y="4345"/>
                    <a:pt x="1131" y="4393"/>
                  </a:cubicBezTo>
                  <a:cubicBezTo>
                    <a:pt x="1154" y="4408"/>
                    <a:pt x="1180" y="4415"/>
                    <a:pt x="1206" y="4415"/>
                  </a:cubicBezTo>
                  <a:cubicBezTo>
                    <a:pt x="1264" y="4415"/>
                    <a:pt x="1325" y="4382"/>
                    <a:pt x="1357" y="4333"/>
                  </a:cubicBezTo>
                  <a:cubicBezTo>
                    <a:pt x="1703" y="3714"/>
                    <a:pt x="2143" y="3131"/>
                    <a:pt x="2655" y="2607"/>
                  </a:cubicBezTo>
                  <a:cubicBezTo>
                    <a:pt x="3620" y="1643"/>
                    <a:pt x="4810" y="952"/>
                    <a:pt x="6108" y="595"/>
                  </a:cubicBezTo>
                  <a:lnTo>
                    <a:pt x="9156" y="3655"/>
                  </a:lnTo>
                  <a:cubicBezTo>
                    <a:pt x="9180" y="3679"/>
                    <a:pt x="9227" y="3690"/>
                    <a:pt x="9275" y="3690"/>
                  </a:cubicBezTo>
                  <a:cubicBezTo>
                    <a:pt x="9323" y="3690"/>
                    <a:pt x="9358" y="3679"/>
                    <a:pt x="9394" y="3655"/>
                  </a:cubicBezTo>
                  <a:cubicBezTo>
                    <a:pt x="9454" y="3595"/>
                    <a:pt x="9454" y="3476"/>
                    <a:pt x="9394" y="3417"/>
                  </a:cubicBezTo>
                  <a:lnTo>
                    <a:pt x="6489" y="511"/>
                  </a:lnTo>
                  <a:cubicBezTo>
                    <a:pt x="6787" y="452"/>
                    <a:pt x="7084" y="404"/>
                    <a:pt x="7394" y="381"/>
                  </a:cubicBezTo>
                  <a:lnTo>
                    <a:pt x="10966" y="3952"/>
                  </a:lnTo>
                  <a:cubicBezTo>
                    <a:pt x="10942" y="4250"/>
                    <a:pt x="10894" y="4560"/>
                    <a:pt x="10835" y="4857"/>
                  </a:cubicBezTo>
                  <a:lnTo>
                    <a:pt x="9954" y="3976"/>
                  </a:lnTo>
                  <a:cubicBezTo>
                    <a:pt x="9924" y="3946"/>
                    <a:pt x="9879" y="3932"/>
                    <a:pt x="9835" y="3932"/>
                  </a:cubicBezTo>
                  <a:cubicBezTo>
                    <a:pt x="9790" y="3932"/>
                    <a:pt x="9745" y="3946"/>
                    <a:pt x="9716" y="3976"/>
                  </a:cubicBezTo>
                  <a:cubicBezTo>
                    <a:pt x="9656" y="4036"/>
                    <a:pt x="9656" y="4155"/>
                    <a:pt x="9716" y="4214"/>
                  </a:cubicBezTo>
                  <a:lnTo>
                    <a:pt x="10751" y="5238"/>
                  </a:lnTo>
                  <a:cubicBezTo>
                    <a:pt x="10394" y="6548"/>
                    <a:pt x="9704" y="7739"/>
                    <a:pt x="8751" y="8691"/>
                  </a:cubicBezTo>
                  <a:cubicBezTo>
                    <a:pt x="7787" y="9667"/>
                    <a:pt x="6596" y="10346"/>
                    <a:pt x="5298" y="10703"/>
                  </a:cubicBezTo>
                  <a:lnTo>
                    <a:pt x="679" y="6060"/>
                  </a:lnTo>
                  <a:cubicBezTo>
                    <a:pt x="762" y="5715"/>
                    <a:pt x="881" y="5381"/>
                    <a:pt x="1012" y="5048"/>
                  </a:cubicBezTo>
                  <a:cubicBezTo>
                    <a:pt x="1048" y="4964"/>
                    <a:pt x="1012" y="4869"/>
                    <a:pt x="929" y="4822"/>
                  </a:cubicBezTo>
                  <a:cubicBezTo>
                    <a:pt x="906" y="4816"/>
                    <a:pt x="884" y="4813"/>
                    <a:pt x="864" y="4813"/>
                  </a:cubicBezTo>
                  <a:cubicBezTo>
                    <a:pt x="796" y="4813"/>
                    <a:pt x="739" y="4844"/>
                    <a:pt x="703" y="4917"/>
                  </a:cubicBezTo>
                  <a:cubicBezTo>
                    <a:pt x="536" y="5286"/>
                    <a:pt x="417" y="5679"/>
                    <a:pt x="322" y="6072"/>
                  </a:cubicBezTo>
                  <a:cubicBezTo>
                    <a:pt x="214" y="6512"/>
                    <a:pt x="143" y="6953"/>
                    <a:pt x="95" y="7405"/>
                  </a:cubicBezTo>
                  <a:cubicBezTo>
                    <a:pt x="0" y="8548"/>
                    <a:pt x="143" y="9667"/>
                    <a:pt x="512" y="10751"/>
                  </a:cubicBezTo>
                  <a:cubicBezTo>
                    <a:pt x="524" y="10798"/>
                    <a:pt x="572" y="10834"/>
                    <a:pt x="619" y="10858"/>
                  </a:cubicBezTo>
                  <a:cubicBezTo>
                    <a:pt x="1465" y="11156"/>
                    <a:pt x="2381" y="11299"/>
                    <a:pt x="3298" y="11299"/>
                  </a:cubicBezTo>
                  <a:cubicBezTo>
                    <a:pt x="3512" y="11299"/>
                    <a:pt x="3739" y="11287"/>
                    <a:pt x="3965" y="11275"/>
                  </a:cubicBezTo>
                  <a:cubicBezTo>
                    <a:pt x="4405" y="11227"/>
                    <a:pt x="4858" y="11156"/>
                    <a:pt x="5286" y="11049"/>
                  </a:cubicBezTo>
                  <a:cubicBezTo>
                    <a:pt x="6680" y="10691"/>
                    <a:pt x="7965" y="9965"/>
                    <a:pt x="8989" y="8929"/>
                  </a:cubicBezTo>
                  <a:cubicBezTo>
                    <a:pt x="10013" y="7905"/>
                    <a:pt x="10751" y="6631"/>
                    <a:pt x="11109" y="5226"/>
                  </a:cubicBezTo>
                  <a:cubicBezTo>
                    <a:pt x="11204" y="4798"/>
                    <a:pt x="11287" y="4345"/>
                    <a:pt x="11323" y="3905"/>
                  </a:cubicBezTo>
                  <a:cubicBezTo>
                    <a:pt x="11430" y="2774"/>
                    <a:pt x="11287" y="1631"/>
                    <a:pt x="10906" y="559"/>
                  </a:cubicBezTo>
                  <a:cubicBezTo>
                    <a:pt x="10894" y="511"/>
                    <a:pt x="10859" y="464"/>
                    <a:pt x="10811" y="452"/>
                  </a:cubicBezTo>
                  <a:cubicBezTo>
                    <a:pt x="9980" y="153"/>
                    <a:pt x="9082" y="1"/>
                    <a:pt x="81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pic>
        <p:nvPicPr>
          <p:cNvPr id="4" name="Picture 2">
            <a:extLst>
              <a:ext uri="{FF2B5EF4-FFF2-40B4-BE49-F238E27FC236}">
                <a16:creationId xmlns:a16="http://schemas.microsoft.com/office/drawing/2014/main" id="{616330AE-CA27-A70B-C473-B334EFE19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36" t="22075" r="66" b="-1072"/>
          <a:stretch>
            <a:fillRect/>
          </a:stretch>
        </p:blipFill>
        <p:spPr bwMode="auto">
          <a:xfrm rot="20580000">
            <a:off x="10419195" y="867731"/>
            <a:ext cx="2581229" cy="3617342"/>
          </a:xfrm>
          <a:prstGeom prst="snip2DiagRect">
            <a:avLst>
              <a:gd name="adj1" fmla="val 0"/>
              <a:gd name="adj2" fmla="val 16667"/>
            </a:avLst>
          </a:prstGeom>
          <a:solidFill>
            <a:srgbClr val="FFFFFF">
              <a:shade val="85000"/>
            </a:srgbClr>
          </a:solidFill>
          <a:ln w="88900" cap="sq">
            <a:solidFill>
              <a:srgbClr val="C2FE06"/>
            </a:solidFill>
            <a:miter lim="800000"/>
          </a:ln>
          <a:effectLst>
            <a:outerShdw blurRad="50800" dist="114300" dir="2700000" algn="tl" rotWithShape="0">
              <a:prstClr val="black">
                <a:alpha val="50000"/>
              </a:prst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89445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10DED-0063-1648-505E-744F6C24E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hteck 14">
            <a:extLst>
              <a:ext uri="{FF2B5EF4-FFF2-40B4-BE49-F238E27FC236}">
                <a16:creationId xmlns:a16="http://schemas.microsoft.com/office/drawing/2014/main" id="{AE070349-D76B-04D4-2475-10D6B04D5364}"/>
              </a:ext>
            </a:extLst>
          </p:cNvPr>
          <p:cNvSpPr/>
          <p:nvPr/>
        </p:nvSpPr>
        <p:spPr>
          <a:xfrm>
            <a:off x="-3891" y="-1"/>
            <a:ext cx="15123241" cy="1080000"/>
          </a:xfrm>
          <a:prstGeom prst="rect">
            <a:avLst/>
          </a:prstGeom>
          <a:gradFill flip="none" rotWithShape="1">
            <a:gsLst>
              <a:gs pos="21000">
                <a:srgbClr val="002733"/>
              </a:gs>
              <a:gs pos="84000">
                <a:srgbClr val="080B3E"/>
              </a:gs>
              <a:gs pos="57000">
                <a:srgbClr val="002060"/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>
                  <a:lumMod val="75000"/>
                  <a:lumOff val="25000"/>
                </a:schemeClr>
              </a:solidFill>
              <a:latin typeface="The Group TEXT" panose="00000500000000000000" pitchFamily="2" charset="0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06B48E77-B3C1-02B1-39BF-B80EF5142DA9}"/>
              </a:ext>
            </a:extLst>
          </p:cNvPr>
          <p:cNvSpPr txBox="1"/>
          <p:nvPr/>
        </p:nvSpPr>
        <p:spPr>
          <a:xfrm>
            <a:off x="754639" y="1982147"/>
            <a:ext cx="6176210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Name</a:t>
            </a:r>
            <a:r>
              <a:rPr lang="de-DE" sz="2400">
                <a:latin typeface="The Group TEXT"/>
                <a:cs typeface="Dubai Medium"/>
              </a:rPr>
              <a:t>: Elias </a:t>
            </a:r>
            <a:r>
              <a:rPr lang="de-DE" sz="2400" err="1">
                <a:latin typeface="The Group TEXT"/>
                <a:cs typeface="Dubai Medium"/>
              </a:rPr>
              <a:t>Nikolajewski</a:t>
            </a:r>
            <a:endParaRPr lang="de-DE" sz="2400" err="1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pPr>
              <a:lnSpc>
                <a:spcPct val="150000"/>
              </a:lnSpc>
            </a:pP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Fachrichtung</a:t>
            </a:r>
            <a:r>
              <a:rPr lang="de-DE" sz="2400">
                <a:latin typeface="The Group TEXT"/>
                <a:cs typeface="Dubai Medium"/>
              </a:rPr>
              <a:t>: Daten- &amp; Prozessanalyse</a:t>
            </a:r>
            <a:br>
              <a:rPr lang="de-DE" sz="2400">
                <a:latin typeface="The Group TEXT" panose="00000500000000000000" pitchFamily="2" charset="0"/>
                <a:cs typeface="Dubai Medium" panose="020B0603030403030204" pitchFamily="34" charset="-78"/>
              </a:rPr>
            </a:br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Eintrittsdatum</a:t>
            </a:r>
            <a:r>
              <a:rPr lang="de-DE" sz="2400">
                <a:latin typeface="The Group TEXT"/>
                <a:cs typeface="Dubai Medium"/>
              </a:rPr>
              <a:t>: 01.09.2025</a:t>
            </a:r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41A9D460-7C69-0C9E-93D8-F7E8F85F3C82}"/>
              </a:ext>
            </a:extLst>
          </p:cNvPr>
          <p:cNvGrpSpPr/>
          <p:nvPr/>
        </p:nvGrpSpPr>
        <p:grpSpPr>
          <a:xfrm>
            <a:off x="-3891" y="8945283"/>
            <a:ext cx="15123241" cy="1080000"/>
            <a:chOff x="-3890" y="5597379"/>
            <a:chExt cx="12195889" cy="786063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DE9E5326-4073-A1A2-28F3-4CA1D3000EA3}"/>
                </a:ext>
              </a:extLst>
            </p:cNvPr>
            <p:cNvSpPr/>
            <p:nvPr/>
          </p:nvSpPr>
          <p:spPr>
            <a:xfrm>
              <a:off x="-3890" y="5597379"/>
              <a:ext cx="12195889" cy="786063"/>
            </a:xfrm>
            <a:prstGeom prst="rect">
              <a:avLst/>
            </a:prstGeom>
            <a:gradFill flip="none" rotWithShape="1">
              <a:gsLst>
                <a:gs pos="21000">
                  <a:srgbClr val="002733"/>
                </a:gs>
                <a:gs pos="84000">
                  <a:srgbClr val="080B3E"/>
                </a:gs>
                <a:gs pos="57000">
                  <a:srgbClr val="002060"/>
                </a:gs>
              </a:gsLst>
              <a:path path="circle">
                <a:fillToRect l="50000" t="50000" r="50000" b="50000"/>
              </a:path>
              <a:tileRect/>
            </a:gra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>
                    <a:lumMod val="75000"/>
                    <a:lumOff val="25000"/>
                  </a:schemeClr>
                </a:solidFill>
                <a:latin typeface="The Group TEXT" panose="00000500000000000000" pitchFamily="2" charset="0"/>
              </a:endParaRPr>
            </a:p>
          </p:txBody>
        </p:sp>
        <p:sp>
          <p:nvSpPr>
            <p:cNvPr id="23" name="Textfeld 22">
              <a:extLst>
                <a:ext uri="{FF2B5EF4-FFF2-40B4-BE49-F238E27FC236}">
                  <a16:creationId xmlns:a16="http://schemas.microsoft.com/office/drawing/2014/main" id="{1CA7D3C7-D904-64EC-C17B-9840B5FA6C92}"/>
                </a:ext>
              </a:extLst>
            </p:cNvPr>
            <p:cNvSpPr txBox="1"/>
            <p:nvPr/>
          </p:nvSpPr>
          <p:spPr>
            <a:xfrm>
              <a:off x="169417" y="5823706"/>
              <a:ext cx="11874078" cy="33601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/>
              <a:r>
                <a:rPr lang="de-DE" sz="2400">
                  <a:solidFill>
                    <a:schemeClr val="bg1"/>
                  </a:solidFill>
                  <a:latin typeface="The Group TEXT"/>
                </a:rPr>
                <a:t>„Sei du selbst"</a:t>
              </a:r>
              <a:endParaRPr lang="de-DE" sz="2400">
                <a:solidFill>
                  <a:schemeClr val="bg1"/>
                </a:solidFill>
                <a:latin typeface="The Group TEXT" panose="00000500000000000000" pitchFamily="2" charset="0"/>
              </a:endParaRPr>
            </a:p>
          </p:txBody>
        </p:sp>
      </p:grpSp>
      <p:sp>
        <p:nvSpPr>
          <p:cNvPr id="26" name="Textfeld 25">
            <a:extLst>
              <a:ext uri="{FF2B5EF4-FFF2-40B4-BE49-F238E27FC236}">
                <a16:creationId xmlns:a16="http://schemas.microsoft.com/office/drawing/2014/main" id="{02CF5073-9CFD-E794-09A1-0D5775D54CE6}"/>
              </a:ext>
            </a:extLst>
          </p:cNvPr>
          <p:cNvSpPr txBox="1"/>
          <p:nvPr/>
        </p:nvSpPr>
        <p:spPr>
          <a:xfrm>
            <a:off x="1221140" y="5016442"/>
            <a:ext cx="5779712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Geburtsdatum</a:t>
            </a:r>
            <a:r>
              <a:rPr lang="de-DE" sz="2400">
                <a:latin typeface="The Group TEXT"/>
                <a:cs typeface="Dubai Medium"/>
              </a:rPr>
              <a:t>: 07.08.2008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Wohnort/Heimat</a:t>
            </a:r>
            <a:r>
              <a:rPr lang="de-DE" sz="2400">
                <a:latin typeface="The Group TEXT"/>
                <a:cs typeface="Dubai Medium"/>
              </a:rPr>
              <a:t>: Beilngries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Lieblingsspiel</a:t>
            </a:r>
            <a:r>
              <a:rPr lang="de-DE" sz="2400">
                <a:latin typeface="The Group TEXT"/>
                <a:cs typeface="Dubai Medium"/>
              </a:rPr>
              <a:t>: </a:t>
            </a:r>
            <a:r>
              <a:rPr lang="de-DE" sz="2400" err="1">
                <a:latin typeface="The Group TEXT"/>
                <a:cs typeface="Dubai Medium"/>
              </a:rPr>
              <a:t>Gta</a:t>
            </a:r>
            <a:r>
              <a:rPr lang="de-DE" sz="2400">
                <a:latin typeface="The Group TEXT"/>
                <a:cs typeface="Dubai Medium"/>
              </a:rPr>
              <a:t> 5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Traumauto</a:t>
            </a:r>
            <a:r>
              <a:rPr lang="de-DE" sz="2400">
                <a:latin typeface="The Group TEXT"/>
                <a:cs typeface="Dubai Medium"/>
              </a:rPr>
              <a:t>: Porsche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</p:txBody>
      </p:sp>
      <p:sp>
        <p:nvSpPr>
          <p:cNvPr id="33" name="Freeform 418">
            <a:extLst>
              <a:ext uri="{FF2B5EF4-FFF2-40B4-BE49-F238E27FC236}">
                <a16:creationId xmlns:a16="http://schemas.microsoft.com/office/drawing/2014/main" id="{2917F915-A1AB-096F-B677-956C5300E4BD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2812" y="5768304"/>
            <a:ext cx="338260" cy="334004"/>
          </a:xfrm>
          <a:custGeom>
            <a:avLst/>
            <a:gdLst>
              <a:gd name="T0" fmla="*/ 63 w 64"/>
              <a:gd name="T1" fmla="*/ 28 h 63"/>
              <a:gd name="T2" fmla="*/ 33 w 64"/>
              <a:gd name="T3" fmla="*/ 1 h 63"/>
              <a:gd name="T4" fmla="*/ 31 w 64"/>
              <a:gd name="T5" fmla="*/ 1 h 63"/>
              <a:gd name="T6" fmla="*/ 1 w 64"/>
              <a:gd name="T7" fmla="*/ 28 h 63"/>
              <a:gd name="T8" fmla="*/ 0 w 64"/>
              <a:gd name="T9" fmla="*/ 29 h 63"/>
              <a:gd name="T10" fmla="*/ 0 w 64"/>
              <a:gd name="T11" fmla="*/ 61 h 63"/>
              <a:gd name="T12" fmla="*/ 2 w 64"/>
              <a:gd name="T13" fmla="*/ 63 h 63"/>
              <a:gd name="T14" fmla="*/ 62 w 64"/>
              <a:gd name="T15" fmla="*/ 63 h 63"/>
              <a:gd name="T16" fmla="*/ 64 w 64"/>
              <a:gd name="T17" fmla="*/ 61 h 63"/>
              <a:gd name="T18" fmla="*/ 64 w 64"/>
              <a:gd name="T19" fmla="*/ 29 h 63"/>
              <a:gd name="T20" fmla="*/ 63 w 64"/>
              <a:gd name="T21" fmla="*/ 28 h 63"/>
              <a:gd name="T22" fmla="*/ 60 w 64"/>
              <a:gd name="T23" fmla="*/ 59 h 63"/>
              <a:gd name="T24" fmla="*/ 28 w 64"/>
              <a:gd name="T25" fmla="*/ 59 h 63"/>
              <a:gd name="T26" fmla="*/ 28 w 64"/>
              <a:gd name="T27" fmla="*/ 43 h 63"/>
              <a:gd name="T28" fmla="*/ 36 w 64"/>
              <a:gd name="T29" fmla="*/ 43 h 63"/>
              <a:gd name="T30" fmla="*/ 36 w 64"/>
              <a:gd name="T31" fmla="*/ 51 h 63"/>
              <a:gd name="T32" fmla="*/ 40 w 64"/>
              <a:gd name="T33" fmla="*/ 51 h 63"/>
              <a:gd name="T34" fmla="*/ 40 w 64"/>
              <a:gd name="T35" fmla="*/ 41 h 63"/>
              <a:gd name="T36" fmla="*/ 38 w 64"/>
              <a:gd name="T37" fmla="*/ 39 h 63"/>
              <a:gd name="T38" fmla="*/ 26 w 64"/>
              <a:gd name="T39" fmla="*/ 39 h 63"/>
              <a:gd name="T40" fmla="*/ 24 w 64"/>
              <a:gd name="T41" fmla="*/ 41 h 63"/>
              <a:gd name="T42" fmla="*/ 24 w 64"/>
              <a:gd name="T43" fmla="*/ 59 h 63"/>
              <a:gd name="T44" fmla="*/ 4 w 64"/>
              <a:gd name="T45" fmla="*/ 59 h 63"/>
              <a:gd name="T46" fmla="*/ 4 w 64"/>
              <a:gd name="T47" fmla="*/ 30 h 63"/>
              <a:gd name="T48" fmla="*/ 32 w 64"/>
              <a:gd name="T49" fmla="*/ 5 h 63"/>
              <a:gd name="T50" fmla="*/ 60 w 64"/>
              <a:gd name="T51" fmla="*/ 30 h 63"/>
              <a:gd name="T52" fmla="*/ 60 w 64"/>
              <a:gd name="T53" fmla="*/ 59 h 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64" h="63">
                <a:moveTo>
                  <a:pt x="63" y="28"/>
                </a:moveTo>
                <a:cubicBezTo>
                  <a:pt x="33" y="1"/>
                  <a:pt x="33" y="1"/>
                  <a:pt x="33" y="1"/>
                </a:cubicBezTo>
                <a:cubicBezTo>
                  <a:pt x="33" y="0"/>
                  <a:pt x="31" y="0"/>
                  <a:pt x="31" y="1"/>
                </a:cubicBezTo>
                <a:cubicBezTo>
                  <a:pt x="1" y="28"/>
                  <a:pt x="1" y="28"/>
                  <a:pt x="1" y="28"/>
                </a:cubicBezTo>
                <a:cubicBezTo>
                  <a:pt x="0" y="28"/>
                  <a:pt x="0" y="28"/>
                  <a:pt x="0" y="29"/>
                </a:cubicBezTo>
                <a:cubicBezTo>
                  <a:pt x="0" y="61"/>
                  <a:pt x="0" y="61"/>
                  <a:pt x="0" y="61"/>
                </a:cubicBezTo>
                <a:cubicBezTo>
                  <a:pt x="0" y="62"/>
                  <a:pt x="1" y="63"/>
                  <a:pt x="2" y="63"/>
                </a:cubicBezTo>
                <a:cubicBezTo>
                  <a:pt x="62" y="63"/>
                  <a:pt x="62" y="63"/>
                  <a:pt x="62" y="63"/>
                </a:cubicBezTo>
                <a:cubicBezTo>
                  <a:pt x="63" y="63"/>
                  <a:pt x="64" y="62"/>
                  <a:pt x="64" y="61"/>
                </a:cubicBezTo>
                <a:cubicBezTo>
                  <a:pt x="64" y="29"/>
                  <a:pt x="64" y="29"/>
                  <a:pt x="64" y="29"/>
                </a:cubicBezTo>
                <a:cubicBezTo>
                  <a:pt x="64" y="28"/>
                  <a:pt x="64" y="28"/>
                  <a:pt x="63" y="28"/>
                </a:cubicBezTo>
                <a:close/>
                <a:moveTo>
                  <a:pt x="60" y="59"/>
                </a:moveTo>
                <a:cubicBezTo>
                  <a:pt x="28" y="59"/>
                  <a:pt x="28" y="59"/>
                  <a:pt x="28" y="59"/>
                </a:cubicBezTo>
                <a:cubicBezTo>
                  <a:pt x="28" y="43"/>
                  <a:pt x="28" y="43"/>
                  <a:pt x="28" y="43"/>
                </a:cubicBezTo>
                <a:cubicBezTo>
                  <a:pt x="36" y="43"/>
                  <a:pt x="36" y="43"/>
                  <a:pt x="36" y="43"/>
                </a:cubicBezTo>
                <a:cubicBezTo>
                  <a:pt x="36" y="51"/>
                  <a:pt x="36" y="51"/>
                  <a:pt x="36" y="51"/>
                </a:cubicBezTo>
                <a:cubicBezTo>
                  <a:pt x="40" y="51"/>
                  <a:pt x="40" y="51"/>
                  <a:pt x="40" y="51"/>
                </a:cubicBezTo>
                <a:cubicBezTo>
                  <a:pt x="40" y="41"/>
                  <a:pt x="40" y="41"/>
                  <a:pt x="40" y="41"/>
                </a:cubicBezTo>
                <a:cubicBezTo>
                  <a:pt x="40" y="40"/>
                  <a:pt x="39" y="39"/>
                  <a:pt x="38" y="39"/>
                </a:cubicBezTo>
                <a:cubicBezTo>
                  <a:pt x="26" y="39"/>
                  <a:pt x="26" y="39"/>
                  <a:pt x="26" y="39"/>
                </a:cubicBezTo>
                <a:cubicBezTo>
                  <a:pt x="25" y="39"/>
                  <a:pt x="24" y="40"/>
                  <a:pt x="24" y="41"/>
                </a:cubicBezTo>
                <a:cubicBezTo>
                  <a:pt x="24" y="59"/>
                  <a:pt x="24" y="59"/>
                  <a:pt x="24" y="59"/>
                </a:cubicBezTo>
                <a:cubicBezTo>
                  <a:pt x="4" y="59"/>
                  <a:pt x="4" y="59"/>
                  <a:pt x="4" y="59"/>
                </a:cubicBezTo>
                <a:cubicBezTo>
                  <a:pt x="4" y="30"/>
                  <a:pt x="4" y="30"/>
                  <a:pt x="4" y="30"/>
                </a:cubicBezTo>
                <a:cubicBezTo>
                  <a:pt x="32" y="5"/>
                  <a:pt x="32" y="5"/>
                  <a:pt x="32" y="5"/>
                </a:cubicBezTo>
                <a:cubicBezTo>
                  <a:pt x="60" y="30"/>
                  <a:pt x="60" y="30"/>
                  <a:pt x="60" y="30"/>
                </a:cubicBezTo>
                <a:lnTo>
                  <a:pt x="60" y="59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0" name="Freeform 293">
            <a:extLst>
              <a:ext uri="{FF2B5EF4-FFF2-40B4-BE49-F238E27FC236}">
                <a16:creationId xmlns:a16="http://schemas.microsoft.com/office/drawing/2014/main" id="{930AC61B-55B2-1F7A-5B56-402E5498C646}"/>
              </a:ext>
            </a:extLst>
          </p:cNvPr>
          <p:cNvSpPr>
            <a:spLocks noChangeAspect="1"/>
          </p:cNvSpPr>
          <p:nvPr/>
        </p:nvSpPr>
        <p:spPr bwMode="auto">
          <a:xfrm>
            <a:off x="769576" y="7307997"/>
            <a:ext cx="439149" cy="228630"/>
          </a:xfrm>
          <a:custGeom>
            <a:avLst/>
            <a:gdLst>
              <a:gd name="T0" fmla="*/ 78 w 79"/>
              <a:gd name="T1" fmla="*/ 20 h 40"/>
              <a:gd name="T2" fmla="*/ 74 w 79"/>
              <a:gd name="T3" fmla="*/ 17 h 40"/>
              <a:gd name="T4" fmla="*/ 62 w 79"/>
              <a:gd name="T5" fmla="*/ 15 h 40"/>
              <a:gd name="T6" fmla="*/ 56 w 79"/>
              <a:gd name="T7" fmla="*/ 12 h 40"/>
              <a:gd name="T8" fmla="*/ 46 w 79"/>
              <a:gd name="T9" fmla="*/ 3 h 40"/>
              <a:gd name="T10" fmla="*/ 38 w 79"/>
              <a:gd name="T11" fmla="*/ 0 h 40"/>
              <a:gd name="T12" fmla="*/ 18 w 79"/>
              <a:gd name="T13" fmla="*/ 0 h 40"/>
              <a:gd name="T14" fmla="*/ 10 w 79"/>
              <a:gd name="T15" fmla="*/ 4 h 40"/>
              <a:gd name="T16" fmla="*/ 3 w 79"/>
              <a:gd name="T17" fmla="*/ 14 h 40"/>
              <a:gd name="T18" fmla="*/ 0 w 79"/>
              <a:gd name="T19" fmla="*/ 22 h 40"/>
              <a:gd name="T20" fmla="*/ 0 w 79"/>
              <a:gd name="T21" fmla="*/ 34 h 40"/>
              <a:gd name="T22" fmla="*/ 6 w 79"/>
              <a:gd name="T23" fmla="*/ 40 h 40"/>
              <a:gd name="T24" fmla="*/ 12 w 79"/>
              <a:gd name="T25" fmla="*/ 40 h 40"/>
              <a:gd name="T26" fmla="*/ 12 w 79"/>
              <a:gd name="T27" fmla="*/ 37 h 40"/>
              <a:gd name="T28" fmla="*/ 18 w 79"/>
              <a:gd name="T29" fmla="*/ 32 h 40"/>
              <a:gd name="T30" fmla="*/ 24 w 79"/>
              <a:gd name="T31" fmla="*/ 38 h 40"/>
              <a:gd name="T32" fmla="*/ 28 w 79"/>
              <a:gd name="T33" fmla="*/ 38 h 40"/>
              <a:gd name="T34" fmla="*/ 18 w 79"/>
              <a:gd name="T35" fmla="*/ 28 h 40"/>
              <a:gd name="T36" fmla="*/ 8 w 79"/>
              <a:gd name="T37" fmla="*/ 36 h 40"/>
              <a:gd name="T38" fmla="*/ 6 w 79"/>
              <a:gd name="T39" fmla="*/ 36 h 40"/>
              <a:gd name="T40" fmla="*/ 4 w 79"/>
              <a:gd name="T41" fmla="*/ 34 h 40"/>
              <a:gd name="T42" fmla="*/ 4 w 79"/>
              <a:gd name="T43" fmla="*/ 22 h 40"/>
              <a:gd name="T44" fmla="*/ 6 w 79"/>
              <a:gd name="T45" fmla="*/ 16 h 40"/>
              <a:gd name="T46" fmla="*/ 13 w 79"/>
              <a:gd name="T47" fmla="*/ 6 h 40"/>
              <a:gd name="T48" fmla="*/ 18 w 79"/>
              <a:gd name="T49" fmla="*/ 4 h 40"/>
              <a:gd name="T50" fmla="*/ 38 w 79"/>
              <a:gd name="T51" fmla="*/ 4 h 40"/>
              <a:gd name="T52" fmla="*/ 44 w 79"/>
              <a:gd name="T53" fmla="*/ 6 h 40"/>
              <a:gd name="T54" fmla="*/ 54 w 79"/>
              <a:gd name="T55" fmla="*/ 15 h 40"/>
              <a:gd name="T56" fmla="*/ 62 w 79"/>
              <a:gd name="T57" fmla="*/ 19 h 40"/>
              <a:gd name="T58" fmla="*/ 74 w 79"/>
              <a:gd name="T59" fmla="*/ 21 h 40"/>
              <a:gd name="T60" fmla="*/ 75 w 79"/>
              <a:gd name="T61" fmla="*/ 22 h 40"/>
              <a:gd name="T62" fmla="*/ 75 w 79"/>
              <a:gd name="T63" fmla="*/ 23 h 40"/>
              <a:gd name="T64" fmla="*/ 73 w 79"/>
              <a:gd name="T65" fmla="*/ 34 h 40"/>
              <a:gd name="T66" fmla="*/ 70 w 79"/>
              <a:gd name="T67" fmla="*/ 36 h 40"/>
              <a:gd name="T68" fmla="*/ 68 w 79"/>
              <a:gd name="T69" fmla="*/ 36 h 40"/>
              <a:gd name="T70" fmla="*/ 58 w 79"/>
              <a:gd name="T71" fmla="*/ 28 h 40"/>
              <a:gd name="T72" fmla="*/ 48 w 79"/>
              <a:gd name="T73" fmla="*/ 36 h 40"/>
              <a:gd name="T74" fmla="*/ 36 w 79"/>
              <a:gd name="T75" fmla="*/ 36 h 40"/>
              <a:gd name="T76" fmla="*/ 36 w 79"/>
              <a:gd name="T77" fmla="*/ 40 h 40"/>
              <a:gd name="T78" fmla="*/ 52 w 79"/>
              <a:gd name="T79" fmla="*/ 40 h 40"/>
              <a:gd name="T80" fmla="*/ 52 w 79"/>
              <a:gd name="T81" fmla="*/ 37 h 40"/>
              <a:gd name="T82" fmla="*/ 58 w 79"/>
              <a:gd name="T83" fmla="*/ 32 h 40"/>
              <a:gd name="T84" fmla="*/ 64 w 79"/>
              <a:gd name="T85" fmla="*/ 38 h 40"/>
              <a:gd name="T86" fmla="*/ 64 w 79"/>
              <a:gd name="T87" fmla="*/ 38 h 40"/>
              <a:gd name="T88" fmla="*/ 64 w 79"/>
              <a:gd name="T89" fmla="*/ 40 h 40"/>
              <a:gd name="T90" fmla="*/ 70 w 79"/>
              <a:gd name="T91" fmla="*/ 40 h 40"/>
              <a:gd name="T92" fmla="*/ 77 w 79"/>
              <a:gd name="T93" fmla="*/ 35 h 40"/>
              <a:gd name="T94" fmla="*/ 79 w 79"/>
              <a:gd name="T95" fmla="*/ 24 h 40"/>
              <a:gd name="T96" fmla="*/ 78 w 79"/>
              <a:gd name="T97" fmla="*/ 20 h 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79" h="40">
                <a:moveTo>
                  <a:pt x="78" y="20"/>
                </a:moveTo>
                <a:cubicBezTo>
                  <a:pt x="77" y="18"/>
                  <a:pt x="76" y="18"/>
                  <a:pt x="74" y="17"/>
                </a:cubicBezTo>
                <a:cubicBezTo>
                  <a:pt x="62" y="15"/>
                  <a:pt x="62" y="15"/>
                  <a:pt x="62" y="15"/>
                </a:cubicBezTo>
                <a:cubicBezTo>
                  <a:pt x="61" y="15"/>
                  <a:pt x="58" y="13"/>
                  <a:pt x="56" y="12"/>
                </a:cubicBezTo>
                <a:cubicBezTo>
                  <a:pt x="46" y="3"/>
                  <a:pt x="46" y="3"/>
                  <a:pt x="46" y="3"/>
                </a:cubicBezTo>
                <a:cubicBezTo>
                  <a:pt x="44" y="1"/>
                  <a:pt x="41" y="0"/>
                  <a:pt x="38" y="0"/>
                </a:cubicBezTo>
                <a:cubicBezTo>
                  <a:pt x="18" y="0"/>
                  <a:pt x="18" y="0"/>
                  <a:pt x="18" y="0"/>
                </a:cubicBezTo>
                <a:cubicBezTo>
                  <a:pt x="15" y="0"/>
                  <a:pt x="12" y="2"/>
                  <a:pt x="10" y="4"/>
                </a:cubicBezTo>
                <a:cubicBezTo>
                  <a:pt x="3" y="14"/>
                  <a:pt x="3" y="14"/>
                  <a:pt x="3" y="14"/>
                </a:cubicBezTo>
                <a:cubicBezTo>
                  <a:pt x="1" y="16"/>
                  <a:pt x="0" y="19"/>
                  <a:pt x="0" y="22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7"/>
                  <a:pt x="3" y="40"/>
                  <a:pt x="6" y="40"/>
                </a:cubicBezTo>
                <a:cubicBezTo>
                  <a:pt x="12" y="40"/>
                  <a:pt x="12" y="40"/>
                  <a:pt x="12" y="40"/>
                </a:cubicBezTo>
                <a:cubicBezTo>
                  <a:pt x="12" y="37"/>
                  <a:pt x="12" y="37"/>
                  <a:pt x="12" y="37"/>
                </a:cubicBezTo>
                <a:cubicBezTo>
                  <a:pt x="12" y="34"/>
                  <a:pt x="15" y="32"/>
                  <a:pt x="18" y="32"/>
                </a:cubicBezTo>
                <a:cubicBezTo>
                  <a:pt x="21" y="32"/>
                  <a:pt x="24" y="35"/>
                  <a:pt x="24" y="38"/>
                </a:cubicBezTo>
                <a:cubicBezTo>
                  <a:pt x="28" y="38"/>
                  <a:pt x="28" y="38"/>
                  <a:pt x="28" y="38"/>
                </a:cubicBezTo>
                <a:cubicBezTo>
                  <a:pt x="28" y="32"/>
                  <a:pt x="24" y="28"/>
                  <a:pt x="18" y="28"/>
                </a:cubicBezTo>
                <a:cubicBezTo>
                  <a:pt x="13" y="28"/>
                  <a:pt x="9" y="31"/>
                  <a:pt x="8" y="36"/>
                </a:cubicBezTo>
                <a:cubicBezTo>
                  <a:pt x="6" y="36"/>
                  <a:pt x="6" y="36"/>
                  <a:pt x="6" y="36"/>
                </a:cubicBezTo>
                <a:cubicBezTo>
                  <a:pt x="5" y="36"/>
                  <a:pt x="4" y="35"/>
                  <a:pt x="4" y="34"/>
                </a:cubicBezTo>
                <a:cubicBezTo>
                  <a:pt x="4" y="22"/>
                  <a:pt x="4" y="22"/>
                  <a:pt x="4" y="22"/>
                </a:cubicBezTo>
                <a:cubicBezTo>
                  <a:pt x="4" y="20"/>
                  <a:pt x="5" y="18"/>
                  <a:pt x="6" y="16"/>
                </a:cubicBezTo>
                <a:cubicBezTo>
                  <a:pt x="13" y="6"/>
                  <a:pt x="13" y="6"/>
                  <a:pt x="13" y="6"/>
                </a:cubicBezTo>
                <a:cubicBezTo>
                  <a:pt x="14" y="5"/>
                  <a:pt x="16" y="4"/>
                  <a:pt x="1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40" y="4"/>
                  <a:pt x="42" y="5"/>
                  <a:pt x="44" y="6"/>
                </a:cubicBezTo>
                <a:cubicBezTo>
                  <a:pt x="54" y="15"/>
                  <a:pt x="54" y="15"/>
                  <a:pt x="54" y="15"/>
                </a:cubicBezTo>
                <a:cubicBezTo>
                  <a:pt x="56" y="17"/>
                  <a:pt x="59" y="18"/>
                  <a:pt x="62" y="19"/>
                </a:cubicBezTo>
                <a:cubicBezTo>
                  <a:pt x="74" y="21"/>
                  <a:pt x="74" y="21"/>
                  <a:pt x="74" y="21"/>
                </a:cubicBezTo>
                <a:cubicBezTo>
                  <a:pt x="74" y="21"/>
                  <a:pt x="75" y="22"/>
                  <a:pt x="75" y="22"/>
                </a:cubicBezTo>
                <a:cubicBezTo>
                  <a:pt x="75" y="22"/>
                  <a:pt x="75" y="23"/>
                  <a:pt x="75" y="23"/>
                </a:cubicBezTo>
                <a:cubicBezTo>
                  <a:pt x="73" y="34"/>
                  <a:pt x="73" y="34"/>
                  <a:pt x="73" y="34"/>
                </a:cubicBezTo>
                <a:cubicBezTo>
                  <a:pt x="73" y="35"/>
                  <a:pt x="71" y="36"/>
                  <a:pt x="70" y="36"/>
                </a:cubicBezTo>
                <a:cubicBezTo>
                  <a:pt x="68" y="36"/>
                  <a:pt x="68" y="36"/>
                  <a:pt x="68" y="36"/>
                </a:cubicBezTo>
                <a:cubicBezTo>
                  <a:pt x="67" y="31"/>
                  <a:pt x="63" y="28"/>
                  <a:pt x="58" y="28"/>
                </a:cubicBezTo>
                <a:cubicBezTo>
                  <a:pt x="53" y="28"/>
                  <a:pt x="49" y="31"/>
                  <a:pt x="48" y="36"/>
                </a:cubicBezTo>
                <a:cubicBezTo>
                  <a:pt x="36" y="36"/>
                  <a:pt x="36" y="36"/>
                  <a:pt x="36" y="36"/>
                </a:cubicBezTo>
                <a:cubicBezTo>
                  <a:pt x="36" y="40"/>
                  <a:pt x="36" y="40"/>
                  <a:pt x="36" y="40"/>
                </a:cubicBezTo>
                <a:cubicBezTo>
                  <a:pt x="52" y="40"/>
                  <a:pt x="52" y="40"/>
                  <a:pt x="52" y="40"/>
                </a:cubicBezTo>
                <a:cubicBezTo>
                  <a:pt x="52" y="37"/>
                  <a:pt x="52" y="37"/>
                  <a:pt x="52" y="37"/>
                </a:cubicBezTo>
                <a:cubicBezTo>
                  <a:pt x="53" y="34"/>
                  <a:pt x="55" y="32"/>
                  <a:pt x="58" y="32"/>
                </a:cubicBezTo>
                <a:cubicBezTo>
                  <a:pt x="61" y="32"/>
                  <a:pt x="64" y="35"/>
                  <a:pt x="64" y="38"/>
                </a:cubicBezTo>
                <a:cubicBezTo>
                  <a:pt x="64" y="38"/>
                  <a:pt x="64" y="38"/>
                  <a:pt x="64" y="38"/>
                </a:cubicBezTo>
                <a:cubicBezTo>
                  <a:pt x="64" y="40"/>
                  <a:pt x="64" y="40"/>
                  <a:pt x="64" y="40"/>
                </a:cubicBezTo>
                <a:cubicBezTo>
                  <a:pt x="70" y="40"/>
                  <a:pt x="70" y="40"/>
                  <a:pt x="70" y="40"/>
                </a:cubicBezTo>
                <a:cubicBezTo>
                  <a:pt x="73" y="40"/>
                  <a:pt x="76" y="38"/>
                  <a:pt x="77" y="35"/>
                </a:cubicBezTo>
                <a:cubicBezTo>
                  <a:pt x="79" y="24"/>
                  <a:pt x="79" y="24"/>
                  <a:pt x="79" y="24"/>
                </a:cubicBezTo>
                <a:cubicBezTo>
                  <a:pt x="79" y="23"/>
                  <a:pt x="79" y="21"/>
                  <a:pt x="78" y="20"/>
                </a:cubicBez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sp>
        <p:nvSpPr>
          <p:cNvPr id="45" name="Freeform 422">
            <a:extLst>
              <a:ext uri="{FF2B5EF4-FFF2-40B4-BE49-F238E27FC236}">
                <a16:creationId xmlns:a16="http://schemas.microsoft.com/office/drawing/2014/main" id="{8493F546-038B-0A07-2B22-93E343734D8C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20021" y="6554172"/>
            <a:ext cx="338260" cy="340402"/>
          </a:xfrm>
          <a:custGeom>
            <a:avLst/>
            <a:gdLst>
              <a:gd name="T0" fmla="*/ 54 w 64"/>
              <a:gd name="T1" fmla="*/ 64 h 64"/>
              <a:gd name="T2" fmla="*/ 44 w 64"/>
              <a:gd name="T3" fmla="*/ 59 h 64"/>
              <a:gd name="T4" fmla="*/ 44 w 64"/>
              <a:gd name="T5" fmla="*/ 58 h 64"/>
              <a:gd name="T6" fmla="*/ 44 w 64"/>
              <a:gd name="T7" fmla="*/ 42 h 64"/>
              <a:gd name="T8" fmla="*/ 44 w 64"/>
              <a:gd name="T9" fmla="*/ 41 h 64"/>
              <a:gd name="T10" fmla="*/ 54 w 64"/>
              <a:gd name="T11" fmla="*/ 36 h 64"/>
              <a:gd name="T12" fmla="*/ 60 w 64"/>
              <a:gd name="T13" fmla="*/ 38 h 64"/>
              <a:gd name="T14" fmla="*/ 60 w 64"/>
              <a:gd name="T15" fmla="*/ 22 h 64"/>
              <a:gd name="T16" fmla="*/ 32 w 64"/>
              <a:gd name="T17" fmla="*/ 4 h 64"/>
              <a:gd name="T18" fmla="*/ 32 w 64"/>
              <a:gd name="T19" fmla="*/ 4 h 64"/>
              <a:gd name="T20" fmla="*/ 4 w 64"/>
              <a:gd name="T21" fmla="*/ 22 h 64"/>
              <a:gd name="T22" fmla="*/ 4 w 64"/>
              <a:gd name="T23" fmla="*/ 38 h 64"/>
              <a:gd name="T24" fmla="*/ 10 w 64"/>
              <a:gd name="T25" fmla="*/ 36 h 64"/>
              <a:gd name="T26" fmla="*/ 20 w 64"/>
              <a:gd name="T27" fmla="*/ 41 h 64"/>
              <a:gd name="T28" fmla="*/ 20 w 64"/>
              <a:gd name="T29" fmla="*/ 42 h 64"/>
              <a:gd name="T30" fmla="*/ 20 w 64"/>
              <a:gd name="T31" fmla="*/ 58 h 64"/>
              <a:gd name="T32" fmla="*/ 20 w 64"/>
              <a:gd name="T33" fmla="*/ 59 h 64"/>
              <a:gd name="T34" fmla="*/ 10 w 64"/>
              <a:gd name="T35" fmla="*/ 64 h 64"/>
              <a:gd name="T36" fmla="*/ 0 w 64"/>
              <a:gd name="T37" fmla="*/ 59 h 64"/>
              <a:gd name="T38" fmla="*/ 0 w 64"/>
              <a:gd name="T39" fmla="*/ 58 h 64"/>
              <a:gd name="T40" fmla="*/ 0 w 64"/>
              <a:gd name="T41" fmla="*/ 42 h 64"/>
              <a:gd name="T42" fmla="*/ 0 w 64"/>
              <a:gd name="T43" fmla="*/ 42 h 64"/>
              <a:gd name="T44" fmla="*/ 0 w 64"/>
              <a:gd name="T45" fmla="*/ 22 h 64"/>
              <a:gd name="T46" fmla="*/ 32 w 64"/>
              <a:gd name="T47" fmla="*/ 0 h 64"/>
              <a:gd name="T48" fmla="*/ 32 w 64"/>
              <a:gd name="T49" fmla="*/ 0 h 64"/>
              <a:gd name="T50" fmla="*/ 64 w 64"/>
              <a:gd name="T51" fmla="*/ 22 h 64"/>
              <a:gd name="T52" fmla="*/ 64 w 64"/>
              <a:gd name="T53" fmla="*/ 42 h 64"/>
              <a:gd name="T54" fmla="*/ 64 w 64"/>
              <a:gd name="T55" fmla="*/ 42 h 64"/>
              <a:gd name="T56" fmla="*/ 64 w 64"/>
              <a:gd name="T57" fmla="*/ 58 h 64"/>
              <a:gd name="T58" fmla="*/ 64 w 64"/>
              <a:gd name="T59" fmla="*/ 59 h 64"/>
              <a:gd name="T60" fmla="*/ 54 w 64"/>
              <a:gd name="T61" fmla="*/ 64 h 64"/>
              <a:gd name="T62" fmla="*/ 48 w 64"/>
              <a:gd name="T63" fmla="*/ 57 h 64"/>
              <a:gd name="T64" fmla="*/ 54 w 64"/>
              <a:gd name="T65" fmla="*/ 60 h 64"/>
              <a:gd name="T66" fmla="*/ 60 w 64"/>
              <a:gd name="T67" fmla="*/ 57 h 64"/>
              <a:gd name="T68" fmla="*/ 60 w 64"/>
              <a:gd name="T69" fmla="*/ 43 h 64"/>
              <a:gd name="T70" fmla="*/ 54 w 64"/>
              <a:gd name="T71" fmla="*/ 40 h 64"/>
              <a:gd name="T72" fmla="*/ 48 w 64"/>
              <a:gd name="T73" fmla="*/ 43 h 64"/>
              <a:gd name="T74" fmla="*/ 48 w 64"/>
              <a:gd name="T75" fmla="*/ 57 h 64"/>
              <a:gd name="T76" fmla="*/ 4 w 64"/>
              <a:gd name="T77" fmla="*/ 57 h 64"/>
              <a:gd name="T78" fmla="*/ 10 w 64"/>
              <a:gd name="T79" fmla="*/ 60 h 64"/>
              <a:gd name="T80" fmla="*/ 16 w 64"/>
              <a:gd name="T81" fmla="*/ 57 h 64"/>
              <a:gd name="T82" fmla="*/ 16 w 64"/>
              <a:gd name="T83" fmla="*/ 43 h 64"/>
              <a:gd name="T84" fmla="*/ 10 w 64"/>
              <a:gd name="T85" fmla="*/ 40 h 64"/>
              <a:gd name="T86" fmla="*/ 4 w 64"/>
              <a:gd name="T87" fmla="*/ 43 h 64"/>
              <a:gd name="T88" fmla="*/ 4 w 64"/>
              <a:gd name="T89" fmla="*/ 57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64" h="64">
                <a:moveTo>
                  <a:pt x="54" y="64"/>
                </a:moveTo>
                <a:cubicBezTo>
                  <a:pt x="53" y="64"/>
                  <a:pt x="48" y="64"/>
                  <a:pt x="44" y="59"/>
                </a:cubicBezTo>
                <a:cubicBezTo>
                  <a:pt x="44" y="59"/>
                  <a:pt x="44" y="58"/>
                  <a:pt x="44" y="58"/>
                </a:cubicBezTo>
                <a:cubicBezTo>
                  <a:pt x="44" y="42"/>
                  <a:pt x="44" y="42"/>
                  <a:pt x="44" y="42"/>
                </a:cubicBezTo>
                <a:cubicBezTo>
                  <a:pt x="44" y="42"/>
                  <a:pt x="44" y="41"/>
                  <a:pt x="44" y="41"/>
                </a:cubicBezTo>
                <a:cubicBezTo>
                  <a:pt x="45" y="40"/>
                  <a:pt x="48" y="36"/>
                  <a:pt x="54" y="36"/>
                </a:cubicBezTo>
                <a:cubicBezTo>
                  <a:pt x="55" y="36"/>
                  <a:pt x="57" y="36"/>
                  <a:pt x="60" y="38"/>
                </a:cubicBezTo>
                <a:cubicBezTo>
                  <a:pt x="60" y="22"/>
                  <a:pt x="60" y="22"/>
                  <a:pt x="60" y="22"/>
                </a:cubicBezTo>
                <a:cubicBezTo>
                  <a:pt x="60" y="20"/>
                  <a:pt x="55" y="4"/>
                  <a:pt x="32" y="4"/>
                </a:cubicBezTo>
                <a:cubicBezTo>
                  <a:pt x="32" y="4"/>
                  <a:pt x="32" y="4"/>
                  <a:pt x="32" y="4"/>
                </a:cubicBezTo>
                <a:cubicBezTo>
                  <a:pt x="8" y="4"/>
                  <a:pt x="4" y="22"/>
                  <a:pt x="4" y="22"/>
                </a:cubicBezTo>
                <a:cubicBezTo>
                  <a:pt x="4" y="38"/>
                  <a:pt x="4" y="38"/>
                  <a:pt x="4" y="38"/>
                </a:cubicBezTo>
                <a:cubicBezTo>
                  <a:pt x="6" y="37"/>
                  <a:pt x="8" y="36"/>
                  <a:pt x="10" y="36"/>
                </a:cubicBezTo>
                <a:cubicBezTo>
                  <a:pt x="11" y="36"/>
                  <a:pt x="16" y="36"/>
                  <a:pt x="20" y="41"/>
                </a:cubicBezTo>
                <a:cubicBezTo>
                  <a:pt x="20" y="41"/>
                  <a:pt x="20" y="42"/>
                  <a:pt x="20" y="42"/>
                </a:cubicBezTo>
                <a:cubicBezTo>
                  <a:pt x="20" y="58"/>
                  <a:pt x="20" y="58"/>
                  <a:pt x="20" y="58"/>
                </a:cubicBezTo>
                <a:cubicBezTo>
                  <a:pt x="20" y="58"/>
                  <a:pt x="20" y="59"/>
                  <a:pt x="20" y="59"/>
                </a:cubicBezTo>
                <a:cubicBezTo>
                  <a:pt x="19" y="60"/>
                  <a:pt x="16" y="64"/>
                  <a:pt x="10" y="64"/>
                </a:cubicBezTo>
                <a:cubicBezTo>
                  <a:pt x="9" y="64"/>
                  <a:pt x="4" y="64"/>
                  <a:pt x="0" y="59"/>
                </a:cubicBezTo>
                <a:cubicBezTo>
                  <a:pt x="0" y="59"/>
                  <a:pt x="0" y="58"/>
                  <a:pt x="0" y="58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42"/>
                  <a:pt x="0" y="42"/>
                  <a:pt x="0" y="42"/>
                </a:cubicBezTo>
                <a:cubicBezTo>
                  <a:pt x="0" y="22"/>
                  <a:pt x="0" y="22"/>
                  <a:pt x="0" y="22"/>
                </a:cubicBezTo>
                <a:cubicBezTo>
                  <a:pt x="0" y="21"/>
                  <a:pt x="5" y="0"/>
                  <a:pt x="32" y="0"/>
                </a:cubicBezTo>
                <a:cubicBezTo>
                  <a:pt x="32" y="0"/>
                  <a:pt x="32" y="0"/>
                  <a:pt x="32" y="0"/>
                </a:cubicBezTo>
                <a:cubicBezTo>
                  <a:pt x="59" y="0"/>
                  <a:pt x="64" y="21"/>
                  <a:pt x="64" y="2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42"/>
                  <a:pt x="64" y="42"/>
                  <a:pt x="64" y="42"/>
                </a:cubicBezTo>
                <a:cubicBezTo>
                  <a:pt x="64" y="58"/>
                  <a:pt x="64" y="58"/>
                  <a:pt x="64" y="58"/>
                </a:cubicBezTo>
                <a:cubicBezTo>
                  <a:pt x="64" y="58"/>
                  <a:pt x="64" y="59"/>
                  <a:pt x="64" y="59"/>
                </a:cubicBezTo>
                <a:cubicBezTo>
                  <a:pt x="63" y="60"/>
                  <a:pt x="60" y="64"/>
                  <a:pt x="54" y="64"/>
                </a:cubicBezTo>
                <a:close/>
                <a:moveTo>
                  <a:pt x="48" y="57"/>
                </a:moveTo>
                <a:cubicBezTo>
                  <a:pt x="50" y="60"/>
                  <a:pt x="54" y="60"/>
                  <a:pt x="54" y="60"/>
                </a:cubicBezTo>
                <a:cubicBezTo>
                  <a:pt x="57" y="60"/>
                  <a:pt x="59" y="58"/>
                  <a:pt x="60" y="57"/>
                </a:cubicBezTo>
                <a:cubicBezTo>
                  <a:pt x="60" y="43"/>
                  <a:pt x="60" y="43"/>
                  <a:pt x="60" y="43"/>
                </a:cubicBezTo>
                <a:cubicBezTo>
                  <a:pt x="58" y="40"/>
                  <a:pt x="54" y="40"/>
                  <a:pt x="54" y="40"/>
                </a:cubicBezTo>
                <a:cubicBezTo>
                  <a:pt x="51" y="40"/>
                  <a:pt x="49" y="42"/>
                  <a:pt x="48" y="43"/>
                </a:cubicBezTo>
                <a:lnTo>
                  <a:pt x="48" y="57"/>
                </a:lnTo>
                <a:close/>
                <a:moveTo>
                  <a:pt x="4" y="57"/>
                </a:moveTo>
                <a:cubicBezTo>
                  <a:pt x="6" y="60"/>
                  <a:pt x="10" y="60"/>
                  <a:pt x="10" y="60"/>
                </a:cubicBezTo>
                <a:cubicBezTo>
                  <a:pt x="13" y="60"/>
                  <a:pt x="15" y="58"/>
                  <a:pt x="16" y="57"/>
                </a:cubicBezTo>
                <a:cubicBezTo>
                  <a:pt x="16" y="43"/>
                  <a:pt x="16" y="43"/>
                  <a:pt x="16" y="43"/>
                </a:cubicBezTo>
                <a:cubicBezTo>
                  <a:pt x="14" y="40"/>
                  <a:pt x="10" y="40"/>
                  <a:pt x="10" y="40"/>
                </a:cubicBezTo>
                <a:cubicBezTo>
                  <a:pt x="7" y="40"/>
                  <a:pt x="5" y="42"/>
                  <a:pt x="4" y="43"/>
                </a:cubicBezTo>
                <a:lnTo>
                  <a:pt x="4" y="57"/>
                </a:lnTo>
                <a:close/>
              </a:path>
            </a:pathLst>
          </a:custGeom>
          <a:solidFill>
            <a:srgbClr val="00806E"/>
          </a:solidFill>
          <a:ln>
            <a:noFill/>
          </a:ln>
        </p:spPr>
        <p:txBody>
          <a:bodyPr vert="horz" wrap="square" lIns="91422" tIns="45710" rIns="91422" bIns="45710" numCol="1" anchor="t" anchorCtr="0" compatLnSpc="1">
            <a:prstTxWarp prst="textNoShape">
              <a:avLst/>
            </a:prstTxWarp>
          </a:bodyPr>
          <a:lstStyle/>
          <a:p>
            <a:endParaRPr lang="en-GB" sz="1036">
              <a:latin typeface="The Group TEXT" panose="00000500000000000000" pitchFamily="2" charset="0"/>
            </a:endParaRPr>
          </a:p>
        </p:txBody>
      </p:sp>
      <p:grpSp>
        <p:nvGrpSpPr>
          <p:cNvPr id="47" name="Gruppieren 46">
            <a:extLst>
              <a:ext uri="{FF2B5EF4-FFF2-40B4-BE49-F238E27FC236}">
                <a16:creationId xmlns:a16="http://schemas.microsoft.com/office/drawing/2014/main" id="{83527D5D-5C00-4FBA-7B6B-F39C06424AEB}"/>
              </a:ext>
            </a:extLst>
          </p:cNvPr>
          <p:cNvGrpSpPr>
            <a:grpSpLocks noChangeAspect="1"/>
          </p:cNvGrpSpPr>
          <p:nvPr/>
        </p:nvGrpSpPr>
        <p:grpSpPr>
          <a:xfrm>
            <a:off x="823833" y="5101121"/>
            <a:ext cx="348546" cy="370604"/>
            <a:chOff x="11466513" y="1004888"/>
            <a:chExt cx="250825" cy="266699"/>
          </a:xfrm>
          <a:solidFill>
            <a:srgbClr val="00806E"/>
          </a:solidFill>
        </p:grpSpPr>
        <p:sp>
          <p:nvSpPr>
            <p:cNvPr id="48" name="Freeform 109">
              <a:extLst>
                <a:ext uri="{FF2B5EF4-FFF2-40B4-BE49-F238E27FC236}">
                  <a16:creationId xmlns:a16="http://schemas.microsoft.com/office/drawing/2014/main" id="{FE7D44D7-BB59-597C-9672-0BB240F48E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66513" y="1004888"/>
              <a:ext cx="250825" cy="266699"/>
            </a:xfrm>
            <a:custGeom>
              <a:avLst/>
              <a:gdLst>
                <a:gd name="T0" fmla="*/ 62 w 64"/>
                <a:gd name="T1" fmla="*/ 4 h 68"/>
                <a:gd name="T2" fmla="*/ 44 w 64"/>
                <a:gd name="T3" fmla="*/ 4 h 68"/>
                <a:gd name="T4" fmla="*/ 44 w 64"/>
                <a:gd name="T5" fmla="*/ 0 h 68"/>
                <a:gd name="T6" fmla="*/ 40 w 64"/>
                <a:gd name="T7" fmla="*/ 0 h 68"/>
                <a:gd name="T8" fmla="*/ 40 w 64"/>
                <a:gd name="T9" fmla="*/ 16 h 68"/>
                <a:gd name="T10" fmla="*/ 44 w 64"/>
                <a:gd name="T11" fmla="*/ 16 h 68"/>
                <a:gd name="T12" fmla="*/ 44 w 64"/>
                <a:gd name="T13" fmla="*/ 8 h 68"/>
                <a:gd name="T14" fmla="*/ 60 w 64"/>
                <a:gd name="T15" fmla="*/ 8 h 68"/>
                <a:gd name="T16" fmla="*/ 60 w 64"/>
                <a:gd name="T17" fmla="*/ 64 h 68"/>
                <a:gd name="T18" fmla="*/ 4 w 64"/>
                <a:gd name="T19" fmla="*/ 64 h 68"/>
                <a:gd name="T20" fmla="*/ 4 w 64"/>
                <a:gd name="T21" fmla="*/ 8 h 68"/>
                <a:gd name="T22" fmla="*/ 12 w 64"/>
                <a:gd name="T23" fmla="*/ 8 h 68"/>
                <a:gd name="T24" fmla="*/ 12 w 64"/>
                <a:gd name="T25" fmla="*/ 4 h 68"/>
                <a:gd name="T26" fmla="*/ 2 w 64"/>
                <a:gd name="T27" fmla="*/ 4 h 68"/>
                <a:gd name="T28" fmla="*/ 0 w 64"/>
                <a:gd name="T29" fmla="*/ 6 h 68"/>
                <a:gd name="T30" fmla="*/ 0 w 64"/>
                <a:gd name="T31" fmla="*/ 66 h 68"/>
                <a:gd name="T32" fmla="*/ 2 w 64"/>
                <a:gd name="T33" fmla="*/ 68 h 68"/>
                <a:gd name="T34" fmla="*/ 62 w 64"/>
                <a:gd name="T35" fmla="*/ 68 h 68"/>
                <a:gd name="T36" fmla="*/ 64 w 64"/>
                <a:gd name="T37" fmla="*/ 66 h 68"/>
                <a:gd name="T38" fmla="*/ 64 w 64"/>
                <a:gd name="T39" fmla="*/ 6 h 68"/>
                <a:gd name="T40" fmla="*/ 62 w 64"/>
                <a:gd name="T41" fmla="*/ 4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4" h="68">
                  <a:moveTo>
                    <a:pt x="62" y="4"/>
                  </a:moveTo>
                  <a:cubicBezTo>
                    <a:pt x="44" y="4"/>
                    <a:pt x="44" y="4"/>
                    <a:pt x="4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0" y="16"/>
                    <a:pt x="40" y="16"/>
                    <a:pt x="40" y="16"/>
                  </a:cubicBezTo>
                  <a:cubicBezTo>
                    <a:pt x="44" y="16"/>
                    <a:pt x="44" y="16"/>
                    <a:pt x="44" y="16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60" y="8"/>
                    <a:pt x="60" y="8"/>
                    <a:pt x="60" y="8"/>
                  </a:cubicBezTo>
                  <a:cubicBezTo>
                    <a:pt x="60" y="64"/>
                    <a:pt x="60" y="64"/>
                    <a:pt x="60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12" y="8"/>
                    <a:pt x="12" y="8"/>
                    <a:pt x="12" y="8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5"/>
                    <a:pt x="0" y="6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0" y="67"/>
                    <a:pt x="1" y="68"/>
                    <a:pt x="2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3" y="68"/>
                    <a:pt x="64" y="67"/>
                    <a:pt x="64" y="66"/>
                  </a:cubicBezTo>
                  <a:cubicBezTo>
                    <a:pt x="64" y="6"/>
                    <a:pt x="64" y="6"/>
                    <a:pt x="64" y="6"/>
                  </a:cubicBezTo>
                  <a:cubicBezTo>
                    <a:pt x="64" y="5"/>
                    <a:pt x="63" y="4"/>
                    <a:pt x="6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49" name="Freeform 110">
              <a:extLst>
                <a:ext uri="{FF2B5EF4-FFF2-40B4-BE49-F238E27FC236}">
                  <a16:creationId xmlns:a16="http://schemas.microsoft.com/office/drawing/2014/main" id="{E95DDD98-DD1F-CB5D-39F2-F323DBA4B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44300" y="1004888"/>
              <a:ext cx="47625" cy="61912"/>
            </a:xfrm>
            <a:custGeom>
              <a:avLst/>
              <a:gdLst>
                <a:gd name="T0" fmla="*/ 30 w 30"/>
                <a:gd name="T1" fmla="*/ 9 h 39"/>
                <a:gd name="T2" fmla="*/ 10 w 30"/>
                <a:gd name="T3" fmla="*/ 9 h 39"/>
                <a:gd name="T4" fmla="*/ 10 w 30"/>
                <a:gd name="T5" fmla="*/ 0 h 39"/>
                <a:gd name="T6" fmla="*/ 0 w 30"/>
                <a:gd name="T7" fmla="*/ 0 h 39"/>
                <a:gd name="T8" fmla="*/ 0 w 30"/>
                <a:gd name="T9" fmla="*/ 39 h 39"/>
                <a:gd name="T10" fmla="*/ 10 w 30"/>
                <a:gd name="T11" fmla="*/ 39 h 39"/>
                <a:gd name="T12" fmla="*/ 10 w 30"/>
                <a:gd name="T13" fmla="*/ 19 h 39"/>
                <a:gd name="T14" fmla="*/ 30 w 30"/>
                <a:gd name="T15" fmla="*/ 19 h 39"/>
                <a:gd name="T16" fmla="*/ 30 w 30"/>
                <a:gd name="T17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9">
                  <a:moveTo>
                    <a:pt x="30" y="9"/>
                  </a:moveTo>
                  <a:lnTo>
                    <a:pt x="10" y="9"/>
                  </a:lnTo>
                  <a:lnTo>
                    <a:pt x="10" y="0"/>
                  </a:lnTo>
                  <a:lnTo>
                    <a:pt x="0" y="0"/>
                  </a:lnTo>
                  <a:lnTo>
                    <a:pt x="0" y="39"/>
                  </a:lnTo>
                  <a:lnTo>
                    <a:pt x="10" y="39"/>
                  </a:lnTo>
                  <a:lnTo>
                    <a:pt x="10" y="19"/>
                  </a:lnTo>
                  <a:lnTo>
                    <a:pt x="30" y="19"/>
                  </a:lnTo>
                  <a:lnTo>
                    <a:pt x="3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0" name="Freeform 111">
              <a:extLst>
                <a:ext uri="{FF2B5EF4-FFF2-40B4-BE49-F238E27FC236}">
                  <a16:creationId xmlns:a16="http://schemas.microsoft.com/office/drawing/2014/main" id="{4B65B90B-49FA-42CE-266F-7DA34D3E1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04613" y="1093788"/>
              <a:ext cx="76200" cy="130175"/>
            </a:xfrm>
            <a:custGeom>
              <a:avLst/>
              <a:gdLst>
                <a:gd name="T0" fmla="*/ 7 w 19"/>
                <a:gd name="T1" fmla="*/ 30 h 33"/>
                <a:gd name="T2" fmla="*/ 0 w 19"/>
                <a:gd name="T3" fmla="*/ 29 h 33"/>
                <a:gd name="T4" fmla="*/ 0 w 19"/>
                <a:gd name="T5" fmla="*/ 33 h 33"/>
                <a:gd name="T6" fmla="*/ 3 w 19"/>
                <a:gd name="T7" fmla="*/ 33 h 33"/>
                <a:gd name="T8" fmla="*/ 7 w 19"/>
                <a:gd name="T9" fmla="*/ 33 h 33"/>
                <a:gd name="T10" fmla="*/ 12 w 19"/>
                <a:gd name="T11" fmla="*/ 33 h 33"/>
                <a:gd name="T12" fmla="*/ 16 w 19"/>
                <a:gd name="T13" fmla="*/ 31 h 33"/>
                <a:gd name="T14" fmla="*/ 18 w 19"/>
                <a:gd name="T15" fmla="*/ 27 h 33"/>
                <a:gd name="T16" fmla="*/ 19 w 19"/>
                <a:gd name="T17" fmla="*/ 23 h 33"/>
                <a:gd name="T18" fmla="*/ 19 w 19"/>
                <a:gd name="T19" fmla="*/ 20 h 33"/>
                <a:gd name="T20" fmla="*/ 17 w 19"/>
                <a:gd name="T21" fmla="*/ 18 h 33"/>
                <a:gd name="T22" fmla="*/ 15 w 19"/>
                <a:gd name="T23" fmla="*/ 16 h 33"/>
                <a:gd name="T24" fmla="*/ 12 w 19"/>
                <a:gd name="T25" fmla="*/ 15 h 33"/>
                <a:gd name="T26" fmla="*/ 12 w 19"/>
                <a:gd name="T27" fmla="*/ 15 h 33"/>
                <a:gd name="T28" fmla="*/ 17 w 19"/>
                <a:gd name="T29" fmla="*/ 13 h 33"/>
                <a:gd name="T30" fmla="*/ 18 w 19"/>
                <a:gd name="T31" fmla="*/ 8 h 33"/>
                <a:gd name="T32" fmla="*/ 16 w 19"/>
                <a:gd name="T33" fmla="*/ 2 h 33"/>
                <a:gd name="T34" fmla="*/ 9 w 19"/>
                <a:gd name="T35" fmla="*/ 0 h 33"/>
                <a:gd name="T36" fmla="*/ 5 w 19"/>
                <a:gd name="T37" fmla="*/ 1 h 33"/>
                <a:gd name="T38" fmla="*/ 1 w 19"/>
                <a:gd name="T39" fmla="*/ 2 h 33"/>
                <a:gd name="T40" fmla="*/ 1 w 19"/>
                <a:gd name="T41" fmla="*/ 6 h 33"/>
                <a:gd name="T42" fmla="*/ 4 w 19"/>
                <a:gd name="T43" fmla="*/ 4 h 33"/>
                <a:gd name="T44" fmla="*/ 8 w 19"/>
                <a:gd name="T45" fmla="*/ 4 h 33"/>
                <a:gd name="T46" fmla="*/ 12 w 19"/>
                <a:gd name="T47" fmla="*/ 5 h 33"/>
                <a:gd name="T48" fmla="*/ 14 w 19"/>
                <a:gd name="T49" fmla="*/ 8 h 33"/>
                <a:gd name="T50" fmla="*/ 11 w 19"/>
                <a:gd name="T51" fmla="*/ 13 h 33"/>
                <a:gd name="T52" fmla="*/ 3 w 19"/>
                <a:gd name="T53" fmla="*/ 14 h 33"/>
                <a:gd name="T54" fmla="*/ 2 w 19"/>
                <a:gd name="T55" fmla="*/ 14 h 33"/>
                <a:gd name="T56" fmla="*/ 2 w 19"/>
                <a:gd name="T57" fmla="*/ 18 h 33"/>
                <a:gd name="T58" fmla="*/ 4 w 19"/>
                <a:gd name="T59" fmla="*/ 18 h 33"/>
                <a:gd name="T60" fmla="*/ 7 w 19"/>
                <a:gd name="T61" fmla="*/ 18 h 33"/>
                <a:gd name="T62" fmla="*/ 12 w 19"/>
                <a:gd name="T63" fmla="*/ 19 h 33"/>
                <a:gd name="T64" fmla="*/ 14 w 19"/>
                <a:gd name="T65" fmla="*/ 24 h 33"/>
                <a:gd name="T66" fmla="*/ 13 w 19"/>
                <a:gd name="T67" fmla="*/ 28 h 33"/>
                <a:gd name="T68" fmla="*/ 7 w 19"/>
                <a:gd name="T69" fmla="*/ 3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" h="33">
                  <a:moveTo>
                    <a:pt x="7" y="30"/>
                  </a:moveTo>
                  <a:cubicBezTo>
                    <a:pt x="5" y="30"/>
                    <a:pt x="3" y="29"/>
                    <a:pt x="0" y="29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1" y="33"/>
                    <a:pt x="2" y="33"/>
                    <a:pt x="3" y="33"/>
                  </a:cubicBezTo>
                  <a:cubicBezTo>
                    <a:pt x="4" y="33"/>
                    <a:pt x="5" y="33"/>
                    <a:pt x="7" y="33"/>
                  </a:cubicBezTo>
                  <a:cubicBezTo>
                    <a:pt x="9" y="33"/>
                    <a:pt x="10" y="33"/>
                    <a:pt x="12" y="33"/>
                  </a:cubicBezTo>
                  <a:cubicBezTo>
                    <a:pt x="13" y="32"/>
                    <a:pt x="15" y="31"/>
                    <a:pt x="16" y="31"/>
                  </a:cubicBezTo>
                  <a:cubicBezTo>
                    <a:pt x="17" y="30"/>
                    <a:pt x="18" y="29"/>
                    <a:pt x="18" y="27"/>
                  </a:cubicBezTo>
                  <a:cubicBezTo>
                    <a:pt x="19" y="26"/>
                    <a:pt x="19" y="25"/>
                    <a:pt x="19" y="23"/>
                  </a:cubicBezTo>
                  <a:cubicBezTo>
                    <a:pt x="19" y="22"/>
                    <a:pt x="19" y="21"/>
                    <a:pt x="19" y="20"/>
                  </a:cubicBezTo>
                  <a:cubicBezTo>
                    <a:pt x="18" y="19"/>
                    <a:pt x="18" y="19"/>
                    <a:pt x="17" y="18"/>
                  </a:cubicBezTo>
                  <a:cubicBezTo>
                    <a:pt x="17" y="17"/>
                    <a:pt x="16" y="17"/>
                    <a:pt x="15" y="16"/>
                  </a:cubicBezTo>
                  <a:cubicBezTo>
                    <a:pt x="14" y="16"/>
                    <a:pt x="13" y="16"/>
                    <a:pt x="12" y="15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14" y="15"/>
                    <a:pt x="16" y="14"/>
                    <a:pt x="17" y="13"/>
                  </a:cubicBezTo>
                  <a:cubicBezTo>
                    <a:pt x="18" y="11"/>
                    <a:pt x="18" y="10"/>
                    <a:pt x="18" y="8"/>
                  </a:cubicBezTo>
                  <a:cubicBezTo>
                    <a:pt x="18" y="5"/>
                    <a:pt x="18" y="4"/>
                    <a:pt x="16" y="2"/>
                  </a:cubicBezTo>
                  <a:cubicBezTo>
                    <a:pt x="14" y="1"/>
                    <a:pt x="12" y="0"/>
                    <a:pt x="9" y="0"/>
                  </a:cubicBezTo>
                  <a:cubicBezTo>
                    <a:pt x="7" y="0"/>
                    <a:pt x="6" y="0"/>
                    <a:pt x="5" y="1"/>
                  </a:cubicBezTo>
                  <a:cubicBezTo>
                    <a:pt x="3" y="1"/>
                    <a:pt x="2" y="1"/>
                    <a:pt x="1" y="2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5"/>
                    <a:pt x="4" y="4"/>
                  </a:cubicBezTo>
                  <a:cubicBezTo>
                    <a:pt x="6" y="4"/>
                    <a:pt x="7" y="4"/>
                    <a:pt x="8" y="4"/>
                  </a:cubicBezTo>
                  <a:cubicBezTo>
                    <a:pt x="10" y="4"/>
                    <a:pt x="11" y="4"/>
                    <a:pt x="12" y="5"/>
                  </a:cubicBezTo>
                  <a:cubicBezTo>
                    <a:pt x="13" y="6"/>
                    <a:pt x="14" y="7"/>
                    <a:pt x="14" y="8"/>
                  </a:cubicBezTo>
                  <a:cubicBezTo>
                    <a:pt x="14" y="10"/>
                    <a:pt x="13" y="12"/>
                    <a:pt x="11" y="13"/>
                  </a:cubicBezTo>
                  <a:cubicBezTo>
                    <a:pt x="9" y="14"/>
                    <a:pt x="7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3" y="18"/>
                    <a:pt x="3" y="18"/>
                    <a:pt x="4" y="18"/>
                  </a:cubicBezTo>
                  <a:cubicBezTo>
                    <a:pt x="5" y="18"/>
                    <a:pt x="6" y="18"/>
                    <a:pt x="7" y="18"/>
                  </a:cubicBezTo>
                  <a:cubicBezTo>
                    <a:pt x="9" y="18"/>
                    <a:pt x="11" y="18"/>
                    <a:pt x="12" y="19"/>
                  </a:cubicBezTo>
                  <a:cubicBezTo>
                    <a:pt x="14" y="20"/>
                    <a:pt x="14" y="22"/>
                    <a:pt x="14" y="24"/>
                  </a:cubicBezTo>
                  <a:cubicBezTo>
                    <a:pt x="14" y="26"/>
                    <a:pt x="14" y="27"/>
                    <a:pt x="13" y="28"/>
                  </a:cubicBezTo>
                  <a:cubicBezTo>
                    <a:pt x="11" y="29"/>
                    <a:pt x="9" y="30"/>
                    <a:pt x="7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  <p:sp>
          <p:nvSpPr>
            <p:cNvPr id="51" name="Freeform 112">
              <a:extLst>
                <a:ext uri="{FF2B5EF4-FFF2-40B4-BE49-F238E27FC236}">
                  <a16:creationId xmlns:a16="http://schemas.microsoft.com/office/drawing/2014/main" id="{0A027E3C-91FF-C67C-DEA7-D3AD3A9C3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99863" y="1098550"/>
              <a:ext cx="82550" cy="125412"/>
            </a:xfrm>
            <a:custGeom>
              <a:avLst/>
              <a:gdLst>
                <a:gd name="T0" fmla="*/ 25 w 52"/>
                <a:gd name="T1" fmla="*/ 0 h 79"/>
                <a:gd name="T2" fmla="*/ 2 w 52"/>
                <a:gd name="T3" fmla="*/ 7 h 79"/>
                <a:gd name="T4" fmla="*/ 2 w 52"/>
                <a:gd name="T5" fmla="*/ 17 h 79"/>
                <a:gd name="T6" fmla="*/ 22 w 52"/>
                <a:gd name="T7" fmla="*/ 10 h 79"/>
                <a:gd name="T8" fmla="*/ 22 w 52"/>
                <a:gd name="T9" fmla="*/ 69 h 79"/>
                <a:gd name="T10" fmla="*/ 0 w 52"/>
                <a:gd name="T11" fmla="*/ 69 h 79"/>
                <a:gd name="T12" fmla="*/ 0 w 52"/>
                <a:gd name="T13" fmla="*/ 79 h 79"/>
                <a:gd name="T14" fmla="*/ 52 w 52"/>
                <a:gd name="T15" fmla="*/ 79 h 79"/>
                <a:gd name="T16" fmla="*/ 52 w 52"/>
                <a:gd name="T17" fmla="*/ 69 h 79"/>
                <a:gd name="T18" fmla="*/ 32 w 52"/>
                <a:gd name="T19" fmla="*/ 69 h 79"/>
                <a:gd name="T20" fmla="*/ 32 w 52"/>
                <a:gd name="T21" fmla="*/ 0 h 79"/>
                <a:gd name="T22" fmla="*/ 25 w 52"/>
                <a:gd name="T23" fmla="*/ 0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" h="79">
                  <a:moveTo>
                    <a:pt x="25" y="0"/>
                  </a:moveTo>
                  <a:lnTo>
                    <a:pt x="2" y="7"/>
                  </a:lnTo>
                  <a:lnTo>
                    <a:pt x="2" y="17"/>
                  </a:lnTo>
                  <a:lnTo>
                    <a:pt x="22" y="10"/>
                  </a:lnTo>
                  <a:lnTo>
                    <a:pt x="22" y="69"/>
                  </a:lnTo>
                  <a:lnTo>
                    <a:pt x="0" y="69"/>
                  </a:lnTo>
                  <a:lnTo>
                    <a:pt x="0" y="79"/>
                  </a:lnTo>
                  <a:lnTo>
                    <a:pt x="52" y="79"/>
                  </a:lnTo>
                  <a:lnTo>
                    <a:pt x="52" y="69"/>
                  </a:lnTo>
                  <a:lnTo>
                    <a:pt x="32" y="69"/>
                  </a:lnTo>
                  <a:lnTo>
                    <a:pt x="32" y="0"/>
                  </a:lnTo>
                  <a:lnTo>
                    <a:pt x="2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22" tIns="45710" rIns="91422" bIns="45710" numCol="1" anchor="t" anchorCtr="0" compatLnSpc="1">
              <a:prstTxWarp prst="textNoShape">
                <a:avLst/>
              </a:prstTxWarp>
            </a:bodyPr>
            <a:lstStyle/>
            <a:p>
              <a:endParaRPr lang="en-GB" sz="1036">
                <a:latin typeface="The Group TEXT" panose="00000500000000000000" pitchFamily="2" charset="0"/>
              </a:endParaRPr>
            </a:p>
          </p:txBody>
        </p:sp>
      </p:grpSp>
      <p:sp>
        <p:nvSpPr>
          <p:cNvPr id="53" name="Textfeld 52">
            <a:extLst>
              <a:ext uri="{FF2B5EF4-FFF2-40B4-BE49-F238E27FC236}">
                <a16:creationId xmlns:a16="http://schemas.microsoft.com/office/drawing/2014/main" id="{CE46D20E-DBC9-9472-32BE-43FEF913B516}"/>
              </a:ext>
            </a:extLst>
          </p:cNvPr>
          <p:cNvSpPr txBox="1"/>
          <p:nvPr/>
        </p:nvSpPr>
        <p:spPr>
          <a:xfrm>
            <a:off x="7675568" y="5059808"/>
            <a:ext cx="7118670" cy="267765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Lieblingsessen</a:t>
            </a:r>
            <a:r>
              <a:rPr lang="de-DE" sz="2400">
                <a:latin typeface="The Group TEXT"/>
                <a:cs typeface="Dubai Medium"/>
              </a:rPr>
              <a:t>: Pizza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Lieblingsfilm/-serie</a:t>
            </a:r>
            <a:r>
              <a:rPr lang="de-DE" sz="2400">
                <a:latin typeface="The Group TEXT"/>
                <a:cs typeface="Dubai Medium"/>
              </a:rPr>
              <a:t>: Snowfall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Hobbies</a:t>
            </a:r>
            <a:r>
              <a:rPr lang="de-DE" sz="2400">
                <a:latin typeface="The Group TEXT"/>
                <a:cs typeface="Dubai Medium"/>
              </a:rPr>
              <a:t>: Fußball, Musik</a:t>
            </a:r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endParaRPr lang="de-DE" sz="2400">
              <a:latin typeface="The Group TEXT" panose="00000500000000000000" pitchFamily="2" charset="0"/>
              <a:cs typeface="Dubai Medium" panose="020B0603030403030204" pitchFamily="34" charset="-78"/>
            </a:endParaRPr>
          </a:p>
          <a:p>
            <a:r>
              <a:rPr lang="de-DE" sz="2400" b="1">
                <a:solidFill>
                  <a:srgbClr val="00806E"/>
                </a:solidFill>
                <a:latin typeface="The Group TEXT"/>
                <a:cs typeface="Dubai Medium"/>
              </a:rPr>
              <a:t>Lieblingssport</a:t>
            </a:r>
            <a:r>
              <a:rPr lang="de-DE" sz="2400">
                <a:latin typeface="The Group TEXT"/>
                <a:cs typeface="Dubai Medium"/>
              </a:rPr>
              <a:t>: Fußball</a:t>
            </a:r>
          </a:p>
        </p:txBody>
      </p:sp>
      <p:grpSp>
        <p:nvGrpSpPr>
          <p:cNvPr id="54" name="Google Shape;9271;p60">
            <a:extLst>
              <a:ext uri="{FF2B5EF4-FFF2-40B4-BE49-F238E27FC236}">
                <a16:creationId xmlns:a16="http://schemas.microsoft.com/office/drawing/2014/main" id="{C09971C0-1FB2-9AEC-6DBD-1F26286F6085}"/>
              </a:ext>
            </a:extLst>
          </p:cNvPr>
          <p:cNvGrpSpPr/>
          <p:nvPr/>
        </p:nvGrpSpPr>
        <p:grpSpPr>
          <a:xfrm>
            <a:off x="7241658" y="5057580"/>
            <a:ext cx="410335" cy="355243"/>
            <a:chOff x="3564243" y="2289904"/>
            <a:chExt cx="422342" cy="355243"/>
          </a:xfrm>
          <a:solidFill>
            <a:srgbClr val="00806E"/>
          </a:solidFill>
        </p:grpSpPr>
        <p:sp>
          <p:nvSpPr>
            <p:cNvPr id="1047" name="Google Shape;9272;p60">
              <a:extLst>
                <a:ext uri="{FF2B5EF4-FFF2-40B4-BE49-F238E27FC236}">
                  <a16:creationId xmlns:a16="http://schemas.microsoft.com/office/drawing/2014/main" id="{32ACC58C-9BF7-5E6B-66BD-D8EAEF1A92D2}"/>
                </a:ext>
              </a:extLst>
            </p:cNvPr>
            <p:cNvSpPr/>
            <p:nvPr/>
          </p:nvSpPr>
          <p:spPr>
            <a:xfrm>
              <a:off x="3564243" y="2291587"/>
              <a:ext cx="66177" cy="351655"/>
            </a:xfrm>
            <a:custGeom>
              <a:avLst/>
              <a:gdLst/>
              <a:ahLst/>
              <a:cxnLst/>
              <a:rect l="l" t="t" r="r" b="b"/>
              <a:pathLst>
                <a:path w="2084" h="11074" extrusionOk="0">
                  <a:moveTo>
                    <a:pt x="1703" y="1918"/>
                  </a:moveTo>
                  <a:lnTo>
                    <a:pt x="1703" y="2727"/>
                  </a:lnTo>
                  <a:cubicBezTo>
                    <a:pt x="1703" y="2823"/>
                    <a:pt x="1667" y="2930"/>
                    <a:pt x="1608" y="2966"/>
                  </a:cubicBezTo>
                  <a:cubicBezTo>
                    <a:pt x="1453" y="3085"/>
                    <a:pt x="1298" y="3287"/>
                    <a:pt x="1239" y="3501"/>
                  </a:cubicBezTo>
                  <a:lnTo>
                    <a:pt x="834" y="3501"/>
                  </a:lnTo>
                  <a:cubicBezTo>
                    <a:pt x="798" y="3299"/>
                    <a:pt x="667" y="3085"/>
                    <a:pt x="524" y="2989"/>
                  </a:cubicBezTo>
                  <a:cubicBezTo>
                    <a:pt x="453" y="2942"/>
                    <a:pt x="393" y="2823"/>
                    <a:pt x="393" y="2727"/>
                  </a:cubicBezTo>
                  <a:lnTo>
                    <a:pt x="393" y="1918"/>
                  </a:lnTo>
                  <a:close/>
                  <a:moveTo>
                    <a:pt x="1227" y="3882"/>
                  </a:moveTo>
                  <a:lnTo>
                    <a:pt x="1227" y="5144"/>
                  </a:lnTo>
                  <a:cubicBezTo>
                    <a:pt x="1227" y="6359"/>
                    <a:pt x="1239" y="7549"/>
                    <a:pt x="1369" y="8752"/>
                  </a:cubicBezTo>
                  <a:cubicBezTo>
                    <a:pt x="1453" y="9478"/>
                    <a:pt x="1489" y="10085"/>
                    <a:pt x="1489" y="10205"/>
                  </a:cubicBezTo>
                  <a:cubicBezTo>
                    <a:pt x="1477" y="10478"/>
                    <a:pt x="1298" y="10681"/>
                    <a:pt x="1048" y="10681"/>
                  </a:cubicBezTo>
                  <a:cubicBezTo>
                    <a:pt x="798" y="10681"/>
                    <a:pt x="619" y="10490"/>
                    <a:pt x="619" y="10228"/>
                  </a:cubicBezTo>
                  <a:cubicBezTo>
                    <a:pt x="619" y="10097"/>
                    <a:pt x="655" y="9490"/>
                    <a:pt x="738" y="8764"/>
                  </a:cubicBezTo>
                  <a:cubicBezTo>
                    <a:pt x="869" y="7561"/>
                    <a:pt x="881" y="6371"/>
                    <a:pt x="881" y="5168"/>
                  </a:cubicBezTo>
                  <a:lnTo>
                    <a:pt x="881" y="3882"/>
                  </a:lnTo>
                  <a:close/>
                  <a:moveTo>
                    <a:pt x="203" y="1"/>
                  </a:moveTo>
                  <a:cubicBezTo>
                    <a:pt x="96" y="1"/>
                    <a:pt x="0" y="84"/>
                    <a:pt x="0" y="191"/>
                  </a:cubicBezTo>
                  <a:lnTo>
                    <a:pt x="0" y="2727"/>
                  </a:lnTo>
                  <a:cubicBezTo>
                    <a:pt x="0" y="2966"/>
                    <a:pt x="143" y="3216"/>
                    <a:pt x="334" y="3335"/>
                  </a:cubicBezTo>
                  <a:cubicBezTo>
                    <a:pt x="393" y="3358"/>
                    <a:pt x="477" y="3573"/>
                    <a:pt x="477" y="3692"/>
                  </a:cubicBezTo>
                  <a:lnTo>
                    <a:pt x="477" y="5144"/>
                  </a:lnTo>
                  <a:cubicBezTo>
                    <a:pt x="477" y="6359"/>
                    <a:pt x="465" y="7526"/>
                    <a:pt x="346" y="8716"/>
                  </a:cubicBezTo>
                  <a:cubicBezTo>
                    <a:pt x="274" y="9454"/>
                    <a:pt x="226" y="10074"/>
                    <a:pt x="226" y="10228"/>
                  </a:cubicBezTo>
                  <a:cubicBezTo>
                    <a:pt x="226" y="10705"/>
                    <a:pt x="584" y="11074"/>
                    <a:pt x="1048" y="11074"/>
                  </a:cubicBezTo>
                  <a:cubicBezTo>
                    <a:pt x="1512" y="11074"/>
                    <a:pt x="1870" y="10705"/>
                    <a:pt x="1870" y="10228"/>
                  </a:cubicBezTo>
                  <a:cubicBezTo>
                    <a:pt x="1870" y="10074"/>
                    <a:pt x="1822" y="9454"/>
                    <a:pt x="1750" y="8716"/>
                  </a:cubicBezTo>
                  <a:cubicBezTo>
                    <a:pt x="1608" y="7526"/>
                    <a:pt x="1608" y="6359"/>
                    <a:pt x="1608" y="5144"/>
                  </a:cubicBezTo>
                  <a:lnTo>
                    <a:pt x="1608" y="3692"/>
                  </a:lnTo>
                  <a:cubicBezTo>
                    <a:pt x="1608" y="3561"/>
                    <a:pt x="1715" y="3358"/>
                    <a:pt x="1834" y="3275"/>
                  </a:cubicBezTo>
                  <a:cubicBezTo>
                    <a:pt x="2024" y="3144"/>
                    <a:pt x="2084" y="2906"/>
                    <a:pt x="2084" y="2704"/>
                  </a:cubicBezTo>
                  <a:lnTo>
                    <a:pt x="2084" y="251"/>
                  </a:lnTo>
                  <a:cubicBezTo>
                    <a:pt x="2084" y="168"/>
                    <a:pt x="2001" y="72"/>
                    <a:pt x="1893" y="72"/>
                  </a:cubicBezTo>
                  <a:cubicBezTo>
                    <a:pt x="1786" y="72"/>
                    <a:pt x="1703" y="168"/>
                    <a:pt x="1703" y="263"/>
                  </a:cubicBezTo>
                  <a:lnTo>
                    <a:pt x="1703" y="1537"/>
                  </a:lnTo>
                  <a:lnTo>
                    <a:pt x="1239" y="1537"/>
                  </a:lnTo>
                  <a:lnTo>
                    <a:pt x="1239" y="191"/>
                  </a:lnTo>
                  <a:cubicBezTo>
                    <a:pt x="1239" y="84"/>
                    <a:pt x="1155" y="1"/>
                    <a:pt x="1048" y="1"/>
                  </a:cubicBezTo>
                  <a:cubicBezTo>
                    <a:pt x="941" y="1"/>
                    <a:pt x="858" y="84"/>
                    <a:pt x="858" y="191"/>
                  </a:cubicBezTo>
                  <a:lnTo>
                    <a:pt x="858" y="1537"/>
                  </a:lnTo>
                  <a:lnTo>
                    <a:pt x="393" y="1537"/>
                  </a:lnTo>
                  <a:lnTo>
                    <a:pt x="393" y="191"/>
                  </a:lnTo>
                  <a:cubicBezTo>
                    <a:pt x="393" y="84"/>
                    <a:pt x="298" y="1"/>
                    <a:pt x="20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8" name="Google Shape;9273;p60">
              <a:extLst>
                <a:ext uri="{FF2B5EF4-FFF2-40B4-BE49-F238E27FC236}">
                  <a16:creationId xmlns:a16="http://schemas.microsoft.com/office/drawing/2014/main" id="{0606AA6A-FCD9-3C86-BB29-F33DF6171C32}"/>
                </a:ext>
              </a:extLst>
            </p:cNvPr>
            <p:cNvSpPr/>
            <p:nvPr/>
          </p:nvSpPr>
          <p:spPr>
            <a:xfrm>
              <a:off x="3636835" y="2373674"/>
              <a:ext cx="236702" cy="236289"/>
            </a:xfrm>
            <a:custGeom>
              <a:avLst/>
              <a:gdLst/>
              <a:ahLst/>
              <a:cxnLst/>
              <a:rect l="l" t="t" r="r" b="b"/>
              <a:pathLst>
                <a:path w="7454" h="7441" extrusionOk="0">
                  <a:moveTo>
                    <a:pt x="1175" y="0"/>
                  </a:moveTo>
                  <a:cubicBezTo>
                    <a:pt x="1121" y="0"/>
                    <a:pt x="1069" y="25"/>
                    <a:pt x="1036" y="71"/>
                  </a:cubicBezTo>
                  <a:cubicBezTo>
                    <a:pt x="369" y="881"/>
                    <a:pt x="0" y="1905"/>
                    <a:pt x="0" y="2952"/>
                  </a:cubicBezTo>
                  <a:cubicBezTo>
                    <a:pt x="0" y="5429"/>
                    <a:pt x="2024" y="7441"/>
                    <a:pt x="4489" y="7441"/>
                  </a:cubicBezTo>
                  <a:cubicBezTo>
                    <a:pt x="5537" y="7441"/>
                    <a:pt x="6561" y="7072"/>
                    <a:pt x="7358" y="6405"/>
                  </a:cubicBezTo>
                  <a:cubicBezTo>
                    <a:pt x="7454" y="6322"/>
                    <a:pt x="7454" y="6203"/>
                    <a:pt x="7394" y="6131"/>
                  </a:cubicBezTo>
                  <a:cubicBezTo>
                    <a:pt x="7352" y="6083"/>
                    <a:pt x="7286" y="6058"/>
                    <a:pt x="7224" y="6058"/>
                  </a:cubicBezTo>
                  <a:cubicBezTo>
                    <a:pt x="7180" y="6058"/>
                    <a:pt x="7138" y="6071"/>
                    <a:pt x="7108" y="6096"/>
                  </a:cubicBezTo>
                  <a:cubicBezTo>
                    <a:pt x="6382" y="6703"/>
                    <a:pt x="5441" y="7048"/>
                    <a:pt x="4489" y="7048"/>
                  </a:cubicBezTo>
                  <a:cubicBezTo>
                    <a:pt x="2227" y="7048"/>
                    <a:pt x="381" y="5203"/>
                    <a:pt x="381" y="2928"/>
                  </a:cubicBezTo>
                  <a:cubicBezTo>
                    <a:pt x="381" y="1988"/>
                    <a:pt x="727" y="1047"/>
                    <a:pt x="1334" y="309"/>
                  </a:cubicBezTo>
                  <a:cubicBezTo>
                    <a:pt x="1405" y="226"/>
                    <a:pt x="1393" y="107"/>
                    <a:pt x="1298" y="47"/>
                  </a:cubicBezTo>
                  <a:cubicBezTo>
                    <a:pt x="1261" y="16"/>
                    <a:pt x="1217" y="0"/>
                    <a:pt x="11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9" name="Google Shape;9274;p60">
              <a:extLst>
                <a:ext uri="{FF2B5EF4-FFF2-40B4-BE49-F238E27FC236}">
                  <a16:creationId xmlns:a16="http://schemas.microsoft.com/office/drawing/2014/main" id="{0C07190B-4ED2-712E-E5C0-38C006970D25}"/>
                </a:ext>
              </a:extLst>
            </p:cNvPr>
            <p:cNvSpPr/>
            <p:nvPr/>
          </p:nvSpPr>
          <p:spPr>
            <a:xfrm>
              <a:off x="3685230" y="2324104"/>
              <a:ext cx="237083" cy="235971"/>
            </a:xfrm>
            <a:custGeom>
              <a:avLst/>
              <a:gdLst/>
              <a:ahLst/>
              <a:cxnLst/>
              <a:rect l="l" t="t" r="r" b="b"/>
              <a:pathLst>
                <a:path w="7466" h="7431" extrusionOk="0">
                  <a:moveTo>
                    <a:pt x="2953" y="1"/>
                  </a:moveTo>
                  <a:cubicBezTo>
                    <a:pt x="1905" y="1"/>
                    <a:pt x="893" y="358"/>
                    <a:pt x="96" y="1025"/>
                  </a:cubicBezTo>
                  <a:cubicBezTo>
                    <a:pt x="0" y="1108"/>
                    <a:pt x="0" y="1227"/>
                    <a:pt x="60" y="1299"/>
                  </a:cubicBezTo>
                  <a:cubicBezTo>
                    <a:pt x="99" y="1344"/>
                    <a:pt x="151" y="1364"/>
                    <a:pt x="205" y="1364"/>
                  </a:cubicBezTo>
                  <a:cubicBezTo>
                    <a:pt x="250" y="1364"/>
                    <a:pt x="295" y="1350"/>
                    <a:pt x="334" y="1322"/>
                  </a:cubicBezTo>
                  <a:cubicBezTo>
                    <a:pt x="1060" y="715"/>
                    <a:pt x="2001" y="394"/>
                    <a:pt x="2953" y="394"/>
                  </a:cubicBezTo>
                  <a:cubicBezTo>
                    <a:pt x="5215" y="394"/>
                    <a:pt x="7061" y="2227"/>
                    <a:pt x="7061" y="4501"/>
                  </a:cubicBezTo>
                  <a:cubicBezTo>
                    <a:pt x="7061" y="5454"/>
                    <a:pt x="6727" y="6371"/>
                    <a:pt x="6120" y="7121"/>
                  </a:cubicBezTo>
                  <a:cubicBezTo>
                    <a:pt x="6049" y="7204"/>
                    <a:pt x="6061" y="7323"/>
                    <a:pt x="6156" y="7383"/>
                  </a:cubicBezTo>
                  <a:cubicBezTo>
                    <a:pt x="6180" y="7418"/>
                    <a:pt x="6227" y="7430"/>
                    <a:pt x="6275" y="7430"/>
                  </a:cubicBezTo>
                  <a:cubicBezTo>
                    <a:pt x="6322" y="7430"/>
                    <a:pt x="6382" y="7395"/>
                    <a:pt x="6418" y="7359"/>
                  </a:cubicBezTo>
                  <a:cubicBezTo>
                    <a:pt x="7084" y="6549"/>
                    <a:pt x="7442" y="5537"/>
                    <a:pt x="7442" y="4501"/>
                  </a:cubicBezTo>
                  <a:cubicBezTo>
                    <a:pt x="7465" y="2013"/>
                    <a:pt x="5441" y="1"/>
                    <a:pt x="29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0" name="Google Shape;9275;p60">
              <a:extLst>
                <a:ext uri="{FF2B5EF4-FFF2-40B4-BE49-F238E27FC236}">
                  <a16:creationId xmlns:a16="http://schemas.microsoft.com/office/drawing/2014/main" id="{B77AD935-3EDD-E303-9D10-84428F194561}"/>
                </a:ext>
              </a:extLst>
            </p:cNvPr>
            <p:cNvSpPr/>
            <p:nvPr/>
          </p:nvSpPr>
          <p:spPr>
            <a:xfrm>
              <a:off x="3663668" y="2351699"/>
              <a:ext cx="230668" cy="230668"/>
            </a:xfrm>
            <a:custGeom>
              <a:avLst/>
              <a:gdLst/>
              <a:ahLst/>
              <a:cxnLst/>
              <a:rect l="l" t="t" r="r" b="b"/>
              <a:pathLst>
                <a:path w="7264" h="7264" extrusionOk="0">
                  <a:moveTo>
                    <a:pt x="3632" y="382"/>
                  </a:moveTo>
                  <a:cubicBezTo>
                    <a:pt x="5418" y="382"/>
                    <a:pt x="6871" y="1846"/>
                    <a:pt x="6871" y="3632"/>
                  </a:cubicBezTo>
                  <a:cubicBezTo>
                    <a:pt x="6871" y="5418"/>
                    <a:pt x="5418" y="6871"/>
                    <a:pt x="3632" y="6871"/>
                  </a:cubicBezTo>
                  <a:cubicBezTo>
                    <a:pt x="1846" y="6871"/>
                    <a:pt x="382" y="5418"/>
                    <a:pt x="382" y="3632"/>
                  </a:cubicBezTo>
                  <a:cubicBezTo>
                    <a:pt x="382" y="1846"/>
                    <a:pt x="1846" y="382"/>
                    <a:pt x="3632" y="382"/>
                  </a:cubicBezTo>
                  <a:close/>
                  <a:moveTo>
                    <a:pt x="3632" y="1"/>
                  </a:moveTo>
                  <a:cubicBezTo>
                    <a:pt x="1632" y="1"/>
                    <a:pt x="1" y="1632"/>
                    <a:pt x="1" y="3632"/>
                  </a:cubicBezTo>
                  <a:cubicBezTo>
                    <a:pt x="1" y="5633"/>
                    <a:pt x="1632" y="7264"/>
                    <a:pt x="3632" y="7264"/>
                  </a:cubicBezTo>
                  <a:cubicBezTo>
                    <a:pt x="5644" y="7264"/>
                    <a:pt x="7263" y="5621"/>
                    <a:pt x="7263" y="3632"/>
                  </a:cubicBezTo>
                  <a:cubicBezTo>
                    <a:pt x="7263" y="1620"/>
                    <a:pt x="5620" y="1"/>
                    <a:pt x="36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51" name="Google Shape;9276;p60">
              <a:extLst>
                <a:ext uri="{FF2B5EF4-FFF2-40B4-BE49-F238E27FC236}">
                  <a16:creationId xmlns:a16="http://schemas.microsoft.com/office/drawing/2014/main" id="{23FBEB56-16A3-88A4-1A04-280451F292F4}"/>
                </a:ext>
              </a:extLst>
            </p:cNvPr>
            <p:cNvSpPr/>
            <p:nvPr/>
          </p:nvSpPr>
          <p:spPr>
            <a:xfrm>
              <a:off x="3933998" y="2289904"/>
              <a:ext cx="52586" cy="355243"/>
            </a:xfrm>
            <a:custGeom>
              <a:avLst/>
              <a:gdLst/>
              <a:ahLst/>
              <a:cxnLst/>
              <a:rect l="l" t="t" r="r" b="b"/>
              <a:pathLst>
                <a:path w="1656" h="11187" extrusionOk="0">
                  <a:moveTo>
                    <a:pt x="1251" y="554"/>
                  </a:moveTo>
                  <a:lnTo>
                    <a:pt x="1251" y="5555"/>
                  </a:lnTo>
                  <a:lnTo>
                    <a:pt x="715" y="5578"/>
                  </a:lnTo>
                  <a:lnTo>
                    <a:pt x="703" y="5578"/>
                  </a:lnTo>
                  <a:cubicBezTo>
                    <a:pt x="693" y="5580"/>
                    <a:pt x="683" y="5580"/>
                    <a:pt x="673" y="5580"/>
                  </a:cubicBezTo>
                  <a:cubicBezTo>
                    <a:pt x="583" y="5580"/>
                    <a:pt x="481" y="5536"/>
                    <a:pt x="417" y="5483"/>
                  </a:cubicBezTo>
                  <a:cubicBezTo>
                    <a:pt x="382" y="5436"/>
                    <a:pt x="370" y="5412"/>
                    <a:pt x="370" y="5412"/>
                  </a:cubicBezTo>
                  <a:lnTo>
                    <a:pt x="370" y="2411"/>
                  </a:lnTo>
                  <a:cubicBezTo>
                    <a:pt x="370" y="1697"/>
                    <a:pt x="703" y="1006"/>
                    <a:pt x="1251" y="554"/>
                  </a:cubicBezTo>
                  <a:close/>
                  <a:moveTo>
                    <a:pt x="1263" y="5959"/>
                  </a:moveTo>
                  <a:cubicBezTo>
                    <a:pt x="1263" y="9448"/>
                    <a:pt x="1275" y="10258"/>
                    <a:pt x="1275" y="10281"/>
                  </a:cubicBezTo>
                  <a:cubicBezTo>
                    <a:pt x="1263" y="10496"/>
                    <a:pt x="1203" y="10769"/>
                    <a:pt x="941" y="10769"/>
                  </a:cubicBezTo>
                  <a:cubicBezTo>
                    <a:pt x="858" y="10769"/>
                    <a:pt x="620" y="10769"/>
                    <a:pt x="620" y="10258"/>
                  </a:cubicBezTo>
                  <a:cubicBezTo>
                    <a:pt x="620" y="10115"/>
                    <a:pt x="667" y="9710"/>
                    <a:pt x="727" y="9246"/>
                  </a:cubicBezTo>
                  <a:cubicBezTo>
                    <a:pt x="822" y="8472"/>
                    <a:pt x="941" y="7400"/>
                    <a:pt x="941" y="6686"/>
                  </a:cubicBezTo>
                  <a:lnTo>
                    <a:pt x="941" y="5959"/>
                  </a:lnTo>
                  <a:close/>
                  <a:moveTo>
                    <a:pt x="1453" y="0"/>
                  </a:moveTo>
                  <a:cubicBezTo>
                    <a:pt x="1420" y="0"/>
                    <a:pt x="1388" y="6"/>
                    <a:pt x="1358" y="18"/>
                  </a:cubicBezTo>
                  <a:cubicBezTo>
                    <a:pt x="524" y="530"/>
                    <a:pt x="1" y="1447"/>
                    <a:pt x="1" y="2435"/>
                  </a:cubicBezTo>
                  <a:lnTo>
                    <a:pt x="1" y="5424"/>
                  </a:lnTo>
                  <a:cubicBezTo>
                    <a:pt x="1" y="5555"/>
                    <a:pt x="60" y="5674"/>
                    <a:pt x="179" y="5781"/>
                  </a:cubicBezTo>
                  <a:cubicBezTo>
                    <a:pt x="286" y="5876"/>
                    <a:pt x="417" y="5936"/>
                    <a:pt x="548" y="5959"/>
                  </a:cubicBezTo>
                  <a:lnTo>
                    <a:pt x="548" y="6709"/>
                  </a:lnTo>
                  <a:cubicBezTo>
                    <a:pt x="548" y="7400"/>
                    <a:pt x="429" y="8460"/>
                    <a:pt x="346" y="9222"/>
                  </a:cubicBezTo>
                  <a:cubicBezTo>
                    <a:pt x="286" y="9710"/>
                    <a:pt x="239" y="10091"/>
                    <a:pt x="239" y="10281"/>
                  </a:cubicBezTo>
                  <a:cubicBezTo>
                    <a:pt x="239" y="11115"/>
                    <a:pt x="774" y="11186"/>
                    <a:pt x="941" y="11186"/>
                  </a:cubicBezTo>
                  <a:cubicBezTo>
                    <a:pt x="1275" y="11186"/>
                    <a:pt x="1656" y="10948"/>
                    <a:pt x="1656" y="10281"/>
                  </a:cubicBezTo>
                  <a:lnTo>
                    <a:pt x="1656" y="185"/>
                  </a:lnTo>
                  <a:cubicBezTo>
                    <a:pt x="1656" y="113"/>
                    <a:pt x="1608" y="54"/>
                    <a:pt x="1548" y="18"/>
                  </a:cubicBezTo>
                  <a:cubicBezTo>
                    <a:pt x="1519" y="6"/>
                    <a:pt x="1486" y="0"/>
                    <a:pt x="14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5" name="Google Shape;9932;p61">
            <a:extLst>
              <a:ext uri="{FF2B5EF4-FFF2-40B4-BE49-F238E27FC236}">
                <a16:creationId xmlns:a16="http://schemas.microsoft.com/office/drawing/2014/main" id="{F762C46E-1A68-D084-C8D3-87C849F426A2}"/>
              </a:ext>
            </a:extLst>
          </p:cNvPr>
          <p:cNvGrpSpPr/>
          <p:nvPr/>
        </p:nvGrpSpPr>
        <p:grpSpPr>
          <a:xfrm>
            <a:off x="7268608" y="5812384"/>
            <a:ext cx="411535" cy="315587"/>
            <a:chOff x="3042703" y="1529137"/>
            <a:chExt cx="411535" cy="315587"/>
          </a:xfrm>
          <a:solidFill>
            <a:srgbClr val="00806E"/>
          </a:solidFill>
        </p:grpSpPr>
        <p:sp>
          <p:nvSpPr>
            <p:cNvPr id="1037" name="Google Shape;9933;p61">
              <a:extLst>
                <a:ext uri="{FF2B5EF4-FFF2-40B4-BE49-F238E27FC236}">
                  <a16:creationId xmlns:a16="http://schemas.microsoft.com/office/drawing/2014/main" id="{D2B3DC55-C993-A7D4-A305-967D55302AB1}"/>
                </a:ext>
              </a:extLst>
            </p:cNvPr>
            <p:cNvSpPr/>
            <p:nvPr/>
          </p:nvSpPr>
          <p:spPr>
            <a:xfrm>
              <a:off x="3042703" y="1529137"/>
              <a:ext cx="411535" cy="315587"/>
            </a:xfrm>
            <a:custGeom>
              <a:avLst/>
              <a:gdLst/>
              <a:ahLst/>
              <a:cxnLst/>
              <a:rect l="l" t="t" r="r" b="b"/>
              <a:pathLst>
                <a:path w="12919" h="9907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lnTo>
                    <a:pt x="1" y="9716"/>
                  </a:lnTo>
                  <a:cubicBezTo>
                    <a:pt x="1" y="9823"/>
                    <a:pt x="96" y="9906"/>
                    <a:pt x="191" y="9906"/>
                  </a:cubicBezTo>
                  <a:lnTo>
                    <a:pt x="2394" y="9906"/>
                  </a:lnTo>
                  <a:cubicBezTo>
                    <a:pt x="2501" y="9906"/>
                    <a:pt x="2584" y="9823"/>
                    <a:pt x="2584" y="9716"/>
                  </a:cubicBezTo>
                  <a:cubicBezTo>
                    <a:pt x="2584" y="9609"/>
                    <a:pt x="2501" y="9525"/>
                    <a:pt x="2394" y="9525"/>
                  </a:cubicBezTo>
                  <a:lnTo>
                    <a:pt x="382" y="9525"/>
                  </a:lnTo>
                  <a:lnTo>
                    <a:pt x="382" y="7989"/>
                  </a:lnTo>
                  <a:lnTo>
                    <a:pt x="8287" y="7989"/>
                  </a:lnTo>
                  <a:cubicBezTo>
                    <a:pt x="8394" y="7989"/>
                    <a:pt x="8478" y="7894"/>
                    <a:pt x="8478" y="7799"/>
                  </a:cubicBezTo>
                  <a:cubicBezTo>
                    <a:pt x="8478" y="7692"/>
                    <a:pt x="8394" y="7596"/>
                    <a:pt x="8287" y="7596"/>
                  </a:cubicBezTo>
                  <a:lnTo>
                    <a:pt x="382" y="7596"/>
                  </a:lnTo>
                  <a:lnTo>
                    <a:pt x="382" y="2167"/>
                  </a:lnTo>
                  <a:lnTo>
                    <a:pt x="12550" y="2167"/>
                  </a:lnTo>
                  <a:lnTo>
                    <a:pt x="12550" y="7596"/>
                  </a:lnTo>
                  <a:lnTo>
                    <a:pt x="9287" y="7596"/>
                  </a:lnTo>
                  <a:cubicBezTo>
                    <a:pt x="9180" y="7596"/>
                    <a:pt x="9097" y="7692"/>
                    <a:pt x="9097" y="7799"/>
                  </a:cubicBezTo>
                  <a:cubicBezTo>
                    <a:pt x="9097" y="7894"/>
                    <a:pt x="9180" y="7989"/>
                    <a:pt x="9287" y="7989"/>
                  </a:cubicBezTo>
                  <a:lnTo>
                    <a:pt x="12538" y="7989"/>
                  </a:lnTo>
                  <a:lnTo>
                    <a:pt x="12538" y="9525"/>
                  </a:lnTo>
                  <a:lnTo>
                    <a:pt x="3251" y="9525"/>
                  </a:lnTo>
                  <a:cubicBezTo>
                    <a:pt x="3144" y="9525"/>
                    <a:pt x="3049" y="9609"/>
                    <a:pt x="3049" y="9716"/>
                  </a:cubicBezTo>
                  <a:cubicBezTo>
                    <a:pt x="3049" y="9823"/>
                    <a:pt x="3144" y="9906"/>
                    <a:pt x="3251" y="9906"/>
                  </a:cubicBezTo>
                  <a:lnTo>
                    <a:pt x="12728" y="9906"/>
                  </a:lnTo>
                  <a:cubicBezTo>
                    <a:pt x="12835" y="9906"/>
                    <a:pt x="12919" y="9823"/>
                    <a:pt x="12919" y="9716"/>
                  </a:cubicBezTo>
                  <a:lnTo>
                    <a:pt x="12919" y="191"/>
                  </a:lnTo>
                  <a:cubicBezTo>
                    <a:pt x="12907" y="84"/>
                    <a:pt x="12835" y="0"/>
                    <a:pt x="12728" y="0"/>
                  </a:cubicBezTo>
                  <a:lnTo>
                    <a:pt x="6859" y="0"/>
                  </a:lnTo>
                  <a:cubicBezTo>
                    <a:pt x="6763" y="0"/>
                    <a:pt x="6668" y="84"/>
                    <a:pt x="6668" y="191"/>
                  </a:cubicBezTo>
                  <a:cubicBezTo>
                    <a:pt x="6668" y="298"/>
                    <a:pt x="6763" y="381"/>
                    <a:pt x="6859" y="381"/>
                  </a:cubicBezTo>
                  <a:lnTo>
                    <a:pt x="12538" y="381"/>
                  </a:lnTo>
                  <a:lnTo>
                    <a:pt x="12538" y="1810"/>
                  </a:lnTo>
                  <a:lnTo>
                    <a:pt x="370" y="1810"/>
                  </a:lnTo>
                  <a:lnTo>
                    <a:pt x="370" y="381"/>
                  </a:lnTo>
                  <a:lnTo>
                    <a:pt x="6001" y="381"/>
                  </a:lnTo>
                  <a:cubicBezTo>
                    <a:pt x="6108" y="381"/>
                    <a:pt x="6192" y="298"/>
                    <a:pt x="6192" y="191"/>
                  </a:cubicBezTo>
                  <a:cubicBezTo>
                    <a:pt x="6192" y="84"/>
                    <a:pt x="6097" y="0"/>
                    <a:pt x="600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8" name="Google Shape;9934;p61">
              <a:extLst>
                <a:ext uri="{FF2B5EF4-FFF2-40B4-BE49-F238E27FC236}">
                  <a16:creationId xmlns:a16="http://schemas.microsoft.com/office/drawing/2014/main" id="{669C244E-B483-D85A-C42A-D39475602F7C}"/>
                </a:ext>
              </a:extLst>
            </p:cNvPr>
            <p:cNvSpPr/>
            <p:nvPr/>
          </p:nvSpPr>
          <p:spPr>
            <a:xfrm>
              <a:off x="3077967" y="1557965"/>
              <a:ext cx="12169" cy="12551"/>
            </a:xfrm>
            <a:custGeom>
              <a:avLst/>
              <a:gdLst/>
              <a:ahLst/>
              <a:cxnLst/>
              <a:rect l="l" t="t" r="r" b="b"/>
              <a:pathLst>
                <a:path w="382" h="394" extrusionOk="0">
                  <a:moveTo>
                    <a:pt x="191" y="0"/>
                  </a:moveTo>
                  <a:cubicBezTo>
                    <a:pt x="84" y="0"/>
                    <a:pt x="1" y="95"/>
                    <a:pt x="1" y="191"/>
                  </a:cubicBezTo>
                  <a:cubicBezTo>
                    <a:pt x="1" y="298"/>
                    <a:pt x="84" y="393"/>
                    <a:pt x="191" y="393"/>
                  </a:cubicBezTo>
                  <a:cubicBezTo>
                    <a:pt x="298" y="393"/>
                    <a:pt x="382" y="298"/>
                    <a:pt x="382" y="191"/>
                  </a:cubicBezTo>
                  <a:cubicBezTo>
                    <a:pt x="382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9" name="Google Shape;9935;p61">
              <a:extLst>
                <a:ext uri="{FF2B5EF4-FFF2-40B4-BE49-F238E27FC236}">
                  <a16:creationId xmlns:a16="http://schemas.microsoft.com/office/drawing/2014/main" id="{B29737BA-0926-EF7B-A7C0-8743417FD842}"/>
                </a:ext>
              </a:extLst>
            </p:cNvPr>
            <p:cNvSpPr/>
            <p:nvPr/>
          </p:nvSpPr>
          <p:spPr>
            <a:xfrm>
              <a:off x="3099978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203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203" y="393"/>
                  </a:cubicBezTo>
                  <a:cubicBezTo>
                    <a:pt x="298" y="393"/>
                    <a:pt x="393" y="298"/>
                    <a:pt x="393" y="191"/>
                  </a:cubicBezTo>
                  <a:cubicBezTo>
                    <a:pt x="393" y="95"/>
                    <a:pt x="298" y="0"/>
                    <a:pt x="2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0" name="Google Shape;9936;p61">
              <a:extLst>
                <a:ext uri="{FF2B5EF4-FFF2-40B4-BE49-F238E27FC236}">
                  <a16:creationId xmlns:a16="http://schemas.microsoft.com/office/drawing/2014/main" id="{BC5C322D-9177-77DD-9E0B-CE62E89D7E79}"/>
                </a:ext>
              </a:extLst>
            </p:cNvPr>
            <p:cNvSpPr/>
            <p:nvPr/>
          </p:nvSpPr>
          <p:spPr>
            <a:xfrm>
              <a:off x="3122341" y="1557965"/>
              <a:ext cx="12551" cy="12551"/>
            </a:xfrm>
            <a:custGeom>
              <a:avLst/>
              <a:gdLst/>
              <a:ahLst/>
              <a:cxnLst/>
              <a:rect l="l" t="t" r="r" b="b"/>
              <a:pathLst>
                <a:path w="394" h="394" extrusionOk="0">
                  <a:moveTo>
                    <a:pt x="191" y="0"/>
                  </a:moveTo>
                  <a:cubicBezTo>
                    <a:pt x="96" y="0"/>
                    <a:pt x="1" y="95"/>
                    <a:pt x="1" y="191"/>
                  </a:cubicBezTo>
                  <a:cubicBezTo>
                    <a:pt x="1" y="298"/>
                    <a:pt x="96" y="393"/>
                    <a:pt x="191" y="393"/>
                  </a:cubicBezTo>
                  <a:cubicBezTo>
                    <a:pt x="298" y="393"/>
                    <a:pt x="394" y="298"/>
                    <a:pt x="394" y="191"/>
                  </a:cubicBezTo>
                  <a:cubicBezTo>
                    <a:pt x="394" y="95"/>
                    <a:pt x="298" y="0"/>
                    <a:pt x="1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1" name="Google Shape;9937;p61">
              <a:extLst>
                <a:ext uri="{FF2B5EF4-FFF2-40B4-BE49-F238E27FC236}">
                  <a16:creationId xmlns:a16="http://schemas.microsoft.com/office/drawing/2014/main" id="{52BC194D-59EF-4C19-CBB0-E060934FECF2}"/>
                </a:ext>
              </a:extLst>
            </p:cNvPr>
            <p:cNvSpPr/>
            <p:nvPr/>
          </p:nvSpPr>
          <p:spPr>
            <a:xfrm>
              <a:off x="3342331" y="1557965"/>
              <a:ext cx="79669" cy="12551"/>
            </a:xfrm>
            <a:custGeom>
              <a:avLst/>
              <a:gdLst/>
              <a:ahLst/>
              <a:cxnLst/>
              <a:rect l="l" t="t" r="r" b="b"/>
              <a:pathLst>
                <a:path w="2501" h="394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2310" y="393"/>
                  </a:lnTo>
                  <a:cubicBezTo>
                    <a:pt x="2417" y="393"/>
                    <a:pt x="2501" y="298"/>
                    <a:pt x="2501" y="191"/>
                  </a:cubicBezTo>
                  <a:cubicBezTo>
                    <a:pt x="2501" y="95"/>
                    <a:pt x="2417" y="0"/>
                    <a:pt x="2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2" name="Google Shape;9938;p61">
              <a:extLst>
                <a:ext uri="{FF2B5EF4-FFF2-40B4-BE49-F238E27FC236}">
                  <a16:creationId xmlns:a16="http://schemas.microsoft.com/office/drawing/2014/main" id="{D2D61542-13E8-8772-F358-8ED75ED71DF6}"/>
                </a:ext>
              </a:extLst>
            </p:cNvPr>
            <p:cNvSpPr/>
            <p:nvPr/>
          </p:nvSpPr>
          <p:spPr>
            <a:xfrm>
              <a:off x="3306303" y="1557965"/>
              <a:ext cx="26949" cy="12551"/>
            </a:xfrm>
            <a:custGeom>
              <a:avLst/>
              <a:gdLst/>
              <a:ahLst/>
              <a:cxnLst/>
              <a:rect l="l" t="t" r="r" b="b"/>
              <a:pathLst>
                <a:path w="846" h="394" extrusionOk="0">
                  <a:moveTo>
                    <a:pt x="191" y="0"/>
                  </a:moveTo>
                  <a:cubicBezTo>
                    <a:pt x="96" y="0"/>
                    <a:pt x="0" y="95"/>
                    <a:pt x="0" y="191"/>
                  </a:cubicBezTo>
                  <a:cubicBezTo>
                    <a:pt x="0" y="298"/>
                    <a:pt x="96" y="393"/>
                    <a:pt x="191" y="393"/>
                  </a:cubicBezTo>
                  <a:lnTo>
                    <a:pt x="655" y="393"/>
                  </a:lnTo>
                  <a:cubicBezTo>
                    <a:pt x="762" y="393"/>
                    <a:pt x="846" y="298"/>
                    <a:pt x="846" y="191"/>
                  </a:cubicBezTo>
                  <a:cubicBezTo>
                    <a:pt x="846" y="95"/>
                    <a:pt x="762" y="0"/>
                    <a:pt x="65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3" name="Google Shape;9939;p61">
              <a:extLst>
                <a:ext uri="{FF2B5EF4-FFF2-40B4-BE49-F238E27FC236}">
                  <a16:creationId xmlns:a16="http://schemas.microsoft.com/office/drawing/2014/main" id="{9B6C7192-6475-BADB-2C34-E1927489E0A7}"/>
                </a:ext>
              </a:extLst>
            </p:cNvPr>
            <p:cNvSpPr/>
            <p:nvPr/>
          </p:nvSpPr>
          <p:spPr>
            <a:xfrm>
              <a:off x="3165217" y="1622822"/>
              <a:ext cx="166888" cy="121750"/>
            </a:xfrm>
            <a:custGeom>
              <a:avLst/>
              <a:gdLst/>
              <a:ahLst/>
              <a:cxnLst/>
              <a:rect l="l" t="t" r="r" b="b"/>
              <a:pathLst>
                <a:path w="5239" h="3822" extrusionOk="0">
                  <a:moveTo>
                    <a:pt x="4048" y="381"/>
                  </a:moveTo>
                  <a:cubicBezTo>
                    <a:pt x="4489" y="381"/>
                    <a:pt x="4846" y="738"/>
                    <a:pt x="4846" y="1179"/>
                  </a:cubicBezTo>
                  <a:lnTo>
                    <a:pt x="4846" y="2655"/>
                  </a:lnTo>
                  <a:cubicBezTo>
                    <a:pt x="4846" y="3096"/>
                    <a:pt x="4489" y="3453"/>
                    <a:pt x="4048" y="3453"/>
                  </a:cubicBezTo>
                  <a:lnTo>
                    <a:pt x="1155" y="3453"/>
                  </a:lnTo>
                  <a:cubicBezTo>
                    <a:pt x="715" y="3453"/>
                    <a:pt x="357" y="3096"/>
                    <a:pt x="357" y="2655"/>
                  </a:cubicBezTo>
                  <a:lnTo>
                    <a:pt x="357" y="1179"/>
                  </a:lnTo>
                  <a:cubicBezTo>
                    <a:pt x="357" y="738"/>
                    <a:pt x="715" y="381"/>
                    <a:pt x="1155" y="381"/>
                  </a:cubicBezTo>
                  <a:close/>
                  <a:moveTo>
                    <a:pt x="1167" y="0"/>
                  </a:moveTo>
                  <a:cubicBezTo>
                    <a:pt x="512" y="0"/>
                    <a:pt x="0" y="536"/>
                    <a:pt x="0" y="1179"/>
                  </a:cubicBezTo>
                  <a:lnTo>
                    <a:pt x="0" y="2655"/>
                  </a:lnTo>
                  <a:cubicBezTo>
                    <a:pt x="0" y="3310"/>
                    <a:pt x="536" y="3822"/>
                    <a:pt x="1167" y="3822"/>
                  </a:cubicBezTo>
                  <a:lnTo>
                    <a:pt x="4060" y="3822"/>
                  </a:lnTo>
                  <a:cubicBezTo>
                    <a:pt x="4715" y="3822"/>
                    <a:pt x="5239" y="3286"/>
                    <a:pt x="5239" y="2655"/>
                  </a:cubicBezTo>
                  <a:lnTo>
                    <a:pt x="5239" y="1179"/>
                  </a:lnTo>
                  <a:cubicBezTo>
                    <a:pt x="5239" y="524"/>
                    <a:pt x="4703" y="0"/>
                    <a:pt x="40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4" name="Google Shape;9940;p61">
              <a:extLst>
                <a:ext uri="{FF2B5EF4-FFF2-40B4-BE49-F238E27FC236}">
                  <a16:creationId xmlns:a16="http://schemas.microsoft.com/office/drawing/2014/main" id="{79CE8FD3-97A6-F0B8-C99A-7811B5FA0963}"/>
                </a:ext>
              </a:extLst>
            </p:cNvPr>
            <p:cNvSpPr/>
            <p:nvPr/>
          </p:nvSpPr>
          <p:spPr>
            <a:xfrm>
              <a:off x="3222843" y="1657226"/>
              <a:ext cx="54281" cy="53612"/>
            </a:xfrm>
            <a:custGeom>
              <a:avLst/>
              <a:gdLst/>
              <a:ahLst/>
              <a:cxnLst/>
              <a:rect l="l" t="t" r="r" b="b"/>
              <a:pathLst>
                <a:path w="1704" h="1683" extrusionOk="0">
                  <a:moveTo>
                    <a:pt x="394" y="396"/>
                  </a:moveTo>
                  <a:lnTo>
                    <a:pt x="1287" y="849"/>
                  </a:lnTo>
                  <a:lnTo>
                    <a:pt x="394" y="1278"/>
                  </a:lnTo>
                  <a:lnTo>
                    <a:pt x="394" y="396"/>
                  </a:lnTo>
                  <a:close/>
                  <a:moveTo>
                    <a:pt x="358" y="0"/>
                  </a:moveTo>
                  <a:cubicBezTo>
                    <a:pt x="293" y="0"/>
                    <a:pt x="227" y="18"/>
                    <a:pt x="168" y="51"/>
                  </a:cubicBezTo>
                  <a:cubicBezTo>
                    <a:pt x="61" y="111"/>
                    <a:pt x="1" y="230"/>
                    <a:pt x="1" y="349"/>
                  </a:cubicBezTo>
                  <a:lnTo>
                    <a:pt x="1" y="1325"/>
                  </a:lnTo>
                  <a:cubicBezTo>
                    <a:pt x="1" y="1444"/>
                    <a:pt x="61" y="1563"/>
                    <a:pt x="168" y="1623"/>
                  </a:cubicBezTo>
                  <a:cubicBezTo>
                    <a:pt x="227" y="1647"/>
                    <a:pt x="287" y="1682"/>
                    <a:pt x="358" y="1682"/>
                  </a:cubicBezTo>
                  <a:cubicBezTo>
                    <a:pt x="418" y="1682"/>
                    <a:pt x="465" y="1659"/>
                    <a:pt x="513" y="1647"/>
                  </a:cubicBezTo>
                  <a:lnTo>
                    <a:pt x="1489" y="1170"/>
                  </a:lnTo>
                  <a:cubicBezTo>
                    <a:pt x="1608" y="1111"/>
                    <a:pt x="1680" y="992"/>
                    <a:pt x="1680" y="861"/>
                  </a:cubicBezTo>
                  <a:cubicBezTo>
                    <a:pt x="1704" y="706"/>
                    <a:pt x="1620" y="575"/>
                    <a:pt x="1489" y="516"/>
                  </a:cubicBezTo>
                  <a:lnTo>
                    <a:pt x="513" y="39"/>
                  </a:lnTo>
                  <a:cubicBezTo>
                    <a:pt x="465" y="12"/>
                    <a:pt x="412" y="0"/>
                    <a:pt x="35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5" name="Google Shape;9941;p61">
              <a:extLst>
                <a:ext uri="{FF2B5EF4-FFF2-40B4-BE49-F238E27FC236}">
                  <a16:creationId xmlns:a16="http://schemas.microsoft.com/office/drawing/2014/main" id="{53EBDF1E-6DBC-DD17-3FBE-30EF9D074D0C}"/>
                </a:ext>
              </a:extLst>
            </p:cNvPr>
            <p:cNvSpPr/>
            <p:nvPr/>
          </p:nvSpPr>
          <p:spPr>
            <a:xfrm>
              <a:off x="3087459" y="1800700"/>
              <a:ext cx="160454" cy="12519"/>
            </a:xfrm>
            <a:custGeom>
              <a:avLst/>
              <a:gdLst/>
              <a:ahLst/>
              <a:cxnLst/>
              <a:rect l="l" t="t" r="r" b="b"/>
              <a:pathLst>
                <a:path w="5037" h="393" extrusionOk="0">
                  <a:moveTo>
                    <a:pt x="191" y="0"/>
                  </a:moveTo>
                  <a:cubicBezTo>
                    <a:pt x="84" y="0"/>
                    <a:pt x="0" y="95"/>
                    <a:pt x="0" y="191"/>
                  </a:cubicBezTo>
                  <a:cubicBezTo>
                    <a:pt x="0" y="298"/>
                    <a:pt x="84" y="393"/>
                    <a:pt x="191" y="393"/>
                  </a:cubicBezTo>
                  <a:lnTo>
                    <a:pt x="4846" y="393"/>
                  </a:lnTo>
                  <a:cubicBezTo>
                    <a:pt x="4953" y="393"/>
                    <a:pt x="5037" y="298"/>
                    <a:pt x="5037" y="191"/>
                  </a:cubicBezTo>
                  <a:cubicBezTo>
                    <a:pt x="5037" y="95"/>
                    <a:pt x="4953" y="0"/>
                    <a:pt x="48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46" name="Google Shape;9942;p61">
              <a:extLst>
                <a:ext uri="{FF2B5EF4-FFF2-40B4-BE49-F238E27FC236}">
                  <a16:creationId xmlns:a16="http://schemas.microsoft.com/office/drawing/2014/main" id="{A66ED4DF-985B-D0E5-0DF3-457EE8535F46}"/>
                </a:ext>
              </a:extLst>
            </p:cNvPr>
            <p:cNvSpPr/>
            <p:nvPr/>
          </p:nvSpPr>
          <p:spPr>
            <a:xfrm>
              <a:off x="3368866" y="1800318"/>
              <a:ext cx="43673" cy="12169"/>
            </a:xfrm>
            <a:custGeom>
              <a:avLst/>
              <a:gdLst/>
              <a:ahLst/>
              <a:cxnLst/>
              <a:rect l="l" t="t" r="r" b="b"/>
              <a:pathLst>
                <a:path w="1371" h="382" extrusionOk="0">
                  <a:moveTo>
                    <a:pt x="191" y="0"/>
                  </a:moveTo>
                  <a:cubicBezTo>
                    <a:pt x="84" y="0"/>
                    <a:pt x="1" y="84"/>
                    <a:pt x="1" y="191"/>
                  </a:cubicBezTo>
                  <a:cubicBezTo>
                    <a:pt x="1" y="298"/>
                    <a:pt x="96" y="381"/>
                    <a:pt x="191" y="381"/>
                  </a:cubicBezTo>
                  <a:lnTo>
                    <a:pt x="1180" y="381"/>
                  </a:lnTo>
                  <a:cubicBezTo>
                    <a:pt x="1287" y="381"/>
                    <a:pt x="1370" y="298"/>
                    <a:pt x="1370" y="191"/>
                  </a:cubicBezTo>
                  <a:cubicBezTo>
                    <a:pt x="1370" y="84"/>
                    <a:pt x="1287" y="0"/>
                    <a:pt x="1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6" name="Google Shape;11962;p64">
            <a:extLst>
              <a:ext uri="{FF2B5EF4-FFF2-40B4-BE49-F238E27FC236}">
                <a16:creationId xmlns:a16="http://schemas.microsoft.com/office/drawing/2014/main" id="{C387C969-5555-B0BE-D5FD-D498A3856793}"/>
              </a:ext>
            </a:extLst>
          </p:cNvPr>
          <p:cNvGrpSpPr/>
          <p:nvPr/>
        </p:nvGrpSpPr>
        <p:grpSpPr>
          <a:xfrm>
            <a:off x="7311035" y="6568938"/>
            <a:ext cx="352209" cy="334938"/>
            <a:chOff x="7066548" y="2912594"/>
            <a:chExt cx="352209" cy="334938"/>
          </a:xfrm>
          <a:solidFill>
            <a:srgbClr val="00806E"/>
          </a:solidFill>
        </p:grpSpPr>
        <p:sp>
          <p:nvSpPr>
            <p:cNvPr id="60" name="Google Shape;11963;p64">
              <a:extLst>
                <a:ext uri="{FF2B5EF4-FFF2-40B4-BE49-F238E27FC236}">
                  <a16:creationId xmlns:a16="http://schemas.microsoft.com/office/drawing/2014/main" id="{25C45E85-BF42-D3CC-8A85-28EC5F93C966}"/>
                </a:ext>
              </a:extLst>
            </p:cNvPr>
            <p:cNvSpPr/>
            <p:nvPr/>
          </p:nvSpPr>
          <p:spPr>
            <a:xfrm>
              <a:off x="7066548" y="2912594"/>
              <a:ext cx="219264" cy="266399"/>
            </a:xfrm>
            <a:custGeom>
              <a:avLst/>
              <a:gdLst/>
              <a:ahLst/>
              <a:cxnLst/>
              <a:rect l="l" t="t" r="r" b="b"/>
              <a:pathLst>
                <a:path w="6894" h="8376" extrusionOk="0">
                  <a:moveTo>
                    <a:pt x="6584" y="363"/>
                  </a:moveTo>
                  <a:lnTo>
                    <a:pt x="6584" y="1839"/>
                  </a:lnTo>
                  <a:lnTo>
                    <a:pt x="1774" y="2911"/>
                  </a:lnTo>
                  <a:lnTo>
                    <a:pt x="1774" y="1434"/>
                  </a:lnTo>
                  <a:lnTo>
                    <a:pt x="6584" y="363"/>
                  </a:lnTo>
                  <a:close/>
                  <a:moveTo>
                    <a:pt x="6584" y="2137"/>
                  </a:moveTo>
                  <a:lnTo>
                    <a:pt x="6584" y="6078"/>
                  </a:lnTo>
                  <a:cubicBezTo>
                    <a:pt x="6584" y="6209"/>
                    <a:pt x="6525" y="6423"/>
                    <a:pt x="6346" y="6578"/>
                  </a:cubicBezTo>
                  <a:cubicBezTo>
                    <a:pt x="6203" y="6721"/>
                    <a:pt x="5989" y="6863"/>
                    <a:pt x="5596" y="6863"/>
                  </a:cubicBezTo>
                  <a:cubicBezTo>
                    <a:pt x="5191" y="6863"/>
                    <a:pt x="4882" y="6625"/>
                    <a:pt x="4882" y="6328"/>
                  </a:cubicBezTo>
                  <a:cubicBezTo>
                    <a:pt x="4882" y="6030"/>
                    <a:pt x="5215" y="5792"/>
                    <a:pt x="5596" y="5792"/>
                  </a:cubicBezTo>
                  <a:cubicBezTo>
                    <a:pt x="5751" y="5792"/>
                    <a:pt x="5906" y="5840"/>
                    <a:pt x="6084" y="5899"/>
                  </a:cubicBezTo>
                  <a:cubicBezTo>
                    <a:pt x="6104" y="5904"/>
                    <a:pt x="6126" y="5907"/>
                    <a:pt x="6148" y="5907"/>
                  </a:cubicBezTo>
                  <a:cubicBezTo>
                    <a:pt x="6179" y="5907"/>
                    <a:pt x="6211" y="5901"/>
                    <a:pt x="6239" y="5887"/>
                  </a:cubicBezTo>
                  <a:cubicBezTo>
                    <a:pt x="6287" y="5851"/>
                    <a:pt x="6311" y="5804"/>
                    <a:pt x="6311" y="5744"/>
                  </a:cubicBezTo>
                  <a:lnTo>
                    <a:pt x="6311" y="2196"/>
                  </a:lnTo>
                  <a:lnTo>
                    <a:pt x="6584" y="2137"/>
                  </a:lnTo>
                  <a:close/>
                  <a:moveTo>
                    <a:pt x="6735" y="1"/>
                  </a:moveTo>
                  <a:cubicBezTo>
                    <a:pt x="6724" y="1"/>
                    <a:pt x="6713" y="2"/>
                    <a:pt x="6704" y="5"/>
                  </a:cubicBezTo>
                  <a:lnTo>
                    <a:pt x="1560" y="1137"/>
                  </a:lnTo>
                  <a:cubicBezTo>
                    <a:pt x="1489" y="1148"/>
                    <a:pt x="1429" y="1220"/>
                    <a:pt x="1429" y="1303"/>
                  </a:cubicBezTo>
                  <a:lnTo>
                    <a:pt x="1429" y="3101"/>
                  </a:lnTo>
                  <a:lnTo>
                    <a:pt x="1429" y="4030"/>
                  </a:lnTo>
                  <a:cubicBezTo>
                    <a:pt x="1429" y="4113"/>
                    <a:pt x="1500" y="4185"/>
                    <a:pt x="1596" y="4185"/>
                  </a:cubicBezTo>
                  <a:cubicBezTo>
                    <a:pt x="1679" y="4185"/>
                    <a:pt x="1751" y="4113"/>
                    <a:pt x="1751" y="4030"/>
                  </a:cubicBezTo>
                  <a:lnTo>
                    <a:pt x="1751" y="3232"/>
                  </a:lnTo>
                  <a:lnTo>
                    <a:pt x="2024" y="3173"/>
                  </a:lnTo>
                  <a:lnTo>
                    <a:pt x="2024" y="7304"/>
                  </a:lnTo>
                  <a:cubicBezTo>
                    <a:pt x="2024" y="7459"/>
                    <a:pt x="1858" y="8078"/>
                    <a:pt x="1036" y="8078"/>
                  </a:cubicBezTo>
                  <a:cubicBezTo>
                    <a:pt x="643" y="8078"/>
                    <a:pt x="322" y="7840"/>
                    <a:pt x="322" y="7542"/>
                  </a:cubicBezTo>
                  <a:cubicBezTo>
                    <a:pt x="322" y="7244"/>
                    <a:pt x="655" y="7006"/>
                    <a:pt x="1036" y="7006"/>
                  </a:cubicBezTo>
                  <a:cubicBezTo>
                    <a:pt x="1191" y="7006"/>
                    <a:pt x="1358" y="7042"/>
                    <a:pt x="1536" y="7102"/>
                  </a:cubicBezTo>
                  <a:cubicBezTo>
                    <a:pt x="1552" y="7112"/>
                    <a:pt x="1573" y="7118"/>
                    <a:pt x="1596" y="7118"/>
                  </a:cubicBezTo>
                  <a:cubicBezTo>
                    <a:pt x="1623" y="7118"/>
                    <a:pt x="1653" y="7109"/>
                    <a:pt x="1679" y="7090"/>
                  </a:cubicBezTo>
                  <a:cubicBezTo>
                    <a:pt x="1727" y="7066"/>
                    <a:pt x="1751" y="7018"/>
                    <a:pt x="1751" y="6959"/>
                  </a:cubicBezTo>
                  <a:lnTo>
                    <a:pt x="1751" y="4744"/>
                  </a:lnTo>
                  <a:cubicBezTo>
                    <a:pt x="1751" y="4649"/>
                    <a:pt x="1679" y="4577"/>
                    <a:pt x="1596" y="4577"/>
                  </a:cubicBezTo>
                  <a:cubicBezTo>
                    <a:pt x="1500" y="4577"/>
                    <a:pt x="1429" y="4649"/>
                    <a:pt x="1429" y="4744"/>
                  </a:cubicBezTo>
                  <a:lnTo>
                    <a:pt x="1429" y="6732"/>
                  </a:lnTo>
                  <a:cubicBezTo>
                    <a:pt x="1298" y="6709"/>
                    <a:pt x="1167" y="6673"/>
                    <a:pt x="1048" y="6673"/>
                  </a:cubicBezTo>
                  <a:cubicBezTo>
                    <a:pt x="465" y="6673"/>
                    <a:pt x="0" y="7066"/>
                    <a:pt x="0" y="7518"/>
                  </a:cubicBezTo>
                  <a:cubicBezTo>
                    <a:pt x="0" y="7995"/>
                    <a:pt x="465" y="8376"/>
                    <a:pt x="1048" y="8376"/>
                  </a:cubicBezTo>
                  <a:cubicBezTo>
                    <a:pt x="1596" y="8376"/>
                    <a:pt x="1905" y="8137"/>
                    <a:pt x="2072" y="7935"/>
                  </a:cubicBezTo>
                  <a:cubicBezTo>
                    <a:pt x="2274" y="7697"/>
                    <a:pt x="2358" y="7435"/>
                    <a:pt x="2358" y="7268"/>
                  </a:cubicBezTo>
                  <a:lnTo>
                    <a:pt x="2358" y="3089"/>
                  </a:lnTo>
                  <a:lnTo>
                    <a:pt x="5965" y="2280"/>
                  </a:lnTo>
                  <a:lnTo>
                    <a:pt x="5965" y="5542"/>
                  </a:lnTo>
                  <a:cubicBezTo>
                    <a:pt x="5834" y="5518"/>
                    <a:pt x="5703" y="5482"/>
                    <a:pt x="5584" y="5482"/>
                  </a:cubicBezTo>
                  <a:cubicBezTo>
                    <a:pt x="5001" y="5482"/>
                    <a:pt x="4537" y="5875"/>
                    <a:pt x="4537" y="6328"/>
                  </a:cubicBezTo>
                  <a:cubicBezTo>
                    <a:pt x="4537" y="6804"/>
                    <a:pt x="5001" y="7185"/>
                    <a:pt x="5584" y="7185"/>
                  </a:cubicBezTo>
                  <a:cubicBezTo>
                    <a:pt x="6477" y="7185"/>
                    <a:pt x="6894" y="6506"/>
                    <a:pt x="6894" y="6054"/>
                  </a:cubicBezTo>
                  <a:lnTo>
                    <a:pt x="6894" y="1922"/>
                  </a:lnTo>
                  <a:lnTo>
                    <a:pt x="6894" y="125"/>
                  </a:lnTo>
                  <a:cubicBezTo>
                    <a:pt x="6894" y="113"/>
                    <a:pt x="6882" y="65"/>
                    <a:pt x="6834" y="29"/>
                  </a:cubicBezTo>
                  <a:cubicBezTo>
                    <a:pt x="6800" y="12"/>
                    <a:pt x="6765" y="1"/>
                    <a:pt x="67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2" name="Google Shape;11964;p64">
              <a:extLst>
                <a:ext uri="{FF2B5EF4-FFF2-40B4-BE49-F238E27FC236}">
                  <a16:creationId xmlns:a16="http://schemas.microsoft.com/office/drawing/2014/main" id="{AB37255D-B48F-B575-36F2-0C52AB8CF440}"/>
                </a:ext>
              </a:extLst>
            </p:cNvPr>
            <p:cNvSpPr/>
            <p:nvPr/>
          </p:nvSpPr>
          <p:spPr>
            <a:xfrm>
              <a:off x="7262690" y="2968571"/>
              <a:ext cx="156067" cy="278962"/>
            </a:xfrm>
            <a:custGeom>
              <a:avLst/>
              <a:gdLst/>
              <a:ahLst/>
              <a:cxnLst/>
              <a:rect l="l" t="t" r="r" b="b"/>
              <a:pathLst>
                <a:path w="4907" h="8771" extrusionOk="0">
                  <a:moveTo>
                    <a:pt x="1928" y="0"/>
                  </a:moveTo>
                  <a:cubicBezTo>
                    <a:pt x="1909" y="0"/>
                    <a:pt x="1889" y="3"/>
                    <a:pt x="1870" y="8"/>
                  </a:cubicBezTo>
                  <a:cubicBezTo>
                    <a:pt x="1787" y="31"/>
                    <a:pt x="1727" y="103"/>
                    <a:pt x="1727" y="210"/>
                  </a:cubicBezTo>
                  <a:lnTo>
                    <a:pt x="1727" y="3746"/>
                  </a:lnTo>
                  <a:cubicBezTo>
                    <a:pt x="1727" y="3841"/>
                    <a:pt x="1799" y="3913"/>
                    <a:pt x="1882" y="3913"/>
                  </a:cubicBezTo>
                  <a:cubicBezTo>
                    <a:pt x="1977" y="3913"/>
                    <a:pt x="2049" y="3841"/>
                    <a:pt x="2049" y="3746"/>
                  </a:cubicBezTo>
                  <a:lnTo>
                    <a:pt x="2049" y="627"/>
                  </a:lnTo>
                  <a:cubicBezTo>
                    <a:pt x="2108" y="734"/>
                    <a:pt x="2180" y="853"/>
                    <a:pt x="2275" y="972"/>
                  </a:cubicBezTo>
                  <a:lnTo>
                    <a:pt x="2287" y="984"/>
                  </a:lnTo>
                  <a:lnTo>
                    <a:pt x="2322" y="1008"/>
                  </a:lnTo>
                  <a:lnTo>
                    <a:pt x="2334" y="1032"/>
                  </a:lnTo>
                  <a:cubicBezTo>
                    <a:pt x="2858" y="1770"/>
                    <a:pt x="3346" y="2246"/>
                    <a:pt x="3787" y="2425"/>
                  </a:cubicBezTo>
                  <a:cubicBezTo>
                    <a:pt x="4180" y="2591"/>
                    <a:pt x="4370" y="3091"/>
                    <a:pt x="4466" y="3508"/>
                  </a:cubicBezTo>
                  <a:cubicBezTo>
                    <a:pt x="4525" y="3782"/>
                    <a:pt x="4549" y="4068"/>
                    <a:pt x="4573" y="4306"/>
                  </a:cubicBezTo>
                  <a:cubicBezTo>
                    <a:pt x="4216" y="3853"/>
                    <a:pt x="3573" y="3175"/>
                    <a:pt x="2561" y="2794"/>
                  </a:cubicBezTo>
                  <a:cubicBezTo>
                    <a:pt x="2543" y="2789"/>
                    <a:pt x="2524" y="2787"/>
                    <a:pt x="2505" y="2787"/>
                  </a:cubicBezTo>
                  <a:cubicBezTo>
                    <a:pt x="2471" y="2787"/>
                    <a:pt x="2436" y="2795"/>
                    <a:pt x="2406" y="2817"/>
                  </a:cubicBezTo>
                  <a:cubicBezTo>
                    <a:pt x="2358" y="2841"/>
                    <a:pt x="2334" y="2889"/>
                    <a:pt x="2334" y="2948"/>
                  </a:cubicBezTo>
                  <a:lnTo>
                    <a:pt x="2334" y="7366"/>
                  </a:lnTo>
                  <a:cubicBezTo>
                    <a:pt x="2334" y="7735"/>
                    <a:pt x="1894" y="8437"/>
                    <a:pt x="1191" y="8437"/>
                  </a:cubicBezTo>
                  <a:cubicBezTo>
                    <a:pt x="727" y="8437"/>
                    <a:pt x="334" y="8151"/>
                    <a:pt x="334" y="7818"/>
                  </a:cubicBezTo>
                  <a:cubicBezTo>
                    <a:pt x="334" y="7473"/>
                    <a:pt x="727" y="7187"/>
                    <a:pt x="1191" y="7187"/>
                  </a:cubicBezTo>
                  <a:cubicBezTo>
                    <a:pt x="1382" y="7187"/>
                    <a:pt x="1620" y="7247"/>
                    <a:pt x="1822" y="7354"/>
                  </a:cubicBezTo>
                  <a:cubicBezTo>
                    <a:pt x="1841" y="7363"/>
                    <a:pt x="1861" y="7367"/>
                    <a:pt x="1881" y="7367"/>
                  </a:cubicBezTo>
                  <a:cubicBezTo>
                    <a:pt x="1914" y="7367"/>
                    <a:pt x="1948" y="7357"/>
                    <a:pt x="1977" y="7342"/>
                  </a:cubicBezTo>
                  <a:cubicBezTo>
                    <a:pt x="2013" y="7306"/>
                    <a:pt x="2049" y="7258"/>
                    <a:pt x="2049" y="7199"/>
                  </a:cubicBezTo>
                  <a:lnTo>
                    <a:pt x="2049" y="4520"/>
                  </a:lnTo>
                  <a:cubicBezTo>
                    <a:pt x="2049" y="4437"/>
                    <a:pt x="1977" y="4365"/>
                    <a:pt x="1882" y="4365"/>
                  </a:cubicBezTo>
                  <a:cubicBezTo>
                    <a:pt x="1799" y="4365"/>
                    <a:pt x="1727" y="4437"/>
                    <a:pt x="1727" y="4520"/>
                  </a:cubicBezTo>
                  <a:lnTo>
                    <a:pt x="1727" y="6961"/>
                  </a:lnTo>
                  <a:cubicBezTo>
                    <a:pt x="1525" y="6901"/>
                    <a:pt x="1334" y="6866"/>
                    <a:pt x="1168" y="6866"/>
                  </a:cubicBezTo>
                  <a:cubicBezTo>
                    <a:pt x="537" y="6866"/>
                    <a:pt x="1" y="7294"/>
                    <a:pt x="1" y="7818"/>
                  </a:cubicBezTo>
                  <a:cubicBezTo>
                    <a:pt x="1" y="8330"/>
                    <a:pt x="513" y="8771"/>
                    <a:pt x="1168" y="8771"/>
                  </a:cubicBezTo>
                  <a:cubicBezTo>
                    <a:pt x="1584" y="8771"/>
                    <a:pt x="1977" y="8592"/>
                    <a:pt x="2263" y="8259"/>
                  </a:cubicBezTo>
                  <a:cubicBezTo>
                    <a:pt x="2489" y="7997"/>
                    <a:pt x="2644" y="7651"/>
                    <a:pt x="2644" y="7366"/>
                  </a:cubicBezTo>
                  <a:lnTo>
                    <a:pt x="2644" y="3187"/>
                  </a:lnTo>
                  <a:cubicBezTo>
                    <a:pt x="3775" y="3675"/>
                    <a:pt x="4382" y="4568"/>
                    <a:pt x="4549" y="4842"/>
                  </a:cubicBezTo>
                  <a:cubicBezTo>
                    <a:pt x="4589" y="4901"/>
                    <a:pt x="4654" y="4928"/>
                    <a:pt x="4723" y="4928"/>
                  </a:cubicBezTo>
                  <a:cubicBezTo>
                    <a:pt x="4736" y="4928"/>
                    <a:pt x="4750" y="4927"/>
                    <a:pt x="4763" y="4925"/>
                  </a:cubicBezTo>
                  <a:cubicBezTo>
                    <a:pt x="4847" y="4901"/>
                    <a:pt x="4894" y="4818"/>
                    <a:pt x="4894" y="4746"/>
                  </a:cubicBezTo>
                  <a:cubicBezTo>
                    <a:pt x="4906" y="4544"/>
                    <a:pt x="4894" y="3996"/>
                    <a:pt x="4763" y="3460"/>
                  </a:cubicBezTo>
                  <a:cubicBezTo>
                    <a:pt x="4597" y="2758"/>
                    <a:pt x="4311" y="2329"/>
                    <a:pt x="3894" y="2151"/>
                  </a:cubicBezTo>
                  <a:cubicBezTo>
                    <a:pt x="3513" y="1984"/>
                    <a:pt x="3061" y="1555"/>
                    <a:pt x="2584" y="865"/>
                  </a:cubicBezTo>
                  <a:cubicBezTo>
                    <a:pt x="2572" y="841"/>
                    <a:pt x="2561" y="805"/>
                    <a:pt x="2525" y="781"/>
                  </a:cubicBezTo>
                  <a:cubicBezTo>
                    <a:pt x="2346" y="508"/>
                    <a:pt x="2203" y="270"/>
                    <a:pt x="2108" y="103"/>
                  </a:cubicBezTo>
                  <a:cubicBezTo>
                    <a:pt x="2070" y="36"/>
                    <a:pt x="2002" y="0"/>
                    <a:pt x="19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3" name="Google Shape;11965;p64">
              <a:extLst>
                <a:ext uri="{FF2B5EF4-FFF2-40B4-BE49-F238E27FC236}">
                  <a16:creationId xmlns:a16="http://schemas.microsoft.com/office/drawing/2014/main" id="{A9618430-845E-CEF4-62F8-5F3B7525BDAD}"/>
                </a:ext>
              </a:extLst>
            </p:cNvPr>
            <p:cNvSpPr/>
            <p:nvPr/>
          </p:nvSpPr>
          <p:spPr>
            <a:xfrm>
              <a:off x="7356610" y="3200843"/>
              <a:ext cx="58362" cy="24363"/>
            </a:xfrm>
            <a:custGeom>
              <a:avLst/>
              <a:gdLst/>
              <a:ahLst/>
              <a:cxnLst/>
              <a:rect l="l" t="t" r="r" b="b"/>
              <a:pathLst>
                <a:path w="1835" h="766" extrusionOk="0">
                  <a:moveTo>
                    <a:pt x="1669" y="1"/>
                  </a:moveTo>
                  <a:cubicBezTo>
                    <a:pt x="1636" y="1"/>
                    <a:pt x="1603" y="13"/>
                    <a:pt x="1572" y="39"/>
                  </a:cubicBezTo>
                  <a:cubicBezTo>
                    <a:pt x="1572" y="39"/>
                    <a:pt x="1120" y="348"/>
                    <a:pt x="155" y="444"/>
                  </a:cubicBezTo>
                  <a:cubicBezTo>
                    <a:pt x="60" y="456"/>
                    <a:pt x="0" y="527"/>
                    <a:pt x="0" y="622"/>
                  </a:cubicBezTo>
                  <a:cubicBezTo>
                    <a:pt x="24" y="706"/>
                    <a:pt x="84" y="765"/>
                    <a:pt x="167" y="765"/>
                  </a:cubicBezTo>
                  <a:lnTo>
                    <a:pt x="179" y="765"/>
                  </a:lnTo>
                  <a:cubicBezTo>
                    <a:pt x="1263" y="658"/>
                    <a:pt x="1739" y="325"/>
                    <a:pt x="1763" y="301"/>
                  </a:cubicBezTo>
                  <a:cubicBezTo>
                    <a:pt x="1822" y="229"/>
                    <a:pt x="1834" y="146"/>
                    <a:pt x="1786" y="63"/>
                  </a:cubicBezTo>
                  <a:cubicBezTo>
                    <a:pt x="1753" y="22"/>
                    <a:pt x="1711" y="1"/>
                    <a:pt x="1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4" name="Google Shape;11966;p64">
              <a:extLst>
                <a:ext uri="{FF2B5EF4-FFF2-40B4-BE49-F238E27FC236}">
                  <a16:creationId xmlns:a16="http://schemas.microsoft.com/office/drawing/2014/main" id="{6FFBD15B-CB8C-93BE-61F7-FCA130967F9A}"/>
                </a:ext>
              </a:extLst>
            </p:cNvPr>
            <p:cNvSpPr/>
            <p:nvPr/>
          </p:nvSpPr>
          <p:spPr>
            <a:xfrm>
              <a:off x="7068806" y="3188821"/>
              <a:ext cx="179539" cy="24617"/>
            </a:xfrm>
            <a:custGeom>
              <a:avLst/>
              <a:gdLst/>
              <a:ahLst/>
              <a:cxnLst/>
              <a:rect l="l" t="t" r="r" b="b"/>
              <a:pathLst>
                <a:path w="5645" h="774" extrusionOk="0">
                  <a:moveTo>
                    <a:pt x="1675" y="1"/>
                  </a:moveTo>
                  <a:cubicBezTo>
                    <a:pt x="1452" y="1"/>
                    <a:pt x="1243" y="9"/>
                    <a:pt x="1048" y="24"/>
                  </a:cubicBezTo>
                  <a:cubicBezTo>
                    <a:pt x="632" y="60"/>
                    <a:pt x="322" y="131"/>
                    <a:pt x="144" y="202"/>
                  </a:cubicBezTo>
                  <a:cubicBezTo>
                    <a:pt x="36" y="250"/>
                    <a:pt x="1" y="369"/>
                    <a:pt x="84" y="464"/>
                  </a:cubicBezTo>
                  <a:cubicBezTo>
                    <a:pt x="106" y="502"/>
                    <a:pt x="147" y="520"/>
                    <a:pt x="189" y="520"/>
                  </a:cubicBezTo>
                  <a:cubicBezTo>
                    <a:pt x="215" y="520"/>
                    <a:pt x="240" y="514"/>
                    <a:pt x="263" y="500"/>
                  </a:cubicBezTo>
                  <a:cubicBezTo>
                    <a:pt x="394" y="441"/>
                    <a:pt x="656" y="369"/>
                    <a:pt x="1168" y="345"/>
                  </a:cubicBezTo>
                  <a:cubicBezTo>
                    <a:pt x="1340" y="332"/>
                    <a:pt x="1521" y="327"/>
                    <a:pt x="1709" y="327"/>
                  </a:cubicBezTo>
                  <a:cubicBezTo>
                    <a:pt x="2909" y="327"/>
                    <a:pt x="4373" y="568"/>
                    <a:pt x="5454" y="774"/>
                  </a:cubicBezTo>
                  <a:lnTo>
                    <a:pt x="5478" y="774"/>
                  </a:lnTo>
                  <a:cubicBezTo>
                    <a:pt x="5561" y="774"/>
                    <a:pt x="5632" y="714"/>
                    <a:pt x="5644" y="643"/>
                  </a:cubicBezTo>
                  <a:cubicBezTo>
                    <a:pt x="5644" y="560"/>
                    <a:pt x="5585" y="488"/>
                    <a:pt x="5513" y="464"/>
                  </a:cubicBezTo>
                  <a:cubicBezTo>
                    <a:pt x="3958" y="153"/>
                    <a:pt x="2672" y="1"/>
                    <a:pt x="16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5" name="Google Shape;11967;p64">
              <a:extLst>
                <a:ext uri="{FF2B5EF4-FFF2-40B4-BE49-F238E27FC236}">
                  <a16:creationId xmlns:a16="http://schemas.microsoft.com/office/drawing/2014/main" id="{CC6058E7-7DB0-C139-DA49-3EC2C2CD3350}"/>
                </a:ext>
              </a:extLst>
            </p:cNvPr>
            <p:cNvSpPr/>
            <p:nvPr/>
          </p:nvSpPr>
          <p:spPr>
            <a:xfrm>
              <a:off x="7361158" y="3154726"/>
              <a:ext cx="49997" cy="20482"/>
            </a:xfrm>
            <a:custGeom>
              <a:avLst/>
              <a:gdLst/>
              <a:ahLst/>
              <a:cxnLst/>
              <a:rect l="l" t="t" r="r" b="b"/>
              <a:pathLst>
                <a:path w="1572" h="644" extrusionOk="0">
                  <a:moveTo>
                    <a:pt x="1375" y="1"/>
                  </a:moveTo>
                  <a:cubicBezTo>
                    <a:pt x="1352" y="1"/>
                    <a:pt x="1330" y="5"/>
                    <a:pt x="1310" y="12"/>
                  </a:cubicBezTo>
                  <a:cubicBezTo>
                    <a:pt x="1131" y="120"/>
                    <a:pt x="750" y="251"/>
                    <a:pt x="143" y="310"/>
                  </a:cubicBezTo>
                  <a:cubicBezTo>
                    <a:pt x="60" y="322"/>
                    <a:pt x="0" y="382"/>
                    <a:pt x="0" y="477"/>
                  </a:cubicBezTo>
                  <a:cubicBezTo>
                    <a:pt x="0" y="560"/>
                    <a:pt x="72" y="643"/>
                    <a:pt x="155" y="643"/>
                  </a:cubicBezTo>
                  <a:lnTo>
                    <a:pt x="179" y="643"/>
                  </a:lnTo>
                  <a:cubicBezTo>
                    <a:pt x="881" y="584"/>
                    <a:pt x="1274" y="417"/>
                    <a:pt x="1465" y="310"/>
                  </a:cubicBezTo>
                  <a:cubicBezTo>
                    <a:pt x="1560" y="251"/>
                    <a:pt x="1572" y="120"/>
                    <a:pt x="1501" y="48"/>
                  </a:cubicBezTo>
                  <a:cubicBezTo>
                    <a:pt x="1469" y="16"/>
                    <a:pt x="1421" y="1"/>
                    <a:pt x="13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1036" name="Google Shape;11968;p64">
              <a:extLst>
                <a:ext uri="{FF2B5EF4-FFF2-40B4-BE49-F238E27FC236}">
                  <a16:creationId xmlns:a16="http://schemas.microsoft.com/office/drawing/2014/main" id="{267551CF-8767-7032-CA67-A77BE1F423FD}"/>
                </a:ext>
              </a:extLst>
            </p:cNvPr>
            <p:cNvSpPr/>
            <p:nvPr/>
          </p:nvSpPr>
          <p:spPr>
            <a:xfrm>
              <a:off x="7155920" y="3139523"/>
              <a:ext cx="148084" cy="33045"/>
            </a:xfrm>
            <a:custGeom>
              <a:avLst/>
              <a:gdLst/>
              <a:ahLst/>
              <a:cxnLst/>
              <a:rect l="l" t="t" r="r" b="b"/>
              <a:pathLst>
                <a:path w="4656" h="1039" extrusionOk="0">
                  <a:moveTo>
                    <a:pt x="172" y="1"/>
                  </a:moveTo>
                  <a:cubicBezTo>
                    <a:pt x="97" y="1"/>
                    <a:pt x="34" y="68"/>
                    <a:pt x="12" y="145"/>
                  </a:cubicBezTo>
                  <a:cubicBezTo>
                    <a:pt x="0" y="240"/>
                    <a:pt x="84" y="312"/>
                    <a:pt x="167" y="324"/>
                  </a:cubicBezTo>
                  <a:cubicBezTo>
                    <a:pt x="726" y="383"/>
                    <a:pt x="1536" y="526"/>
                    <a:pt x="2489" y="705"/>
                  </a:cubicBezTo>
                  <a:cubicBezTo>
                    <a:pt x="3382" y="883"/>
                    <a:pt x="4001" y="979"/>
                    <a:pt x="4477" y="1038"/>
                  </a:cubicBezTo>
                  <a:lnTo>
                    <a:pt x="4501" y="1038"/>
                  </a:lnTo>
                  <a:cubicBezTo>
                    <a:pt x="4572" y="1038"/>
                    <a:pt x="4644" y="979"/>
                    <a:pt x="4656" y="895"/>
                  </a:cubicBezTo>
                  <a:cubicBezTo>
                    <a:pt x="4644" y="824"/>
                    <a:pt x="4584" y="740"/>
                    <a:pt x="4501" y="729"/>
                  </a:cubicBezTo>
                  <a:cubicBezTo>
                    <a:pt x="4036" y="669"/>
                    <a:pt x="3417" y="562"/>
                    <a:pt x="2536" y="383"/>
                  </a:cubicBezTo>
                  <a:cubicBezTo>
                    <a:pt x="1584" y="193"/>
                    <a:pt x="762" y="62"/>
                    <a:pt x="191" y="2"/>
                  </a:cubicBezTo>
                  <a:cubicBezTo>
                    <a:pt x="185" y="1"/>
                    <a:pt x="178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grpSp>
        <p:nvGrpSpPr>
          <p:cNvPr id="57" name="Google Shape;9735;p61">
            <a:extLst>
              <a:ext uri="{FF2B5EF4-FFF2-40B4-BE49-F238E27FC236}">
                <a16:creationId xmlns:a16="http://schemas.microsoft.com/office/drawing/2014/main" id="{392A8C1E-F513-1130-BADE-36D602746DB9}"/>
              </a:ext>
            </a:extLst>
          </p:cNvPr>
          <p:cNvGrpSpPr/>
          <p:nvPr/>
        </p:nvGrpSpPr>
        <p:grpSpPr>
          <a:xfrm>
            <a:off x="7316008" y="7256510"/>
            <a:ext cx="364135" cy="359930"/>
            <a:chOff x="2174559" y="3356116"/>
            <a:chExt cx="364135" cy="359930"/>
          </a:xfrm>
          <a:solidFill>
            <a:srgbClr val="00806E"/>
          </a:solidFill>
        </p:grpSpPr>
        <p:sp>
          <p:nvSpPr>
            <p:cNvPr id="58" name="Google Shape;9736;p61">
              <a:extLst>
                <a:ext uri="{FF2B5EF4-FFF2-40B4-BE49-F238E27FC236}">
                  <a16:creationId xmlns:a16="http://schemas.microsoft.com/office/drawing/2014/main" id="{2657A4BC-DBBE-D2DB-4E03-2526FC8A0051}"/>
                </a:ext>
              </a:extLst>
            </p:cNvPr>
            <p:cNvSpPr/>
            <p:nvPr/>
          </p:nvSpPr>
          <p:spPr>
            <a:xfrm>
              <a:off x="2273915" y="3452414"/>
              <a:ext cx="166920" cy="166920"/>
            </a:xfrm>
            <a:custGeom>
              <a:avLst/>
              <a:gdLst/>
              <a:ahLst/>
              <a:cxnLst/>
              <a:rect l="l" t="t" r="r" b="b"/>
              <a:pathLst>
                <a:path w="5240" h="5240" extrusionOk="0">
                  <a:moveTo>
                    <a:pt x="4715" y="358"/>
                  </a:moveTo>
                  <a:cubicBezTo>
                    <a:pt x="4763" y="358"/>
                    <a:pt x="4787" y="370"/>
                    <a:pt x="4811" y="406"/>
                  </a:cubicBezTo>
                  <a:cubicBezTo>
                    <a:pt x="4846" y="429"/>
                    <a:pt x="4858" y="477"/>
                    <a:pt x="4858" y="513"/>
                  </a:cubicBezTo>
                  <a:cubicBezTo>
                    <a:pt x="4858" y="548"/>
                    <a:pt x="4846" y="584"/>
                    <a:pt x="4811" y="608"/>
                  </a:cubicBezTo>
                  <a:lnTo>
                    <a:pt x="4418" y="1013"/>
                  </a:lnTo>
                  <a:lnTo>
                    <a:pt x="4192" y="787"/>
                  </a:lnTo>
                  <a:lnTo>
                    <a:pt x="4608" y="406"/>
                  </a:lnTo>
                  <a:cubicBezTo>
                    <a:pt x="4644" y="370"/>
                    <a:pt x="4680" y="358"/>
                    <a:pt x="4715" y="358"/>
                  </a:cubicBezTo>
                  <a:close/>
                  <a:moveTo>
                    <a:pt x="3965" y="1048"/>
                  </a:moveTo>
                  <a:lnTo>
                    <a:pt x="4192" y="1263"/>
                  </a:lnTo>
                  <a:lnTo>
                    <a:pt x="3358" y="2084"/>
                  </a:lnTo>
                  <a:lnTo>
                    <a:pt x="3132" y="1858"/>
                  </a:lnTo>
                  <a:lnTo>
                    <a:pt x="3965" y="1048"/>
                  </a:lnTo>
                  <a:close/>
                  <a:moveTo>
                    <a:pt x="2894" y="2096"/>
                  </a:moveTo>
                  <a:lnTo>
                    <a:pt x="3120" y="2322"/>
                  </a:lnTo>
                  <a:lnTo>
                    <a:pt x="2287" y="3156"/>
                  </a:lnTo>
                  <a:lnTo>
                    <a:pt x="2060" y="2930"/>
                  </a:lnTo>
                  <a:lnTo>
                    <a:pt x="2894" y="2096"/>
                  </a:lnTo>
                  <a:close/>
                  <a:moveTo>
                    <a:pt x="1846" y="3168"/>
                  </a:moveTo>
                  <a:lnTo>
                    <a:pt x="2060" y="3394"/>
                  </a:lnTo>
                  <a:lnTo>
                    <a:pt x="1227" y="4227"/>
                  </a:lnTo>
                  <a:lnTo>
                    <a:pt x="1013" y="4001"/>
                  </a:lnTo>
                  <a:lnTo>
                    <a:pt x="1846" y="3168"/>
                  </a:lnTo>
                  <a:close/>
                  <a:moveTo>
                    <a:pt x="774" y="4227"/>
                  </a:moveTo>
                  <a:lnTo>
                    <a:pt x="989" y="4454"/>
                  </a:lnTo>
                  <a:lnTo>
                    <a:pt x="596" y="4858"/>
                  </a:lnTo>
                  <a:cubicBezTo>
                    <a:pt x="560" y="4882"/>
                    <a:pt x="513" y="4894"/>
                    <a:pt x="489" y="4894"/>
                  </a:cubicBezTo>
                  <a:cubicBezTo>
                    <a:pt x="441" y="4894"/>
                    <a:pt x="417" y="4882"/>
                    <a:pt x="382" y="4858"/>
                  </a:cubicBezTo>
                  <a:cubicBezTo>
                    <a:pt x="358" y="4823"/>
                    <a:pt x="334" y="4775"/>
                    <a:pt x="334" y="4751"/>
                  </a:cubicBezTo>
                  <a:cubicBezTo>
                    <a:pt x="322" y="4704"/>
                    <a:pt x="334" y="4656"/>
                    <a:pt x="370" y="4632"/>
                  </a:cubicBezTo>
                  <a:lnTo>
                    <a:pt x="774" y="4227"/>
                  </a:lnTo>
                  <a:close/>
                  <a:moveTo>
                    <a:pt x="4739" y="1"/>
                  </a:moveTo>
                  <a:cubicBezTo>
                    <a:pt x="4608" y="1"/>
                    <a:pt x="4489" y="48"/>
                    <a:pt x="4406" y="144"/>
                  </a:cubicBezTo>
                  <a:lnTo>
                    <a:pt x="4001" y="548"/>
                  </a:lnTo>
                  <a:lnTo>
                    <a:pt x="3846" y="406"/>
                  </a:lnTo>
                  <a:cubicBezTo>
                    <a:pt x="3816" y="376"/>
                    <a:pt x="3772" y="361"/>
                    <a:pt x="3727" y="361"/>
                  </a:cubicBezTo>
                  <a:cubicBezTo>
                    <a:pt x="3683" y="361"/>
                    <a:pt x="3638" y="376"/>
                    <a:pt x="3608" y="406"/>
                  </a:cubicBezTo>
                  <a:cubicBezTo>
                    <a:pt x="3549" y="465"/>
                    <a:pt x="3549" y="584"/>
                    <a:pt x="3608" y="644"/>
                  </a:cubicBezTo>
                  <a:lnTo>
                    <a:pt x="3763" y="787"/>
                  </a:lnTo>
                  <a:lnTo>
                    <a:pt x="2929" y="1620"/>
                  </a:lnTo>
                  <a:lnTo>
                    <a:pt x="2775" y="1477"/>
                  </a:lnTo>
                  <a:cubicBezTo>
                    <a:pt x="2745" y="1447"/>
                    <a:pt x="2700" y="1432"/>
                    <a:pt x="2656" y="1432"/>
                  </a:cubicBezTo>
                  <a:cubicBezTo>
                    <a:pt x="2611" y="1432"/>
                    <a:pt x="2566" y="1447"/>
                    <a:pt x="2537" y="1477"/>
                  </a:cubicBezTo>
                  <a:cubicBezTo>
                    <a:pt x="2477" y="1537"/>
                    <a:pt x="2477" y="1656"/>
                    <a:pt x="2537" y="1715"/>
                  </a:cubicBezTo>
                  <a:lnTo>
                    <a:pt x="2691" y="1858"/>
                  </a:lnTo>
                  <a:lnTo>
                    <a:pt x="1858" y="2692"/>
                  </a:lnTo>
                  <a:lnTo>
                    <a:pt x="1703" y="2549"/>
                  </a:lnTo>
                  <a:cubicBezTo>
                    <a:pt x="1673" y="2519"/>
                    <a:pt x="1629" y="2504"/>
                    <a:pt x="1584" y="2504"/>
                  </a:cubicBezTo>
                  <a:cubicBezTo>
                    <a:pt x="1539" y="2504"/>
                    <a:pt x="1495" y="2519"/>
                    <a:pt x="1465" y="2549"/>
                  </a:cubicBezTo>
                  <a:cubicBezTo>
                    <a:pt x="1405" y="2608"/>
                    <a:pt x="1405" y="2727"/>
                    <a:pt x="1465" y="2787"/>
                  </a:cubicBezTo>
                  <a:lnTo>
                    <a:pt x="1620" y="2930"/>
                  </a:lnTo>
                  <a:lnTo>
                    <a:pt x="786" y="3763"/>
                  </a:lnTo>
                  <a:lnTo>
                    <a:pt x="632" y="3620"/>
                  </a:lnTo>
                  <a:cubicBezTo>
                    <a:pt x="602" y="3590"/>
                    <a:pt x="557" y="3576"/>
                    <a:pt x="513" y="3576"/>
                  </a:cubicBezTo>
                  <a:cubicBezTo>
                    <a:pt x="468" y="3576"/>
                    <a:pt x="423" y="3590"/>
                    <a:pt x="393" y="3620"/>
                  </a:cubicBezTo>
                  <a:cubicBezTo>
                    <a:pt x="334" y="3680"/>
                    <a:pt x="334" y="3799"/>
                    <a:pt x="393" y="3858"/>
                  </a:cubicBezTo>
                  <a:lnTo>
                    <a:pt x="548" y="4001"/>
                  </a:lnTo>
                  <a:lnTo>
                    <a:pt x="143" y="4406"/>
                  </a:lnTo>
                  <a:cubicBezTo>
                    <a:pt x="36" y="4477"/>
                    <a:pt x="1" y="4620"/>
                    <a:pt x="1" y="4751"/>
                  </a:cubicBezTo>
                  <a:cubicBezTo>
                    <a:pt x="1" y="4882"/>
                    <a:pt x="36" y="5001"/>
                    <a:pt x="143" y="5097"/>
                  </a:cubicBezTo>
                  <a:cubicBezTo>
                    <a:pt x="239" y="5180"/>
                    <a:pt x="370" y="5239"/>
                    <a:pt x="489" y="5239"/>
                  </a:cubicBezTo>
                  <a:cubicBezTo>
                    <a:pt x="620" y="5239"/>
                    <a:pt x="739" y="5192"/>
                    <a:pt x="834" y="5097"/>
                  </a:cubicBezTo>
                  <a:lnTo>
                    <a:pt x="1227" y="4692"/>
                  </a:lnTo>
                  <a:lnTo>
                    <a:pt x="1382" y="4835"/>
                  </a:lnTo>
                  <a:cubicBezTo>
                    <a:pt x="1405" y="4870"/>
                    <a:pt x="1453" y="4882"/>
                    <a:pt x="1501" y="4882"/>
                  </a:cubicBezTo>
                  <a:cubicBezTo>
                    <a:pt x="1548" y="4882"/>
                    <a:pt x="1584" y="4870"/>
                    <a:pt x="1620" y="4835"/>
                  </a:cubicBezTo>
                  <a:cubicBezTo>
                    <a:pt x="1679" y="4775"/>
                    <a:pt x="1679" y="4656"/>
                    <a:pt x="1620" y="4597"/>
                  </a:cubicBezTo>
                  <a:lnTo>
                    <a:pt x="1465" y="4454"/>
                  </a:lnTo>
                  <a:lnTo>
                    <a:pt x="2298" y="3620"/>
                  </a:lnTo>
                  <a:lnTo>
                    <a:pt x="2453" y="3763"/>
                  </a:lnTo>
                  <a:cubicBezTo>
                    <a:pt x="2477" y="3799"/>
                    <a:pt x="2525" y="3811"/>
                    <a:pt x="2572" y="3811"/>
                  </a:cubicBezTo>
                  <a:cubicBezTo>
                    <a:pt x="2620" y="3811"/>
                    <a:pt x="2656" y="3799"/>
                    <a:pt x="2691" y="3763"/>
                  </a:cubicBezTo>
                  <a:cubicBezTo>
                    <a:pt x="2751" y="3704"/>
                    <a:pt x="2751" y="3584"/>
                    <a:pt x="2691" y="3525"/>
                  </a:cubicBezTo>
                  <a:lnTo>
                    <a:pt x="2537" y="3382"/>
                  </a:lnTo>
                  <a:lnTo>
                    <a:pt x="3370" y="2549"/>
                  </a:lnTo>
                  <a:lnTo>
                    <a:pt x="3525" y="2692"/>
                  </a:lnTo>
                  <a:cubicBezTo>
                    <a:pt x="3549" y="2727"/>
                    <a:pt x="3596" y="2739"/>
                    <a:pt x="3644" y="2739"/>
                  </a:cubicBezTo>
                  <a:cubicBezTo>
                    <a:pt x="3691" y="2739"/>
                    <a:pt x="3727" y="2727"/>
                    <a:pt x="3763" y="2692"/>
                  </a:cubicBezTo>
                  <a:cubicBezTo>
                    <a:pt x="3822" y="2632"/>
                    <a:pt x="3822" y="2513"/>
                    <a:pt x="3763" y="2453"/>
                  </a:cubicBezTo>
                  <a:lnTo>
                    <a:pt x="3608" y="2311"/>
                  </a:lnTo>
                  <a:lnTo>
                    <a:pt x="4442" y="1477"/>
                  </a:lnTo>
                  <a:lnTo>
                    <a:pt x="4596" y="1620"/>
                  </a:lnTo>
                  <a:cubicBezTo>
                    <a:pt x="4620" y="1656"/>
                    <a:pt x="4668" y="1668"/>
                    <a:pt x="4715" y="1668"/>
                  </a:cubicBezTo>
                  <a:cubicBezTo>
                    <a:pt x="4763" y="1668"/>
                    <a:pt x="4799" y="1656"/>
                    <a:pt x="4834" y="1620"/>
                  </a:cubicBezTo>
                  <a:cubicBezTo>
                    <a:pt x="4894" y="1560"/>
                    <a:pt x="4894" y="1441"/>
                    <a:pt x="4834" y="1382"/>
                  </a:cubicBezTo>
                  <a:lnTo>
                    <a:pt x="4680" y="1239"/>
                  </a:lnTo>
                  <a:lnTo>
                    <a:pt x="5085" y="834"/>
                  </a:lnTo>
                  <a:cubicBezTo>
                    <a:pt x="5180" y="739"/>
                    <a:pt x="5239" y="608"/>
                    <a:pt x="5239" y="489"/>
                  </a:cubicBezTo>
                  <a:cubicBezTo>
                    <a:pt x="5239" y="358"/>
                    <a:pt x="5192" y="239"/>
                    <a:pt x="5085" y="144"/>
                  </a:cubicBezTo>
                  <a:cubicBezTo>
                    <a:pt x="5001" y="60"/>
                    <a:pt x="4858" y="1"/>
                    <a:pt x="47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  <p:sp>
          <p:nvSpPr>
            <p:cNvPr id="59" name="Google Shape;9737;p61">
              <a:extLst>
                <a:ext uri="{FF2B5EF4-FFF2-40B4-BE49-F238E27FC236}">
                  <a16:creationId xmlns:a16="http://schemas.microsoft.com/office/drawing/2014/main" id="{944465D3-3B43-4FB2-4B4A-BC4741F70438}"/>
                </a:ext>
              </a:extLst>
            </p:cNvPr>
            <p:cNvSpPr/>
            <p:nvPr/>
          </p:nvSpPr>
          <p:spPr>
            <a:xfrm>
              <a:off x="2174559" y="3356116"/>
              <a:ext cx="364135" cy="359930"/>
            </a:xfrm>
            <a:custGeom>
              <a:avLst/>
              <a:gdLst/>
              <a:ahLst/>
              <a:cxnLst/>
              <a:rect l="l" t="t" r="r" b="b"/>
              <a:pathLst>
                <a:path w="11431" h="11299" extrusionOk="0">
                  <a:moveTo>
                    <a:pt x="8142" y="339"/>
                  </a:moveTo>
                  <a:cubicBezTo>
                    <a:pt x="8988" y="339"/>
                    <a:pt x="9829" y="482"/>
                    <a:pt x="10632" y="750"/>
                  </a:cubicBezTo>
                  <a:cubicBezTo>
                    <a:pt x="10930" y="1631"/>
                    <a:pt x="11061" y="2583"/>
                    <a:pt x="11037" y="3500"/>
                  </a:cubicBezTo>
                  <a:lnTo>
                    <a:pt x="7858" y="345"/>
                  </a:lnTo>
                  <a:cubicBezTo>
                    <a:pt x="7953" y="341"/>
                    <a:pt x="8048" y="339"/>
                    <a:pt x="8142" y="339"/>
                  </a:cubicBezTo>
                  <a:close/>
                  <a:moveTo>
                    <a:pt x="572" y="6453"/>
                  </a:moveTo>
                  <a:lnTo>
                    <a:pt x="4917" y="10798"/>
                  </a:lnTo>
                  <a:cubicBezTo>
                    <a:pt x="4620" y="10858"/>
                    <a:pt x="4322" y="10894"/>
                    <a:pt x="4001" y="10929"/>
                  </a:cubicBezTo>
                  <a:lnTo>
                    <a:pt x="441" y="7358"/>
                  </a:lnTo>
                  <a:cubicBezTo>
                    <a:pt x="464" y="7060"/>
                    <a:pt x="512" y="6750"/>
                    <a:pt x="572" y="6453"/>
                  </a:cubicBezTo>
                  <a:close/>
                  <a:moveTo>
                    <a:pt x="405" y="7798"/>
                  </a:moveTo>
                  <a:lnTo>
                    <a:pt x="3560" y="10953"/>
                  </a:lnTo>
                  <a:cubicBezTo>
                    <a:pt x="3462" y="10957"/>
                    <a:pt x="3363" y="10959"/>
                    <a:pt x="3264" y="10959"/>
                  </a:cubicBezTo>
                  <a:cubicBezTo>
                    <a:pt x="2440" y="10959"/>
                    <a:pt x="1596" y="10826"/>
                    <a:pt x="810" y="10560"/>
                  </a:cubicBezTo>
                  <a:cubicBezTo>
                    <a:pt x="512" y="9679"/>
                    <a:pt x="381" y="8727"/>
                    <a:pt x="405" y="7798"/>
                  </a:cubicBezTo>
                  <a:close/>
                  <a:moveTo>
                    <a:pt x="8188" y="1"/>
                  </a:moveTo>
                  <a:cubicBezTo>
                    <a:pt x="7942" y="1"/>
                    <a:pt x="7697" y="12"/>
                    <a:pt x="7453" y="35"/>
                  </a:cubicBezTo>
                  <a:cubicBezTo>
                    <a:pt x="7013" y="71"/>
                    <a:pt x="6560" y="154"/>
                    <a:pt x="6132" y="261"/>
                  </a:cubicBezTo>
                  <a:cubicBezTo>
                    <a:pt x="4739" y="607"/>
                    <a:pt x="3453" y="1345"/>
                    <a:pt x="2429" y="2369"/>
                  </a:cubicBezTo>
                  <a:cubicBezTo>
                    <a:pt x="1893" y="2905"/>
                    <a:pt x="1429" y="3512"/>
                    <a:pt x="1072" y="4167"/>
                  </a:cubicBezTo>
                  <a:cubicBezTo>
                    <a:pt x="1024" y="4250"/>
                    <a:pt x="1060" y="4345"/>
                    <a:pt x="1131" y="4393"/>
                  </a:cubicBezTo>
                  <a:cubicBezTo>
                    <a:pt x="1154" y="4408"/>
                    <a:pt x="1180" y="4415"/>
                    <a:pt x="1206" y="4415"/>
                  </a:cubicBezTo>
                  <a:cubicBezTo>
                    <a:pt x="1264" y="4415"/>
                    <a:pt x="1325" y="4382"/>
                    <a:pt x="1357" y="4333"/>
                  </a:cubicBezTo>
                  <a:cubicBezTo>
                    <a:pt x="1703" y="3714"/>
                    <a:pt x="2143" y="3131"/>
                    <a:pt x="2655" y="2607"/>
                  </a:cubicBezTo>
                  <a:cubicBezTo>
                    <a:pt x="3620" y="1643"/>
                    <a:pt x="4810" y="952"/>
                    <a:pt x="6108" y="595"/>
                  </a:cubicBezTo>
                  <a:lnTo>
                    <a:pt x="9156" y="3655"/>
                  </a:lnTo>
                  <a:cubicBezTo>
                    <a:pt x="9180" y="3679"/>
                    <a:pt x="9227" y="3690"/>
                    <a:pt x="9275" y="3690"/>
                  </a:cubicBezTo>
                  <a:cubicBezTo>
                    <a:pt x="9323" y="3690"/>
                    <a:pt x="9358" y="3679"/>
                    <a:pt x="9394" y="3655"/>
                  </a:cubicBezTo>
                  <a:cubicBezTo>
                    <a:pt x="9454" y="3595"/>
                    <a:pt x="9454" y="3476"/>
                    <a:pt x="9394" y="3417"/>
                  </a:cubicBezTo>
                  <a:lnTo>
                    <a:pt x="6489" y="511"/>
                  </a:lnTo>
                  <a:cubicBezTo>
                    <a:pt x="6787" y="452"/>
                    <a:pt x="7084" y="404"/>
                    <a:pt x="7394" y="381"/>
                  </a:cubicBezTo>
                  <a:lnTo>
                    <a:pt x="10966" y="3952"/>
                  </a:lnTo>
                  <a:cubicBezTo>
                    <a:pt x="10942" y="4250"/>
                    <a:pt x="10894" y="4560"/>
                    <a:pt x="10835" y="4857"/>
                  </a:cubicBezTo>
                  <a:lnTo>
                    <a:pt x="9954" y="3976"/>
                  </a:lnTo>
                  <a:cubicBezTo>
                    <a:pt x="9924" y="3946"/>
                    <a:pt x="9879" y="3932"/>
                    <a:pt x="9835" y="3932"/>
                  </a:cubicBezTo>
                  <a:cubicBezTo>
                    <a:pt x="9790" y="3932"/>
                    <a:pt x="9745" y="3946"/>
                    <a:pt x="9716" y="3976"/>
                  </a:cubicBezTo>
                  <a:cubicBezTo>
                    <a:pt x="9656" y="4036"/>
                    <a:pt x="9656" y="4155"/>
                    <a:pt x="9716" y="4214"/>
                  </a:cubicBezTo>
                  <a:lnTo>
                    <a:pt x="10751" y="5238"/>
                  </a:lnTo>
                  <a:cubicBezTo>
                    <a:pt x="10394" y="6548"/>
                    <a:pt x="9704" y="7739"/>
                    <a:pt x="8751" y="8691"/>
                  </a:cubicBezTo>
                  <a:cubicBezTo>
                    <a:pt x="7787" y="9667"/>
                    <a:pt x="6596" y="10346"/>
                    <a:pt x="5298" y="10703"/>
                  </a:cubicBezTo>
                  <a:lnTo>
                    <a:pt x="679" y="6060"/>
                  </a:lnTo>
                  <a:cubicBezTo>
                    <a:pt x="762" y="5715"/>
                    <a:pt x="881" y="5381"/>
                    <a:pt x="1012" y="5048"/>
                  </a:cubicBezTo>
                  <a:cubicBezTo>
                    <a:pt x="1048" y="4964"/>
                    <a:pt x="1012" y="4869"/>
                    <a:pt x="929" y="4822"/>
                  </a:cubicBezTo>
                  <a:cubicBezTo>
                    <a:pt x="906" y="4816"/>
                    <a:pt x="884" y="4813"/>
                    <a:pt x="864" y="4813"/>
                  </a:cubicBezTo>
                  <a:cubicBezTo>
                    <a:pt x="796" y="4813"/>
                    <a:pt x="739" y="4844"/>
                    <a:pt x="703" y="4917"/>
                  </a:cubicBezTo>
                  <a:cubicBezTo>
                    <a:pt x="536" y="5286"/>
                    <a:pt x="417" y="5679"/>
                    <a:pt x="322" y="6072"/>
                  </a:cubicBezTo>
                  <a:cubicBezTo>
                    <a:pt x="214" y="6512"/>
                    <a:pt x="143" y="6953"/>
                    <a:pt x="95" y="7405"/>
                  </a:cubicBezTo>
                  <a:cubicBezTo>
                    <a:pt x="0" y="8548"/>
                    <a:pt x="143" y="9667"/>
                    <a:pt x="512" y="10751"/>
                  </a:cubicBezTo>
                  <a:cubicBezTo>
                    <a:pt x="524" y="10798"/>
                    <a:pt x="572" y="10834"/>
                    <a:pt x="619" y="10858"/>
                  </a:cubicBezTo>
                  <a:cubicBezTo>
                    <a:pt x="1465" y="11156"/>
                    <a:pt x="2381" y="11299"/>
                    <a:pt x="3298" y="11299"/>
                  </a:cubicBezTo>
                  <a:cubicBezTo>
                    <a:pt x="3512" y="11299"/>
                    <a:pt x="3739" y="11287"/>
                    <a:pt x="3965" y="11275"/>
                  </a:cubicBezTo>
                  <a:cubicBezTo>
                    <a:pt x="4405" y="11227"/>
                    <a:pt x="4858" y="11156"/>
                    <a:pt x="5286" y="11049"/>
                  </a:cubicBezTo>
                  <a:cubicBezTo>
                    <a:pt x="6680" y="10691"/>
                    <a:pt x="7965" y="9965"/>
                    <a:pt x="8989" y="8929"/>
                  </a:cubicBezTo>
                  <a:cubicBezTo>
                    <a:pt x="10013" y="7905"/>
                    <a:pt x="10751" y="6631"/>
                    <a:pt x="11109" y="5226"/>
                  </a:cubicBezTo>
                  <a:cubicBezTo>
                    <a:pt x="11204" y="4798"/>
                    <a:pt x="11287" y="4345"/>
                    <a:pt x="11323" y="3905"/>
                  </a:cubicBezTo>
                  <a:cubicBezTo>
                    <a:pt x="11430" y="2774"/>
                    <a:pt x="11287" y="1631"/>
                    <a:pt x="10906" y="559"/>
                  </a:cubicBezTo>
                  <a:cubicBezTo>
                    <a:pt x="10894" y="511"/>
                    <a:pt x="10859" y="464"/>
                    <a:pt x="10811" y="452"/>
                  </a:cubicBezTo>
                  <a:cubicBezTo>
                    <a:pt x="9980" y="153"/>
                    <a:pt x="9082" y="1"/>
                    <a:pt x="81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The Group TEXT" panose="00000500000000000000" pitchFamily="2" charset="0"/>
              </a:endParaRPr>
            </a:p>
          </p:txBody>
        </p:sp>
      </p:grpSp>
      <p:pic>
        <p:nvPicPr>
          <p:cNvPr id="3" name="Grafik 2">
            <a:extLst>
              <a:ext uri="{FF2B5EF4-FFF2-40B4-BE49-F238E27FC236}">
                <a16:creationId xmlns:a16="http://schemas.microsoft.com/office/drawing/2014/main" id="{6DEAD146-48AC-DAE1-B3FC-2FB1EB7F5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8304" y="994255"/>
            <a:ext cx="4761586" cy="3680085"/>
          </a:xfrm>
          <a:prstGeom prst="rect">
            <a:avLst/>
          </a:prstGeom>
          <a:ln w="0">
            <a:solidFill>
              <a:srgbClr val="4472C4"/>
            </a:solidFill>
          </a:ln>
        </p:spPr>
      </p:pic>
    </p:spTree>
    <p:extLst>
      <p:ext uri="{BB962C8B-B14F-4D97-AF65-F5344CB8AC3E}">
        <p14:creationId xmlns:p14="http://schemas.microsoft.com/office/powerpoint/2010/main" val="3743275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028A052FA2C244A425CF5EEB1DBF84" ma:contentTypeVersion="21" ma:contentTypeDescription="Create a new document." ma:contentTypeScope="" ma:versionID="557fd36d6773f6afffd33e42be8f9a70">
  <xsd:schema xmlns:xsd="http://www.w3.org/2001/XMLSchema" xmlns:xs="http://www.w3.org/2001/XMLSchema" xmlns:p="http://schemas.microsoft.com/office/2006/metadata/properties" xmlns:ns2="87705e81-52f5-424f-9fac-ad99884b5ac6" xmlns:ns3="c7ea8c96-3eac-4a30-947c-664861c17014" targetNamespace="http://schemas.microsoft.com/office/2006/metadata/properties" ma:root="true" ma:fieldsID="6863536ccd4c2cc41c54a68332ff668d" ns2:_="" ns3:_="">
    <xsd:import namespace="87705e81-52f5-424f-9fac-ad99884b5ac6"/>
    <xsd:import namespace="c7ea8c96-3eac-4a30-947c-664861c17014"/>
    <xsd:element name="properties">
      <xsd:complexType>
        <xsd:sequence>
          <xsd:element name="documentManagement">
            <xsd:complexType>
              <xsd:all>
                <xsd:element ref="ns2:g42673d488dd420fb412836054780209" minOccurs="0"/>
                <xsd:element ref="ns2:TaxCatchAll" minOccurs="0"/>
                <xsd:element ref="ns2:TaxCatchAllLabel" minOccurs="0"/>
                <xsd:element ref="ns2:i0f84bba906045b4af568ee102a52dcb" minOccurs="0"/>
                <xsd:element ref="ns2:RevIMDeletionDate" minOccurs="0"/>
                <xsd:element ref="ns2:RevIMEventDate" minOccurs="0"/>
                <xsd:element ref="ns2:RevIMComments" minOccurs="0"/>
                <xsd:element ref="ns2:RevIMDocumentOwner" minOccurs="0"/>
                <xsd:element ref="ns2:RevIMExtends" minOccurs="0"/>
                <xsd:element ref="ns3:MediaServiceMetadata" minOccurs="0"/>
                <xsd:element ref="ns3:MediaServiceFastMetadata" minOccurs="0"/>
                <xsd:element ref="ns2:SharedWithUsers" minOccurs="0"/>
                <xsd:element ref="ns2:SharedWithDetails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2:RevIMDateOfModified2Creation" minOccurs="0"/>
                <xsd:element ref="ns3:MediaLengthInSeconds" minOccurs="0"/>
                <xsd:element ref="ns2:RevIMDeclare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705e81-52f5-424f-9fac-ad99884b5ac6" elementFormDefault="qualified">
    <xsd:import namespace="http://schemas.microsoft.com/office/2006/documentManagement/types"/>
    <xsd:import namespace="http://schemas.microsoft.com/office/infopath/2007/PartnerControls"/>
    <xsd:element name="g42673d488dd420fb412836054780209" ma:index="8" nillable="true" ma:taxonomy="true" ma:internalName="g42673d488dd420fb412836054780209" ma:taxonomyFieldName="LegalHoldTag" ma:displayName="LegalHold" ma:fieldId="{042673d4-88dd-420f-b412-836054780209}" ma:taxonomyMulti="true" ma:sspId="d35d9ec1-ff0e-4daf-94ff-594c76aa1822" ma:termSetId="1d36a6df-4193-45ed-b3bc-3ba9643c5e0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9" nillable="true" ma:displayName="Taxonomy Catch All Column" ma:hidden="true" ma:list="{5b455452-b73e-4ec0-8ec7-65be22762e4b}" ma:internalName="TaxCatchAll" ma:showField="CatchAllData" ma:web="87705e81-52f5-424f-9fac-ad99884b5ac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5b455452-b73e-4ec0-8ec7-65be22762e4b}" ma:internalName="TaxCatchAllLabel" ma:readOnly="true" ma:showField="CatchAllDataLabel" ma:web="87705e81-52f5-424f-9fac-ad99884b5ac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i0f84bba906045b4af568ee102a52dcb" ma:index="13" nillable="true" ma:taxonomy="true" ma:internalName="i0f84bba906045b4af568ee102a52dcb" ma:taxonomyFieldName="RevIMBCS" ma:displayName="CSD Class" ma:readOnly="true" ma:default="1;#0.1 Initial category|0239cc7a-0c96-48a8-9e0e-a383e362571c" ma:fieldId="{20f84bba-9060-45b4-af56-8ee102a52dcb}" ma:sspId="d35d9ec1-ff0e-4daf-94ff-594c76aa1822" ma:termSetId="83f400d6-6f53-40a3-8fd2-b80b61df545c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RevIMDeletionDate" ma:index="14" nillable="true" ma:displayName="Deletion Date" ma:description="Deletion Date" ma:format="DateOnly" ma:internalName="RevIMDeletionDate" ma:readOnly="true">
      <xsd:simpleType>
        <xsd:restriction base="dms:DateTime"/>
      </xsd:simpleType>
    </xsd:element>
    <xsd:element name="RevIMEventDate" ma:index="15" nillable="true" ma:displayName="Event Date" ma:description="Event Date" ma:format="DateOnly" ma:internalName="RevIMEventDate" ma:readOnly="true">
      <xsd:simpleType>
        <xsd:restriction base="dms:DateTime"/>
      </xsd:simpleType>
    </xsd:element>
    <xsd:element name="RevIMComments" ma:index="16" nillable="true" ma:displayName="Event Comment" ma:internalName="RevIMComments" ma:readOnly="true">
      <xsd:simpleType>
        <xsd:restriction base="dms:Note">
          <xsd:maxLength value="255"/>
        </xsd:restriction>
      </xsd:simpleType>
    </xsd:element>
    <xsd:element name="RevIMDocumentOwner" ma:index="17" nillable="true" ma:displayName="Document Owner" ma:list="UserInfo" ma:internalName="RevIMDocumentOwn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evIMExtends" ma:index="18" nillable="true" ma:displayName="RevIMExtends" ma:hidden="true" ma:internalName="RevIMExtends" ma:readOnly="true">
      <xsd:simpleType>
        <xsd:restriction base="dms:Note"/>
      </xsd:simple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RevIMDateOfModified2Creation" ma:index="29" nillable="true" ma:displayName="Reclassification Date from Modified to Creation Class" ma:description="Reclassification Date from Modified to Creation Class" ma:format="DateOnly" ma:indexed="true" ma:internalName="RevIMDateOfModified2Creation" ma:readOnly="true">
      <xsd:simpleType>
        <xsd:restriction base="dms:DateTime"/>
      </xsd:simpleType>
    </xsd:element>
    <xsd:element name="RevIMDeclareTime" ma:index="31" nillable="true" ma:displayName="CSD Record Declaration Time" ma:description="CSD Record Declaration Time" ma:format="DateTime" ma:indexed="true" ma:internalName="RevIMDeclare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ea8c96-3eac-4a30-947c-664861c170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2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2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3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vIMDocumentOwner xmlns="87705e81-52f5-424f-9fac-ad99884b5ac6">
      <UserInfo>
        <DisplayName/>
        <AccountId xsi:nil="true"/>
        <AccountType/>
      </UserInfo>
    </RevIMDocumentOwner>
    <TaxCatchAll xmlns="87705e81-52f5-424f-9fac-ad99884b5ac6">
      <Value>5</Value>
    </TaxCatchAll>
    <g42673d488dd420fb412836054780209 xmlns="87705e81-52f5-424f-9fac-ad99884b5ac6">
      <Terms xmlns="http://schemas.microsoft.com/office/infopath/2007/PartnerControls"/>
    </g42673d488dd420fb412836054780209>
    <i0f84bba906045b4af568ee102a52dcb xmlns="87705e81-52f5-424f-9fac-ad99884b5ac6">
      <Terms xmlns="http://schemas.microsoft.com/office/infopath/2007/PartnerControls">
        <TermInfo xmlns="http://schemas.microsoft.com/office/infopath/2007/PartnerControls">
          <TermName xmlns="http://schemas.microsoft.com/office/infopath/2007/PartnerControls">0.3 Dynamische Unternehmensinformationen (zuletzt geändert)</TermName>
          <TermId xmlns="http://schemas.microsoft.com/office/infopath/2007/PartnerControls">9a754fea-0917-4531-8837-b34b43a53c8c</TermId>
        </TermInfo>
      </Terms>
    </i0f84bba906045b4af568ee102a52dcb>
    <RevIMComments xmlns="87705e81-52f5-424f-9fac-ad99884b5ac6" xsi:nil="true"/>
    <RevIMDeletionDate xmlns="87705e81-52f5-424f-9fac-ad99884b5ac6" xsi:nil="true"/>
    <RevIMEventDate xmlns="87705e81-52f5-424f-9fac-ad99884b5ac6" xsi:nil="true"/>
    <RevIMExtends xmlns="87705e81-52f5-424f-9fac-ad99884b5ac6">{"Classified":"2025-01-13T11:54:39.132Z","KSUClass":"9a754fea-0917-4531-8837-b34b43a53c8c","Reclassified":"2025-06-04T10:45:49.062Z","ReclassifiedBy":"stefanie.kraus@volkswagen-groupservices.com"}</RevIMExtend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B4D8F55-1283-46D3-8DAE-EE1F403D0457}">
  <ds:schemaRefs>
    <ds:schemaRef ds:uri="87705e81-52f5-424f-9fac-ad99884b5ac6"/>
    <ds:schemaRef ds:uri="c7ea8c96-3eac-4a30-947c-664861c1701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14AF3CA-7F11-45CC-B854-4D6DED9DF190}">
  <ds:schemaRefs>
    <ds:schemaRef ds:uri="http://purl.org/dc/elements/1.1/"/>
    <ds:schemaRef ds:uri="http://purl.org/dc/terms/"/>
    <ds:schemaRef ds:uri="87705e81-52f5-424f-9fac-ad99884b5ac6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c7ea8c96-3eac-4a30-947c-664861c17014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B7F11C7-14AB-48E9-A8FB-FB67FB9EF91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a6b84135-ab90-4b03-a415-784f8f15a7f1}" enabled="1" method="Privileged" siteId="{2882be50-2012-4d88-ac86-544124e120c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482</Words>
  <Application>Microsoft Office PowerPoint</Application>
  <PresentationFormat>Benutzerdefiniert</PresentationFormat>
  <Paragraphs>137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The Group TEXT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Volkswagen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Ercel, Mert (A-GSAA-I)</dc:creator>
  <cp:lastModifiedBy>Just, Martin (A-OSA/AI)</cp:lastModifiedBy>
  <cp:revision>7</cp:revision>
  <cp:lastPrinted>2024-02-06T12:46:51Z</cp:lastPrinted>
  <dcterms:created xsi:type="dcterms:W3CDTF">2024-01-11T06:42:42Z</dcterms:created>
  <dcterms:modified xsi:type="dcterms:W3CDTF">2026-08-25T07:17:19Z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Office:8</vt:lpwstr>
  </property>
  <property fmtid="{D5CDD505-2E9C-101B-9397-08002B2CF9AE}" pid="3" name="ClassificationContentMarkingFooterText">
    <vt:lpwstr>INTERNAL</vt:lpwstr>
  </property>
  <property fmtid="{D5CDD505-2E9C-101B-9397-08002B2CF9AE}" pid="4" name="MSIP_Label_a6b84135-ab90-4b03-a415-784f8f15a7f1_Enabled">
    <vt:lpwstr>true</vt:lpwstr>
  </property>
  <property fmtid="{D5CDD505-2E9C-101B-9397-08002B2CF9AE}" pid="5" name="MSIP_Label_a6b84135-ab90-4b03-a415-784f8f15a7f1_SetDate">
    <vt:lpwstr>2024-01-15T10:10:42Z</vt:lpwstr>
  </property>
  <property fmtid="{D5CDD505-2E9C-101B-9397-08002B2CF9AE}" pid="6" name="MSIP_Label_a6b84135-ab90-4b03-a415-784f8f15a7f1_Method">
    <vt:lpwstr>Privileged</vt:lpwstr>
  </property>
  <property fmtid="{D5CDD505-2E9C-101B-9397-08002B2CF9AE}" pid="7" name="MSIP_Label_a6b84135-ab90-4b03-a415-784f8f15a7f1_Name">
    <vt:lpwstr>a6b84135-ab90-4b03-a415-784f8f15a7f1</vt:lpwstr>
  </property>
  <property fmtid="{D5CDD505-2E9C-101B-9397-08002B2CF9AE}" pid="8" name="MSIP_Label_a6b84135-ab90-4b03-a415-784f8f15a7f1_SiteId">
    <vt:lpwstr>2882be50-2012-4d88-ac86-544124e120c8</vt:lpwstr>
  </property>
  <property fmtid="{D5CDD505-2E9C-101B-9397-08002B2CF9AE}" pid="9" name="MSIP_Label_a6b84135-ab90-4b03-a415-784f8f15a7f1_ActionId">
    <vt:lpwstr>0c341731-8c72-4127-9b1d-78675b7ba791</vt:lpwstr>
  </property>
  <property fmtid="{D5CDD505-2E9C-101B-9397-08002B2CF9AE}" pid="10" name="MSIP_Label_a6b84135-ab90-4b03-a415-784f8f15a7f1_ContentBits">
    <vt:lpwstr>0</vt:lpwstr>
  </property>
  <property fmtid="{D5CDD505-2E9C-101B-9397-08002B2CF9AE}" pid="11" name="ContentTypeId">
    <vt:lpwstr>0x01010012028A052FA2C244A425CF5EEB1DBF84</vt:lpwstr>
  </property>
  <property fmtid="{D5CDD505-2E9C-101B-9397-08002B2CF9AE}" pid="12" name="RevIMBCS">
    <vt:lpwstr>5;#0.3 Dynamische Unternehmensinformationen (zuletzt geändert)|9a754fea-0917-4531-8837-b34b43a53c8c</vt:lpwstr>
  </property>
  <property fmtid="{D5CDD505-2E9C-101B-9397-08002B2CF9AE}" pid="13" name="LegalHoldTag">
    <vt:lpwstr/>
  </property>
</Properties>
</file>