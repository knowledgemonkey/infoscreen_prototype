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7"/>
  </p:notesMasterIdLst>
  <p:sldIdLst>
    <p:sldId id="286" r:id="rId5"/>
    <p:sldId id="287" r:id="rId6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87705e81-52f5-424f-9fac-ad99884b5ac6"/>
    <ds:schemaRef ds:uri="c7ea8c96-3eac-4a30-947c-664861c17014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105</Words>
  <Application>Microsoft Office PowerPoint</Application>
  <PresentationFormat>Benutzerdefiniert</PresentationFormat>
  <Paragraphs>34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15</cp:revision>
  <cp:lastPrinted>2024-02-06T12:46:51Z</cp:lastPrinted>
  <dcterms:created xsi:type="dcterms:W3CDTF">2024-01-11T06:42:42Z</dcterms:created>
  <dcterms:modified xsi:type="dcterms:W3CDTF">2026-08-25T07:18:31Z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