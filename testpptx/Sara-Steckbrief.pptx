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11"/>
  </p:notesMasterIdLst>
  <p:sldIdLst>
    <p:sldId id="283" r:id="rId5"/>
    <p:sldId id="282" r:id="rId6"/>
    <p:sldId id="280" r:id="rId7"/>
    <p:sldId id="284" r:id="rId8"/>
    <p:sldId id="286" r:id="rId9"/>
    <p:sldId id="287" r:id="rId10"/>
  </p:sldIdLst>
  <p:sldSz cx="15119350" cy="10691813"/>
  <p:notesSz cx="9869488" cy="14298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FE06"/>
    <a:srgbClr val="00806E"/>
    <a:srgbClr val="080B3E"/>
    <a:srgbClr val="E67364"/>
    <a:srgbClr val="003546"/>
    <a:srgbClr val="031E31"/>
    <a:srgbClr val="002733"/>
    <a:srgbClr val="323130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1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591549" y="0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r">
              <a:defRPr sz="1700"/>
            </a:lvl1pPr>
          </a:lstStyle>
          <a:p>
            <a:fld id="{639DA1EC-157E-4056-9EBB-DE71DEB89E6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524000" y="1787525"/>
            <a:ext cx="6821488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040" tIns="66520" rIns="133040" bIns="665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88112" y="6881365"/>
            <a:ext cx="7895590" cy="5630208"/>
          </a:xfrm>
          <a:prstGeom prst="rect">
            <a:avLst/>
          </a:prstGeom>
        </p:spPr>
        <p:txBody>
          <a:bodyPr vert="horz" lIns="133040" tIns="66520" rIns="133040" bIns="665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3581037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591549" y="13581037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r">
              <a:defRPr sz="1700"/>
            </a:lvl1pPr>
          </a:lstStyle>
          <a:p>
            <a:fld id="{B7CA5B75-32E4-4056-87A9-2D6E2126981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81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1pPr>
    <a:lvl2pPr marL="61946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2pPr>
    <a:lvl3pPr marL="123892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3pPr>
    <a:lvl4pPr marL="185838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4pPr>
    <a:lvl5pPr marL="247784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5pPr>
    <a:lvl6pPr marL="309730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6pPr>
    <a:lvl7pPr marL="371676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7pPr>
    <a:lvl8pPr marL="433622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8pPr>
    <a:lvl9pPr marL="495568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680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95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/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755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95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05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9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63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411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463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9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51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042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592C6-17E2-69DA-BB1B-BBDCDDED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3C82D7E4-FA42-759D-A9FB-EE869DAE9AD0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610C073-3D84-A9F9-F927-A25FC889915C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Sara Aydin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 &amp; Prozessanalyse 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22A5EC3-9BCC-B971-1AED-36B38C03C47F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E96107D4-6C34-BCEC-6431-89C7FE4AFCB0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5E1BEFC-8115-0A35-FE9B-4A752BDA5B6E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 Fake </a:t>
              </a:r>
              <a:r>
                <a:rPr lang="de-DE" sz="2400" err="1">
                  <a:solidFill>
                    <a:schemeClr val="bg1"/>
                  </a:solidFill>
                  <a:latin typeface="The Group TEXT"/>
                </a:rPr>
                <a:t>it</a:t>
              </a:r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 </a:t>
              </a:r>
              <a:r>
                <a:rPr lang="de-DE" sz="2400" err="1">
                  <a:solidFill>
                    <a:schemeClr val="bg1"/>
                  </a:solidFill>
                  <a:latin typeface="The Group TEXT"/>
                </a:rPr>
                <a:t>till</a:t>
              </a:r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 </a:t>
              </a:r>
              <a:r>
                <a:rPr lang="de-DE" sz="2400" err="1">
                  <a:solidFill>
                    <a:schemeClr val="bg1"/>
                  </a:solidFill>
                  <a:latin typeface="The Group TEXT"/>
                </a:rPr>
                <a:t>you</a:t>
              </a:r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 make it"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A68977CF-C524-86A9-4016-386BBD43D89A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19.01.2005</a:t>
            </a:r>
            <a:endParaRPr lang="en-US"/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</a:t>
            </a:r>
            <a:r>
              <a:rPr lang="de-DE" sz="2400" err="1">
                <a:latin typeface="The Group TEXT"/>
                <a:cs typeface="Dubai Medium"/>
              </a:rPr>
              <a:t>Wettstetten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Billard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 911 GT3, Camaro 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0052ABED-AC1F-E56C-2251-24379DD4D4F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A9E89D5-908C-1822-49B0-D61DF25A91C3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1A1D4C34-DE4B-725A-8B3E-7CF788BACA9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5BEA493D-016A-E838-F711-955EA743FBC9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A5D79525-1BED-09C4-F36C-2E1B7ECB9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4E63BB7A-9ECE-76AF-E9A1-28117B0DD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391667A2-4689-62E0-65EA-B617666AD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BEB31619-B88C-3A91-0C0D-43D13B386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E5A51C0B-69DB-CB77-E522-DD2845AECE48}"/>
              </a:ext>
            </a:extLst>
          </p:cNvPr>
          <p:cNvSpPr txBox="1"/>
          <p:nvPr/>
        </p:nvSpPr>
        <p:spPr>
          <a:xfrm>
            <a:off x="7729421" y="5046343"/>
            <a:ext cx="92862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Pizza, Sushi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Maze Runner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 Lesen, Essen, Schlafen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Schwimmen, Pilates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FE77DAA0-F823-746B-C410-554F42A4C3FD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A9C25C56-1AA2-FD9D-6EE5-8E604E6CF746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CEC85206-CF55-CE15-6B47-C99EDF8DC10A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A78B6D5B-213F-7687-5203-49ECACEEBC67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5DF2F8D6-69DC-492F-7E1E-E3AD073F923F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5D9C580D-3C1D-242B-1753-47A1E4D3D2AB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0AA64025-214F-9C10-A868-655B85FA0594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32B57D1C-9E54-C360-206D-5EDBCF5E4DA4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8D5E35E9-F162-7E68-E7DB-E7A100C457F6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83E13C15-EBAF-4F66-CD09-DF7D99F6E5D1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9EC41020-4595-8689-77B6-E130FFADB2E2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DEC9A7B0-5AEF-F873-2B7A-8CDD6B266260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75DF8D61-2AC6-342A-348D-75535567967C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B7B94536-F298-716C-4459-359ABCA239B2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BAFB8EC2-1678-36C8-8116-61F05704DAA0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AD4EF282-03B9-06F4-5B8B-BEC757D57E9B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1C683381-EF04-AA91-D29A-8A8AAC1F4089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C27D768B-3A16-EB72-4F6B-CFB9F3434E93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99F27AD0-2C94-5482-8124-423510E7439F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015CEE94-1A8E-2C35-6E61-2E8BC6BCB69F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6231935F-FD05-9C42-6A6D-FFEEA7C4B947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8916B62B-CFF3-92F5-A7B2-1494644F2FB3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2774BEF5-5E61-B337-83E1-07ECE17550AD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F82E560E-8F08-AADF-C91F-A8920093E6C7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4C69B48B-64BC-F347-03FA-87835F582A7A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AE559107-A146-17F4-6141-29FF0E28F14C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83718EA2-B4F6-2633-13BE-7481EF62BAA9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239008F6-02F5-0F91-C408-631DF30D29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1" t="234" r="-157" b="8757"/>
          <a:stretch>
            <a:fillRect/>
          </a:stretch>
        </p:blipFill>
        <p:spPr>
          <a:xfrm rot="840000">
            <a:off x="10451328" y="450810"/>
            <a:ext cx="2671295" cy="430622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97156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1CA4-63C6-0D33-0F98-63E834D2F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2A67F716-E5FE-FCF4-4D64-3CEEAB896C23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0225581-6A74-3E57-273E-26717BA87D40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Simon </a:t>
            </a:r>
            <a:r>
              <a:rPr lang="de-DE" sz="2400" err="1">
                <a:latin typeface="The Group TEXT"/>
                <a:cs typeface="Dubai Medium"/>
              </a:rPr>
              <a:t>Kieferl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Wirtschaftsinformatik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8272755-77E0-EDDA-C111-B601465C0356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1A647AC-BDC8-F6E8-71F5-167AE4DADC75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FF32A61-F29D-48FA-6203-1DB62F76C0D4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 KI-Freund und Helfer"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0E8D99E-D17A-1988-B283-30E8ADB6665C}"/>
              </a:ext>
            </a:extLst>
          </p:cNvPr>
          <p:cNvSpPr txBox="1"/>
          <p:nvPr/>
        </p:nvSpPr>
        <p:spPr>
          <a:xfrm>
            <a:off x="1221140" y="5016442"/>
            <a:ext cx="5779712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07.12.2005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Au in der Hallertau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Black </a:t>
            </a:r>
            <a:r>
              <a:rPr lang="de-DE" sz="2400" err="1">
                <a:latin typeface="The Group TEXT"/>
                <a:cs typeface="Dubai Medium"/>
              </a:rPr>
              <a:t>Ops</a:t>
            </a:r>
            <a:r>
              <a:rPr lang="de-DE" sz="2400">
                <a:latin typeface="The Group TEXT"/>
                <a:cs typeface="Dubai Medium"/>
              </a:rPr>
              <a:t> 3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Nissan Skyline, </a:t>
            </a:r>
            <a:r>
              <a:rPr lang="de-DE" sz="2400" err="1">
                <a:latin typeface="The Group TEXT"/>
                <a:cs typeface="Dubai Medium"/>
              </a:rPr>
              <a:t>Königsegg</a:t>
            </a:r>
            <a:r>
              <a:rPr lang="de-DE" sz="2400">
                <a:latin typeface="The Group TEXT"/>
                <a:cs typeface="Dubai Medium"/>
              </a:rPr>
              <a:t> Jesko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536A076B-31D0-68C6-3255-8A6A5389FA6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1E4FB643-B2F5-0B95-7E21-5E1BDAE980E1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F8550785-56D6-E8F6-AA7B-8E00C302B4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56525024-F520-6836-A1AE-B32993AEC3F1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231F8518-8F18-7F1E-1639-350169B19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7464B523-3E9E-1D0C-9409-44A561DB3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6BDFAB18-3683-266F-DB75-8384B0C26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5B7F4867-193D-95E9-9456-06981D6E5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141CDD8F-646A-30F6-AF8D-8043E924AF82}"/>
              </a:ext>
            </a:extLst>
          </p:cNvPr>
          <p:cNvSpPr txBox="1"/>
          <p:nvPr/>
        </p:nvSpPr>
        <p:spPr>
          <a:xfrm>
            <a:off x="7675568" y="5059808"/>
            <a:ext cx="732062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Schnitzel mit Pommes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Wolf </a:t>
            </a:r>
            <a:r>
              <a:rPr lang="de-DE" sz="2400" err="1">
                <a:latin typeface="The Group TEXT"/>
                <a:cs typeface="Dubai Medium"/>
              </a:rPr>
              <a:t>of</a:t>
            </a:r>
            <a:r>
              <a:rPr lang="de-DE" sz="2400">
                <a:latin typeface="The Group TEXT"/>
                <a:cs typeface="Dubai Medium"/>
              </a:rPr>
              <a:t> Wallstreet, Breaking Bad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 Fußball, Ski fahren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30EFA989-0A22-1276-3CB5-871A65CA8288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CDA3918B-F13A-4851-47A7-BCDA2B999E69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E6FC354E-9145-3916-4892-AF25467ACCF2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E873131E-B327-5B3D-70C3-30DF8B5CEA16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D505DCF4-73C1-A28D-2119-3378F6D5BA73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2E66EC58-2881-95ED-0162-6C80D66437B9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7F376A3E-2E9A-2B87-9232-10EE973D5F40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1BF776B0-5794-7A36-07A9-DD4C663F45AF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89626F31-B4EC-25FF-9150-6714511EF93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6B2FB778-EE69-C410-09E3-27EB084CAA25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D872FAC0-29FE-5BE8-5EAD-A72B689ECFCE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B0B7192E-4190-CA9B-2267-69BB0708685B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356F2BFA-1DFD-9674-BBE3-D5941420D3DA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3DC4E21A-601C-DC3A-6622-C7D970F0FA42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BD1A06C0-9CD9-8B24-1CF3-4C7C2A07AE15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4581D4B1-C968-509A-6024-11EAA923C87E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57EF061E-4DC4-ACCF-29E3-CE7F8B3932D8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D1F35AE9-4FDB-273C-0740-E992A9348A57}"/>
              </a:ext>
            </a:extLst>
          </p:cNvPr>
          <p:cNvGrpSpPr/>
          <p:nvPr/>
        </p:nvGrpSpPr>
        <p:grpSpPr>
          <a:xfrm>
            <a:off x="7311035" y="6891972"/>
            <a:ext cx="352209" cy="334939"/>
            <a:chOff x="7066548" y="2912594"/>
            <a:chExt cx="352209" cy="334939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AA72004B-256D-29DD-2FA4-867F65936177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FD2A4B99-FA36-6DDC-4F0B-8E6438EBD6FF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4FAE8D9E-1ADA-9D91-5F5A-EC83ED4ACB4D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27428CC7-A748-B2A0-6DEA-2FBBA4C9DF1C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A25A1B40-FE99-8FDE-67F5-840CE0C74CD4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60B433EC-2EAF-8CAE-4244-05F6621AFE97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BDA04869-5DF9-4DC4-5228-C5FA088094BA}"/>
              </a:ext>
            </a:extLst>
          </p:cNvPr>
          <p:cNvGrpSpPr/>
          <p:nvPr/>
        </p:nvGrpSpPr>
        <p:grpSpPr>
          <a:xfrm>
            <a:off x="7316008" y="7539165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7A90BA61-D52A-7CD1-E328-56165DEC1482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96ECF2FA-F0C8-DB40-1D02-0F5D65D34C18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2544A00A-269E-64C6-CD72-DD99F408F1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98" r="8998"/>
          <a:stretch/>
        </p:blipFill>
        <p:spPr>
          <a:xfrm rot="20127251">
            <a:off x="10550705" y="1082100"/>
            <a:ext cx="2323891" cy="3778539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282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B8EA-F447-1F9B-9C92-F8B51C669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3B4427CD-57FD-8DA8-EF7B-27BC8868D3C8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BE96808-64EE-BDD2-0145-82F3008105DA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Name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Manuel Kranjc </a:t>
            </a: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Fachrichtung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Wirtschaftsinformatik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Eintrittsdatum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01.09.2025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2F87C8B-664A-CF1F-B02C-6C93DD997F41}"/>
              </a:ext>
            </a:extLst>
          </p:cNvPr>
          <p:cNvSpPr txBox="1"/>
          <p:nvPr/>
        </p:nvSpPr>
        <p:spPr>
          <a:xfrm>
            <a:off x="1221140" y="5016442"/>
            <a:ext cx="57797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Geburtsdatum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25.11.2000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Wohnort/Heimat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Gaimersheim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Lieblingsspiel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</a:t>
            </a:r>
            <a:r>
              <a:rPr lang="de-DE" sz="2400" err="1">
                <a:latin typeface="The Group TEXT" panose="00000500000000000000" pitchFamily="2" charset="0"/>
                <a:cs typeface="Dubai Medium" panose="020B0603030403030204" pitchFamily="34" charset="-78"/>
              </a:rPr>
              <a:t>Geoguessr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Traumauto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Audi RS6 GT, Ferrari 				       	     Testarossa</a:t>
            </a: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18840CFB-0795-A1F2-4823-0D1681E83B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27EB8EFF-9052-EB33-7733-2C7C1AC2EBF5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2D546671-7900-DB31-BB7F-59DEF96D76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1E002502-4D5D-AD4A-2147-34103326D7B2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2028FBF0-60CB-3B19-F5F4-CC3472A7C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9023BD43-6E58-EA44-92BC-0EAC4B222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65EDF518-A7C7-11F5-D7E1-0EDF6D132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67BC2A27-376A-AB22-AF72-8870B7695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70FF2300-072E-00DE-6F53-800E0D0784B9}"/>
              </a:ext>
            </a:extLst>
          </p:cNvPr>
          <p:cNvSpPr txBox="1"/>
          <p:nvPr/>
        </p:nvSpPr>
        <p:spPr>
          <a:xfrm>
            <a:off x="7729421" y="5046343"/>
            <a:ext cx="92862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Lieblingsessen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Nudelauflauf</a:t>
            </a: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Lieblingsfilm/-serie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</a:t>
            </a:r>
            <a:r>
              <a:rPr lang="de-DE" sz="2400" err="1">
                <a:latin typeface="The Group TEXT" panose="00000500000000000000" pitchFamily="2" charset="0"/>
                <a:cs typeface="Dubai Medium" panose="020B0603030403030204" pitchFamily="34" charset="-78"/>
              </a:rPr>
              <a:t>Foundation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Hobbies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 Fußball, Radfahren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Lieblingssport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645F4360-9A42-693D-A301-4199D21356B2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1DC611FF-8B7E-D530-B08D-89E9E5A1719F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6FAC80F7-036D-C7D9-A62D-658839F6F835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1C5C722E-8092-CD6F-3B5B-1651656308C0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866C9793-3782-AF61-5AA4-DBA4755BE1EC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1F5B9D43-1A41-A345-D2F8-7ADC0641942F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40337CC5-224C-ADD3-7FAE-EC30E6098501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4D40F606-1C48-0828-9226-0D0583AF218E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DE1EBE77-882C-692A-1992-001CD6F0DB13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A8E18240-CFEC-2F97-8391-37673ED48D49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68607613-B4C0-91B5-1885-744BA81CE9D1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760E2D5B-A63C-E57B-85FB-B4817CF324C0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A61F3578-A9BB-09FB-221F-EF18BB057AE1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658C84DF-0B83-BF87-2A67-407064124D10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61C6EDE6-B74C-C69A-334A-6D9EF73669AF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C2C1311B-8110-A737-6EA9-9D3464EA70E1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373161B1-4A4C-608D-EB5C-1EE881A3F922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4C732F04-F1D9-928F-4708-A393C061B94C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3DF1D283-8C54-3822-3F6A-E49FD15C06FF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29E761BE-BBD4-68A8-1215-C09990644BC8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155D7CE7-A98C-A0E5-C6A4-A500C0C73FD0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D97C6F80-03E6-646A-565C-D0B916BA407E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F0A2DDEC-F645-D40B-DC17-16E1AC6C1D6B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E541E970-7484-14C3-25A4-08E0E38C4A07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3FBC53F1-0D20-B085-19ED-5E14845BE59F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25FE3636-3618-D6D5-68B8-8618D80E6B76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AA7C3E1C-54D1-D9BF-12FB-9875C6D6A582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49064BB8-446E-2F9B-FEE6-B80F4AFA6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12" b="3288"/>
          <a:stretch>
            <a:fillRect/>
          </a:stretch>
        </p:blipFill>
        <p:spPr>
          <a:xfrm rot="607117">
            <a:off x="8855370" y="1048587"/>
            <a:ext cx="3057179" cy="3385448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99E8502-4AE2-8B10-0593-E86FA509B902}"/>
              </a:ext>
            </a:extLst>
          </p:cNvPr>
          <p:cNvGrpSpPr/>
          <p:nvPr/>
        </p:nvGrpSpPr>
        <p:grpSpPr>
          <a:xfrm>
            <a:off x="-3891" y="8962956"/>
            <a:ext cx="15123241" cy="1080000"/>
            <a:chOff x="-3890" y="5597379"/>
            <a:chExt cx="12195889" cy="786063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C9A8F98C-3C6A-FA11-71F8-1BEA2C76058E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F35C48F3-F7DA-B984-42D4-3CDF28B21654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„Sei ein Mensch"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4987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2773-0093-56C5-CC46-F3B3EBDB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50DE4487-6920-0B5D-DAC6-C7958D08DE68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B3CCB1A-2D29-C72C-DE8B-115E1A122F75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Lukas </a:t>
            </a:r>
            <a:r>
              <a:rPr lang="de-DE" sz="2400" err="1">
                <a:latin typeface="The Group TEXT"/>
                <a:cs typeface="Dubai Medium"/>
              </a:rPr>
              <a:t>Zinowsky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Systemintegration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B76D741-4475-D394-3EE4-790FEC472873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D157BE5-A675-86DA-D2F8-41DEE45A0342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7D640C5-75A2-686A-E3C2-7A0B51CF57B0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„Sorg erst dafür dass es existiert, danach kannst du es verbessern."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DECCD487-EC51-BAC6-4E25-D1014161AD7D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17.06.2006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Manching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Cyberpunk 2077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Audi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59DE63AC-599E-7424-60A2-873AACBCA4E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58772964-ADB6-25AA-5E75-376FD1D4EFFE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4888E965-9DDC-9988-8C8D-8D00852A87E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922AEA15-79DF-3EFA-E645-67AD7D1B11C5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0EE7AC8B-2E51-2BDB-27C2-274F20F51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6EBAACE2-3FB9-B0E3-64B8-1D9A710A9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8A742E0C-060A-592E-EA53-F9292D246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98336640-B389-F884-48DD-AE78071E4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9CCD7BF6-C2A6-E1F0-B54A-05F84C7B23DC}"/>
              </a:ext>
            </a:extLst>
          </p:cNvPr>
          <p:cNvSpPr txBox="1"/>
          <p:nvPr/>
        </p:nvSpPr>
        <p:spPr>
          <a:xfrm>
            <a:off x="7675568" y="5059808"/>
            <a:ext cx="711867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Nudeln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Murder </a:t>
            </a:r>
            <a:r>
              <a:rPr lang="de-DE" sz="2400" err="1">
                <a:latin typeface="The Group TEXT"/>
                <a:cs typeface="Dubai Medium"/>
              </a:rPr>
              <a:t>Drones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 D&amp;D, Minecraft </a:t>
            </a:r>
            <a:r>
              <a:rPr lang="de-DE" sz="2400" err="1">
                <a:latin typeface="The Group TEXT"/>
                <a:cs typeface="Dubai Medium"/>
              </a:rPr>
              <a:t>modding</a:t>
            </a:r>
            <a:r>
              <a:rPr lang="de-DE" sz="2400">
                <a:latin typeface="The Group TEXT"/>
                <a:cs typeface="Dubai Medium"/>
              </a:rPr>
              <a:t>, Digital </a:t>
            </a:r>
            <a:r>
              <a:rPr lang="de-DE" sz="2400" err="1">
                <a:latin typeface="The Group TEXT"/>
                <a:cs typeface="Dubai Medium"/>
              </a:rPr>
              <a:t>art</a:t>
            </a:r>
            <a:r>
              <a:rPr lang="de-DE" sz="2400">
                <a:latin typeface="The Group TEXT"/>
                <a:cs typeface="Dubai Medium"/>
              </a:rPr>
              <a:t>, zocken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Fahrrad fahren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9C7D55EE-F266-7125-1F62-0F211DDC81CE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7538A035-0ACF-3674-A6B9-D84927EA9C5C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FF0E816C-1586-2EEF-42FF-D4284DD43693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9552E1EB-8FCD-9FD5-C249-2121FABA39EC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9FECE4D7-FA52-C2D9-ABAC-3B2045F5D010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ED54CC4B-D078-E613-CD06-1BE80FD8F003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FADB8919-9774-34EA-9B86-46F9C5DA2644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F247E41B-48F8-06EF-8694-58F9D3F02953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1BF826A0-4DF9-4BFF-134B-C8D08D03DF6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B866D1D8-FCE9-5808-6853-2D336ECF914D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961C430D-DFC2-6FC6-E08C-701168DD58CC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6D6A5B5E-A0D0-D251-86D1-46F51478D9BC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47603E27-28AE-71C0-55FD-8699E800E8BB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49662BDC-812E-E999-5232-2910A1BBC490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F7248C5E-BEB3-A73D-69E8-93BC49FFE304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0F2F0899-4A5A-7074-95FE-B1DB49E858CC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B1FB6599-315A-A855-AFA7-B361E5A1524A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DE6BCF2E-C952-BF05-2E51-A2DBA1265E86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38E3283E-A38F-334F-C061-2AFDBA59A26D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A309F6CD-F61A-386D-FA0E-B538FD1A1670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C32D7EBA-C814-E9D9-6E78-293D9F3F2C3C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1C2A5146-AA98-DC87-87F0-27C2A751718E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2DC3212E-AF14-32E6-FC32-C40C38E43B61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A632001E-7ECC-78DE-98E7-0B5CEFEA1986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4EDA1694-9227-715C-1519-14093979E649}"/>
              </a:ext>
            </a:extLst>
          </p:cNvPr>
          <p:cNvGrpSpPr/>
          <p:nvPr/>
        </p:nvGrpSpPr>
        <p:grpSpPr>
          <a:xfrm>
            <a:off x="7324934" y="761515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B0D2CC62-4DA7-9ACB-9CE2-C7A8A11573D5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BF50BA8D-CC03-5CE7-0C9B-0EB5EA037850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CE21697-0112-B50D-77EF-1C698600D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238" y="393321"/>
            <a:ext cx="5933017" cy="4543425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855114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CDAF3-F2DE-7C1E-25F3-67B161D2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DDFD1C5C-222C-0252-9035-ABBC36A189F2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3D25081-FED7-598A-2561-D59D3A4C8777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Maik </a:t>
            </a:r>
            <a:r>
              <a:rPr lang="de-DE" sz="2400" err="1">
                <a:latin typeface="The Group TEXT"/>
                <a:cs typeface="Dubai Medium"/>
              </a:rPr>
              <a:t>Baschenow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4D4B51F-636F-E515-BE24-008D9F299F3D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8F9DFEFF-6024-EB73-07E4-A2AF7A682E49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54FA93B-8B8A-2E14-1D75-AD4117850277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„Augen zu und durch"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1217B70-7295-BAFA-184C-827016568744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26.05.2009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Ingolstadt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Rdr2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 911 GT3 RS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72A85F1D-9020-E6C1-2718-FB995E7A83C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D09FDC1-77FC-0AD8-C762-649DE6878237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5C044161-BE3D-FAA3-1F05-7CA79F9CFD5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6E16517A-B109-0F34-92F5-F62D746EF835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19A8A705-9064-E473-1201-9D1DA4A0D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873C04D-499B-DF72-85FB-B0531D904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210FA083-E1E8-DC7A-57B2-441B196B4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2E74ED78-4EAF-4CAD-B28D-F9F581009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5461C2FA-EB14-3C5B-7C27-9815FE9C3E87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Burger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Breaking Bad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Angeln, Roller schrauben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Boxen,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E78FECD7-B091-3177-4DD5-74628F58590A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D1165774-5731-781A-D11B-46192AC91BE0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895621-1C3C-DC85-279B-125443B11D01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468F9639-3AE2-29E1-F97A-FC103B10AB9D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82C0CD82-7910-838F-1DCD-E06B9B365E26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CC8CB407-ECBD-03D6-7980-1351C5C03822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9E4817E7-58C3-F083-F193-883E13E864CC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541AD34E-B6EF-3ABF-A096-05B0879CC507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7A60620F-53FA-DD1E-063F-4FB317F39F47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67E94528-B0C0-1CCB-C7E7-F6CAEBDD26AF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09B41E5C-792B-B74F-30E1-81169B1D4EEC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8751E3B3-3A08-9EC5-E431-510EFA94E348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C7B0F5F9-90A1-36E5-97F8-0364714FB378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A6DF7A6E-21A9-DCDE-7E2F-A04FF34DA3A9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BEF9E10C-747C-57EC-F0F9-5DC6D9CFC99B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AD70CB62-AB82-AB20-F875-8E8DFBC1AA65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E9C046BE-C8EF-B924-A8CC-280149BBEF84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FD4D1A23-BA44-7200-3836-21598D040FCF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AB2AB8A5-E44C-EA16-D834-E4E20D69886C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57CDA13C-15B0-2079-149C-6AF30BB00B27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5A5A473A-F9A7-2A7B-05A5-21AD6686301E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21E78D46-0E40-E1DB-94D8-A95DFA8B1A69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8D83320D-22B6-8631-7C5E-FDAA2F97BD6A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354775C7-FFFC-E641-C526-D872DCC0E4A5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19354C68-CD00-8305-B021-B19BA0A5AA45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967786D6-6AED-F561-0D37-2ECC4E640B1B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727410EB-22EF-0B05-0E6F-4EC36B5820B9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Picture 2">
            <a:extLst>
              <a:ext uri="{FF2B5EF4-FFF2-40B4-BE49-F238E27FC236}">
                <a16:creationId xmlns:a16="http://schemas.microsoft.com/office/drawing/2014/main" id="{616330AE-CA27-A70B-C473-B334EFE19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6" t="22075" r="66" b="-1072"/>
          <a:stretch>
            <a:fillRect/>
          </a:stretch>
        </p:blipFill>
        <p:spPr bwMode="auto">
          <a:xfrm rot="20580000">
            <a:off x="10419195" y="867731"/>
            <a:ext cx="2581229" cy="3617342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9445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0DED-0063-1648-505E-744F6C24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E070349-D76B-04D4-2475-10D6B04D5364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6B48E77-B3C1-02B1-39BF-B80EF5142DA9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Elias </a:t>
            </a:r>
            <a:r>
              <a:rPr lang="de-DE" sz="2400" err="1">
                <a:latin typeface="The Group TEXT"/>
                <a:cs typeface="Dubai Medium"/>
              </a:rPr>
              <a:t>Nikolajewski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1A9D460-7C69-0C9E-93D8-F7E8F85F3C82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E9E5326-4073-A1A2-28F3-4CA1D3000EA3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CA7D3C7-D904-64EC-C17B-9840B5FA6C92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„Sei du selbst"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2CF5073-9CFD-E794-09A1-0D5775D54CE6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07.08.2008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Beilngries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</a:t>
            </a:r>
            <a:r>
              <a:rPr lang="de-DE" sz="2400" err="1">
                <a:latin typeface="The Group TEXT"/>
                <a:cs typeface="Dubai Medium"/>
              </a:rPr>
              <a:t>Gta</a:t>
            </a:r>
            <a:r>
              <a:rPr lang="de-DE" sz="2400">
                <a:latin typeface="The Group TEXT"/>
                <a:cs typeface="Dubai Medium"/>
              </a:rPr>
              <a:t> 5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2917F915-A1AB-096F-B677-956C5300E4B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30AC61B-55B2-1F7A-5B56-402E5498C646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8493F546-038B-0A07-2B22-93E343734D8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83527D5D-5C00-4FBA-7B6B-F39C06424AEB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FE7D44D7-BB59-597C-9672-0BB240F48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95DDD98-DD1F-CB5D-39F2-F323DBA4B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4B65B90B-49FA-42CE-266F-7DA34D3E1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0A027E3C-91FF-C67C-DEA7-D3AD3A9C3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CE46D20E-DBC9-9472-32BE-43FEF913B516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Pizza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Snowfall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Fußball, Musik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C09971C0-1FB2-9AEC-6DBD-1F26286F6085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32ACC58C-9BF7-5E6B-66BD-D8EAEF1A92D2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06AA6A-FCD9-3C86-BB29-F33DF6171C32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0C07190B-4ED2-712E-E5C0-38C006970D25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B77AD935-3EDD-E303-9D10-84428F194561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23FBEB56-16A3-88A4-1A04-280451F292F4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F762C46E-1A68-D084-C8D3-87C849F426A2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D2B3DC55-C993-A7D4-A305-967D55302AB1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669C244E-B483-D85A-C42A-D39475602F7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B29737BA-0926-EF7B-A7C0-8743417FD842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BC5C322D-9177-77DD-9E0B-CE62E89D7E79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52BC194D-59EF-4C19-CBB0-E060934FECF2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D2D61542-13E8-8772-F358-8ED75ED71DF6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9B6C7192-6475-BADB-2C34-E1927489E0A7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79CE8FD3-97A6-F0B8-C99A-7811B5FA0963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53EBDF1E-6DBC-DD17-3FBE-30EF9D074D0C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A66ED4DF-985B-D0E5-0DF3-457EE8535F46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C387C969-5555-B0BE-D5FD-D498A3856793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25C45E85-BF42-D3CC-8A85-28EC5F93C966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AB37255D-B48F-B575-36F2-0C52AB8CF440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A9618430-845E-CEF4-62F8-5F3B7525BDAD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6FFBD15B-CB8C-93BE-61F7-FCA130967F9A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CC6058E7-7DB0-C139-DA49-3EC2C2CD3350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267551CF-8767-7032-CA67-A77BE1F423FD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392A8C1E-F513-1130-BADE-36D602746DB9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2657A4BC-DBBE-D2DB-4E03-2526FC8A0051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944465D3-3B43-4FB2-4B4A-BC4741F70438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6DEAD146-48AC-DAE1-B3FC-2FB1EB7F5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304" y="994255"/>
            <a:ext cx="4761586" cy="3680085"/>
          </a:xfrm>
          <a:prstGeom prst="rect">
            <a:avLst/>
          </a:prstGeom>
          <a:ln w="0"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7432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028A052FA2C244A425CF5EEB1DBF84" ma:contentTypeVersion="21" ma:contentTypeDescription="Create a new document." ma:contentTypeScope="" ma:versionID="557fd36d6773f6afffd33e42be8f9a70">
  <xsd:schema xmlns:xsd="http://www.w3.org/2001/XMLSchema" xmlns:xs="http://www.w3.org/2001/XMLSchema" xmlns:p="http://schemas.microsoft.com/office/2006/metadata/properties" xmlns:ns2="87705e81-52f5-424f-9fac-ad99884b5ac6" xmlns:ns3="c7ea8c96-3eac-4a30-947c-664861c17014" targetNamespace="http://schemas.microsoft.com/office/2006/metadata/properties" ma:root="true" ma:fieldsID="6863536ccd4c2cc41c54a68332ff668d" ns2:_="" ns3:_="">
    <xsd:import namespace="87705e81-52f5-424f-9fac-ad99884b5ac6"/>
    <xsd:import namespace="c7ea8c96-3eac-4a30-947c-664861c17014"/>
    <xsd:element name="properties">
      <xsd:complexType>
        <xsd:sequence>
          <xsd:element name="documentManagement">
            <xsd:complexType>
              <xsd:all>
                <xsd:element ref="ns2:g42673d488dd420fb412836054780209" minOccurs="0"/>
                <xsd:element ref="ns2:TaxCatchAll" minOccurs="0"/>
                <xsd:element ref="ns2:TaxCatchAllLabel" minOccurs="0"/>
                <xsd:element ref="ns2:i0f84bba906045b4af568ee102a52dcb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2:RevIMDateOfModified2Creation" minOccurs="0"/>
                <xsd:element ref="ns3:MediaLengthInSeconds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705e81-52f5-424f-9fac-ad99884b5ac6" elementFormDefault="qualified">
    <xsd:import namespace="http://schemas.microsoft.com/office/2006/documentManagement/types"/>
    <xsd:import namespace="http://schemas.microsoft.com/office/infopath/2007/PartnerControls"/>
    <xsd:element name="g42673d488dd420fb412836054780209" ma:index="8" nillable="true" ma:taxonomy="true" ma:internalName="g42673d488dd420fb412836054780209" ma:taxonomyFieldName="LegalHoldTag" ma:displayName="LegalHold" ma:fieldId="{042673d4-88dd-420f-b412-836054780209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5b455452-b73e-4ec0-8ec7-65be22762e4b}" ma:internalName="TaxCatchAll" ma:showField="CatchAllData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5b455452-b73e-4ec0-8ec7-65be22762e4b}" ma:internalName="TaxCatchAllLabel" ma:readOnly="true" ma:showField="CatchAllDataLabel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0f84bba906045b4af568ee102a52dcb" ma:index="13" nillable="true" ma:taxonomy="true" ma:internalName="i0f84bba906045b4af568ee102a52dcb" ma:taxonomyFieldName="RevIMBCS" ma:displayName="CSD Class" ma:readOnly="true" ma:default="1;#0.1 Initial category|0239cc7a-0c96-48a8-9e0e-a383e362571c" ma:fieldId="{20f84bba-9060-45b4-af56-8ee102a52dcb}" ma:sspId="d35d9ec1-ff0e-4daf-94ff-594c76aa1822" ma:termSetId="83f400d6-6f53-40a3-8fd2-b80b61df54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MDeletionDate" ma:index="14" nillable="true" ma:displayName="Deletion Date" ma:description="Deletion Date" ma:format="DateOnly" ma:internalName="RevIMDeletionDate" ma:readOnly="true">
      <xsd:simpleType>
        <xsd:restriction base="dms:DateTime"/>
      </xsd:simpleType>
    </xsd:element>
    <xsd:element name="RevIMEventDate" ma:index="15" nillable="true" ma:displayName="Event Date" ma:description="Event Date" ma:format="DateOnly" ma:internalName="RevIMEventDate" ma:readOnly="true">
      <xsd:simpleType>
        <xsd:restriction base="dms:DateTime"/>
      </xsd:simpleType>
    </xsd:element>
    <xsd:element name="RevIMComments" ma:index="16" nillable="true" ma:displayName="Event Comment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7" nillable="true" ma:displayName="Document Own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8" nillable="true" ma:displayName="RevIMExtends" ma:hidden="true" ma:internalName="RevIMExtends" ma:readOnly="true">
      <xsd:simpleType>
        <xsd:restriction base="dms:Note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RevIMDateOfModified2Creation" ma:index="29" nillable="true" ma:displayName="Reclassification Date from Modified to Creation Class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  <xsd:element name="RevIMDeclareTime" ma:index="31" nillable="true" ma:displayName="CSD Record Declaration Time" ma:description="CSD Record Declaration Time" ma:format="DateTim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ea8c96-3eac-4a30-947c-664861c170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3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87705e81-52f5-424f-9fac-ad99884b5ac6">
      <UserInfo>
        <DisplayName/>
        <AccountId xsi:nil="true"/>
        <AccountType/>
      </UserInfo>
    </RevIMDocumentOwner>
    <TaxCatchAll xmlns="87705e81-52f5-424f-9fac-ad99884b5ac6">
      <Value>5</Value>
    </TaxCatchAll>
    <g42673d488dd420fb412836054780209 xmlns="87705e81-52f5-424f-9fac-ad99884b5ac6">
      <Terms xmlns="http://schemas.microsoft.com/office/infopath/2007/PartnerControls"/>
    </g42673d488dd420fb412836054780209>
    <i0f84bba906045b4af568ee102a52dcb xmlns="87705e81-52f5-424f-9fac-ad99884b5ac6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0.3 Dynamische Unternehmensinformationen (zuletzt geändert)</TermName>
          <TermId xmlns="http://schemas.microsoft.com/office/infopath/2007/PartnerControls">9a754fea-0917-4531-8837-b34b43a53c8c</TermId>
        </TermInfo>
      </Terms>
    </i0f84bba906045b4af568ee102a52dcb>
    <RevIMComments xmlns="87705e81-52f5-424f-9fac-ad99884b5ac6" xsi:nil="true"/>
    <RevIMDeletionDate xmlns="87705e81-52f5-424f-9fac-ad99884b5ac6" xsi:nil="true"/>
    <RevIMEventDate xmlns="87705e81-52f5-424f-9fac-ad99884b5ac6" xsi:nil="true"/>
    <RevIMExtends xmlns="87705e81-52f5-424f-9fac-ad99884b5ac6">{"Classified":"2025-01-13T11:54:39.132Z","KSUClass":"9a754fea-0917-4531-8837-b34b43a53c8c","Reclassified":"2025-06-04T10:45:49.062Z","ReclassifiedBy":"stefanie.kraus@volkswagen-groupservices.com"}</RevIMExtend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4D8F55-1283-46D3-8DAE-EE1F403D0457}">
  <ds:schemaRefs>
    <ds:schemaRef ds:uri="87705e81-52f5-424f-9fac-ad99884b5ac6"/>
    <ds:schemaRef ds:uri="c7ea8c96-3eac-4a30-947c-664861c170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14AF3CA-7F11-45CC-B854-4D6DED9DF190}">
  <ds:schemaRefs>
    <ds:schemaRef ds:uri="http://purl.org/dc/elements/1.1/"/>
    <ds:schemaRef ds:uri="http://purl.org/dc/terms/"/>
    <ds:schemaRef ds:uri="87705e81-52f5-424f-9fac-ad99884b5ac6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c7ea8c96-3eac-4a30-947c-664861c17014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B7F11C7-14AB-48E9-A8FB-FB67FB9EF91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6b84135-ab90-4b03-a415-784f8f15a7f1}" enabled="1" method="Privileged" siteId="{2882be50-2012-4d88-ac86-544124e12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354</Words>
  <Application>Microsoft Office PowerPoint</Application>
  <PresentationFormat>Benutzerdefiniert</PresentationFormat>
  <Paragraphs>102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The Group TEXT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Volkswagen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Ercel, Mert (A-GSAA-I)</dc:creator>
  <cp:lastModifiedBy>Just, Martin (A-OSA/AI)</cp:lastModifiedBy>
  <cp:revision>11</cp:revision>
  <cp:lastPrinted>2024-02-06T12:46:51Z</cp:lastPrinted>
  <dcterms:created xsi:type="dcterms:W3CDTF">2024-01-11T06:42:42Z</dcterms:created>
  <dcterms:modified xsi:type="dcterms:W3CDTF">2026-08-25T07:17:47Z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INTERNAL</vt:lpwstr>
  </property>
  <property fmtid="{D5CDD505-2E9C-101B-9397-08002B2CF9AE}" pid="4" name="MSIP_Label_a6b84135-ab90-4b03-a415-784f8f15a7f1_Enabled">
    <vt:lpwstr>true</vt:lpwstr>
  </property>
  <property fmtid="{D5CDD505-2E9C-101B-9397-08002B2CF9AE}" pid="5" name="MSIP_Label_a6b84135-ab90-4b03-a415-784f8f15a7f1_SetDate">
    <vt:lpwstr>2024-01-15T10:10:42Z</vt:lpwstr>
  </property>
  <property fmtid="{D5CDD505-2E9C-101B-9397-08002B2CF9AE}" pid="6" name="MSIP_Label_a6b84135-ab90-4b03-a415-784f8f15a7f1_Method">
    <vt:lpwstr>Privileged</vt:lpwstr>
  </property>
  <property fmtid="{D5CDD505-2E9C-101B-9397-08002B2CF9AE}" pid="7" name="MSIP_Label_a6b84135-ab90-4b03-a415-784f8f15a7f1_Name">
    <vt:lpwstr>a6b84135-ab90-4b03-a415-784f8f15a7f1</vt:lpwstr>
  </property>
  <property fmtid="{D5CDD505-2E9C-101B-9397-08002B2CF9AE}" pid="8" name="MSIP_Label_a6b84135-ab90-4b03-a415-784f8f15a7f1_SiteId">
    <vt:lpwstr>2882be50-2012-4d88-ac86-544124e120c8</vt:lpwstr>
  </property>
  <property fmtid="{D5CDD505-2E9C-101B-9397-08002B2CF9AE}" pid="9" name="MSIP_Label_a6b84135-ab90-4b03-a415-784f8f15a7f1_ActionId">
    <vt:lpwstr>0c341731-8c72-4127-9b1d-78675b7ba791</vt:lpwstr>
  </property>
  <property fmtid="{D5CDD505-2E9C-101B-9397-08002B2CF9AE}" pid="10" name="MSIP_Label_a6b84135-ab90-4b03-a415-784f8f15a7f1_ContentBits">
    <vt:lpwstr>0</vt:lpwstr>
  </property>
  <property fmtid="{D5CDD505-2E9C-101B-9397-08002B2CF9AE}" pid="11" name="ContentTypeId">
    <vt:lpwstr>0x01010012028A052FA2C244A425CF5EEB1DBF84</vt:lpwstr>
  </property>
  <property fmtid="{D5CDD505-2E9C-101B-9397-08002B2CF9AE}" pid="12" name="RevIMBCS">
    <vt:lpwstr>5;#0.3 Dynamische Unternehmensinformationen (zuletzt geändert)|9a754fea-0917-4531-8837-b34b43a53c8c</vt:lpwstr>
  </property>
  <property fmtid="{D5CDD505-2E9C-101B-9397-08002B2CF9AE}" pid="13" name="LegalHoldTag">
    <vt:lpwstr/>
  </property>
</Properties>
</file>